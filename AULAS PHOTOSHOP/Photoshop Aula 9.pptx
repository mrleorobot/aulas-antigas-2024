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2FU2O4DzjBVHWinDEuc4zdo7A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825226" y="898742"/>
            <a:ext cx="5060515" cy="5060515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07639" y="2553422"/>
            <a:ext cx="4126107" cy="1049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07639" y="3234689"/>
            <a:ext cx="4659137" cy="51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149" y="1768139"/>
            <a:ext cx="3034668" cy="3034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1 – PET FAMOSO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272439" y="1116434"/>
            <a:ext cx="116398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uma montagem engraçada colocando um pet (pode ser seu ou da internet) em um lugar de destaque ou situação inusitada: no tapete vermelho, no palco de um show, na TV, no jornal, etc.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272439" y="1827013"/>
            <a:ext cx="11639811" cy="3539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uma imagem de pet.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internet (ex: “cachorro bravo”, “gato com óculos”).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 cenário famoso ou engraçado.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/>
          </a:p>
          <a:p>
            <a:pPr indent="-889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Tapete vermelho de premiação</a:t>
            </a:r>
            <a:endParaRPr/>
          </a:p>
          <a:p>
            <a:pPr indent="-889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Apresentação no The Voice</a:t>
            </a:r>
            <a:endParaRPr/>
          </a:p>
          <a:p>
            <a:pPr indent="-889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Capa de um jornal</a:t>
            </a:r>
            <a:endParaRPr/>
          </a:p>
          <a:p>
            <a:pPr indent="-889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Junto com uma celebridade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a imagem do pet no Photoshop.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Laço Magnético (L)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contornar o corpo do pet.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clique com calma nos cantinhos e vá seguindo o contorno.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Copie (Ctrl + C) e cole (Ctrl + V) no cenário.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imagem do pet vai ficar em cima do novo fundo.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Ferramenta Mover (V)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arrastar o pet até o lugar certo.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use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 o tamanho.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72439" y="5430691"/>
            <a:ext cx="11639811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EXTRA PARA TODAS AS ATIVIDADES: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como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Carimbo (S)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 (B)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outras,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estão liberadas!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Usem a criatividade de vocês para deixar a montagem ainda mais interessante, realista ou engraçada!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Atenção: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só tomem cuidado para não exagerar em edições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irreversíveis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apagar algo importante ou aplicar filtros diretamente na camada original sem duplicá-la.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errar, use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Z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desfazer, e salvem o projeto com frequência!</a:t>
            </a:r>
            <a:endParaRPr/>
          </a:p>
        </p:txBody>
      </p:sp>
      <p:pic>
        <p:nvPicPr>
          <p:cNvPr id="100" name="Google Shape;100;p2" title="show + dog.jpg"/>
          <p:cNvPicPr preferRelativeResize="0"/>
          <p:nvPr/>
        </p:nvPicPr>
        <p:blipFill rotWithShape="1">
          <a:blip r:embed="rId3">
            <a:alphaModFix/>
          </a:blip>
          <a:srcRect b="17453" l="-34589" r="0" t="-34590"/>
          <a:stretch/>
        </p:blipFill>
        <p:spPr>
          <a:xfrm>
            <a:off x="5054250" y="-307325"/>
            <a:ext cx="6858000" cy="596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2825800" y="1467550"/>
            <a:ext cx="749400" cy="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-6043325" y="-94050"/>
            <a:ext cx="1077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2  – “INVASÃO ALIEN NO MEU BAIRRO”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335070" y="1253687"/>
            <a:ext cx="116147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uma montagem onde alienígenas invadem sua cidade ou bairro. Pode ser algo épico ou engraçado — a ideia é mostrar naves, ETs, lasers ou qualquer coisa “de outro mundo” no meio do cotidiano.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35070" y="1997839"/>
            <a:ext cx="11614759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foto real da sua cidade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sua rua, praça, escola ou até uma imagem do Google que pareça com sua região.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Procure imagens de naves espaciais, ETs, feixes de luz, etc.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escolha imagens com fundo claro ou sólido, que sejam fáceis de recortar.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uma dessas imagens (nave, ET, etc.) no Photoshop.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 Magnético (L)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o recorte do elemento que você quer usar.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 (Ctrl + C) e cole (Ctrl + V) na imagem do bairro.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 (V)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posicionar e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T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Repita o processo para quantos elementos quiser adicionar.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ETs andando na rua, nave no céu, raio laser saindo da escola…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Carimbo (S)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cobrir partes da imagem que não combinam, como árvores cobrindo a nave.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335070" y="5114545"/>
            <a:ext cx="1151454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EXTRA PARA TODAS AS ATIVIDADES: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Carimbo (S)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 (B)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outras,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estão liberadas!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Usem a criatividade de vocês para deixar a montagem ainda mais interessante, realista ou engraçada!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só tomem cuidado para não exagerar em edições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irreversíveis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apagar algo importante ou aplicar filtros diretamente na camada original sem duplicá-la.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errar,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desfazer, e salvem o projeto com frequência!</a:t>
            </a:r>
            <a:endParaRPr/>
          </a:p>
        </p:txBody>
      </p:sp>
      <p:pic>
        <p:nvPicPr>
          <p:cNvPr id="111" name="Google Shape;111;p3" title="alie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9846" y="1900025"/>
            <a:ext cx="2369779" cy="322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3 – “MINHA CARA NA NOTA”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62839" y="2008866"/>
            <a:ext cx="11348581" cy="2908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imagem de uma nota de dinheiro. (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Dólar americano)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preferência para aquelas em que o rosto está bem visível.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foto de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famoso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rosto bem enquadrado.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mais de frente e com fundo simples, melhor!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 foto da pessoa no Photoshop.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 Magnético (L)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contornar o rosto.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 (Ctrl + C) e cole (Ctrl + V) na imagem da nota.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 (V)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posicionar, e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T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 o tamanho e girar.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Borracha (E)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ponta suave para apagar os cantos do rosto e misturar com o fundo.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Ctrl + U para abrir os Ajustes de Matiz/Saturação.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a caixinha “Colorir” e ajuste para deixar o rosto com tom semelhante ao da nota (normalmente sépia, cinza ou verde claro).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162839" y="1225818"/>
            <a:ext cx="1163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uma montagem trocando o rosto de uma figura histórica </a:t>
            </a:r>
            <a:r>
              <a:rPr lang="pt-BR" sz="1800">
                <a:solidFill>
                  <a:schemeClr val="dk1"/>
                </a:solidFill>
              </a:rPr>
              <a:t>por alguem famoso ou personagem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mantendo o fundo original. Resultado final: sua cara estampada no real!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162839" y="5054072"/>
            <a:ext cx="11514549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EXTRA PARA TODAS AS ATIVIDADES: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como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Carimbo (S)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 (B)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outras,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estão liberadas!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Usem a criatividade de vocês para deixar a montagem ainda mais interessante, realista ou engraçada!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Atenção: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só tomem cuidado para não exagerar em edições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irreversíveis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apagar algo importante ou aplicar filtros diretamente na camada original sem duplicá-la.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errar, use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Z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desfazer, e salvem o projeto com frequência!</a:t>
            </a:r>
            <a:endParaRPr/>
          </a:p>
        </p:txBody>
      </p:sp>
      <p:pic>
        <p:nvPicPr>
          <p:cNvPr id="120" name="Google Shape;120;p4" title="ashnota.jpg"/>
          <p:cNvPicPr preferRelativeResize="0"/>
          <p:nvPr/>
        </p:nvPicPr>
        <p:blipFill rotWithShape="1">
          <a:blip r:embed="rId3">
            <a:alphaModFix/>
          </a:blip>
          <a:srcRect b="-24700" l="0" r="0" t="31172"/>
          <a:stretch/>
        </p:blipFill>
        <p:spPr>
          <a:xfrm>
            <a:off x="7406925" y="2045975"/>
            <a:ext cx="4270466" cy="320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12192000" cy="1052186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4 – “FAMOSO E SUA CRIATURA GIGANTE”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272439" y="1093350"/>
            <a:ext cx="116272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uma montagem onde um(a) famoso(a) aparece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lado de uma criatura mitológica ou animal gigante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se estivessem convivendo no mundo real. Pode ser engraçado, surreal, ou estilo cena de filme.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272439" y="1738244"/>
            <a:ext cx="11714968" cy="3600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imagem de um famoso(a).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Preferência: imagem em pé, com fundo claro ou fácil de recortar.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criatura gigante ou mitológica.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indent="-76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Tiranossauro Rex</a:t>
            </a:r>
            <a:endParaRPr/>
          </a:p>
          <a:p>
            <a:pPr indent="-76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Dragão alado</a:t>
            </a:r>
            <a:endParaRPr/>
          </a:p>
          <a:p>
            <a:pPr indent="-76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Godzilla</a:t>
            </a:r>
            <a:endParaRPr/>
          </a:p>
          <a:p>
            <a:pPr indent="-76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Centauro</a:t>
            </a:r>
            <a:endParaRPr/>
          </a:p>
          <a:p>
            <a:pPr indent="-76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Leão com asas (Grifo)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 imagem do famoso no Photoshop.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 Magnético (L)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selecionar o corpo todo da pessoa.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C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V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colar em uma nova montagem.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 imagem do monstro/animal e repita o mesmo processo.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 Magnético (L)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recorte a criatura, copie e cole na mesma montagem.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Mover (V)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posicionar a criatura ao lado do famoso.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parecer que estão conversando, andando juntos, tirando foto, etc.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Ctrl + T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redimensionar a criatura e o famoso.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a criatura pode ser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maior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ficar como plano de fundo, tipo “só a cabeça do dinossauro aparecendo atrás”.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272439" y="5381831"/>
            <a:ext cx="11514549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EXTRA PARA TODAS AS ATIVIDADES: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como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Carimbo (S)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 (B)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Sombras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outras,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estão liberadas!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Usem a criatividade de vocês para deixar a montagem ainda mais interessante, realista ou engraçada!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Atenção: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só tomem cuidado para não exagerar em edições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irreversíveis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apagar algo importante ou aplicar filtros diretamente na camada original sem duplicá-la.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errar, use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Z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desfazer, e salvem o projeto com frequência!</a:t>
            </a:r>
            <a:endParaRPr/>
          </a:p>
        </p:txBody>
      </p:sp>
      <p:pic>
        <p:nvPicPr>
          <p:cNvPr id="130" name="Google Shape;130;p5" title="faustão.jpg"/>
          <p:cNvPicPr preferRelativeResize="0"/>
          <p:nvPr/>
        </p:nvPicPr>
        <p:blipFill rotWithShape="1">
          <a:blip r:embed="rId3">
            <a:alphaModFix/>
          </a:blip>
          <a:srcRect b="0" l="0" r="0" t="19341"/>
          <a:stretch/>
        </p:blipFill>
        <p:spPr>
          <a:xfrm>
            <a:off x="7086700" y="1989463"/>
            <a:ext cx="4609024" cy="287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