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715000" cx="9144000"/>
  <p:notesSz cx="6858000" cy="9144000"/>
  <p:embeddedFontLst>
    <p:embeddedFont>
      <p:font typeface="Play"/>
      <p:regular r:id="rId24"/>
      <p:bold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6" roundtripDataSignature="AMtx7mg7njAiNAKYHHNGPxSn0t0H5YLzk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Play-regular.fntdata"/><Relationship Id="rId23" Type="http://schemas.openxmlformats.org/officeDocument/2006/relationships/slide" Target="slides/slide19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customschemas.google.com/relationships/presentationmetadata" Target="metadata"/><Relationship Id="rId25" Type="http://schemas.openxmlformats.org/officeDocument/2006/relationships/font" Target="fonts/Play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11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p13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1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4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5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6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7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8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5" name="Google Shape;205;p19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20:notes"/>
          <p:cNvSpPr/>
          <p:nvPr>
            <p:ph idx="2" type="sldImg"/>
          </p:nvPr>
        </p:nvSpPr>
        <p:spPr>
          <a:xfrm>
            <a:off x="960120" y="1143000"/>
            <a:ext cx="49377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7" name="Google Shape;17;p2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8" name="Google Shape;18;p2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3"/>
          <p:cNvSpPr txBox="1"/>
          <p:nvPr>
            <p:ph type="ctrTitle"/>
          </p:nvPr>
        </p:nvSpPr>
        <p:spPr>
          <a:xfrm>
            <a:off x="1143000" y="935303"/>
            <a:ext cx="6858000" cy="19896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Google Shape;21;p23"/>
          <p:cNvSpPr txBox="1"/>
          <p:nvPr>
            <p:ph idx="1" type="subTitle"/>
          </p:nvPr>
        </p:nvSpPr>
        <p:spPr>
          <a:xfrm>
            <a:off x="1143000" y="3001698"/>
            <a:ext cx="6858000" cy="13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2" name="Google Shape;22;p23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3" name="Google Shape;23;p23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4" name="Google Shape;24;p23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4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Google Shape;27;p24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8" name="Google Shape;28;p24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9" name="Google Shape;29;p24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0" name="Google Shape;30;p24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5"/>
          <p:cNvSpPr txBox="1"/>
          <p:nvPr>
            <p:ph type="title"/>
          </p:nvPr>
        </p:nvSpPr>
        <p:spPr>
          <a:xfrm>
            <a:off x="623888" y="1424782"/>
            <a:ext cx="7886700" cy="23772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Play"/>
              <a:buNone/>
              <a:defRPr sz="47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3" name="Google Shape;33;p25"/>
          <p:cNvSpPr txBox="1"/>
          <p:nvPr>
            <p:ph idx="1" type="body"/>
          </p:nvPr>
        </p:nvSpPr>
        <p:spPr>
          <a:xfrm>
            <a:off x="623888" y="3824553"/>
            <a:ext cx="7886700" cy="1250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757575"/>
              </a:buClr>
              <a:buSzPts val="1900"/>
              <a:buNone/>
              <a:defRPr sz="19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400"/>
              <a:buNone/>
              <a:defRPr sz="14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34" name="Google Shape;34;p25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Google Shape;35;p25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6" name="Google Shape;36;p25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9" name="Google Shape;39;p26"/>
          <p:cNvSpPr txBox="1"/>
          <p:nvPr>
            <p:ph idx="1" type="body"/>
          </p:nvPr>
        </p:nvSpPr>
        <p:spPr>
          <a:xfrm>
            <a:off x="6286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Google Shape;40;p26"/>
          <p:cNvSpPr txBox="1"/>
          <p:nvPr>
            <p:ph idx="2" type="body"/>
          </p:nvPr>
        </p:nvSpPr>
        <p:spPr>
          <a:xfrm>
            <a:off x="4629150" y="1521354"/>
            <a:ext cx="38862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1" name="Google Shape;41;p26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2" name="Google Shape;42;p26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Google Shape;43;p26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27"/>
          <p:cNvSpPr txBox="1"/>
          <p:nvPr>
            <p:ph type="title"/>
          </p:nvPr>
        </p:nvSpPr>
        <p:spPr>
          <a:xfrm>
            <a:off x="629841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6" name="Google Shape;46;p27"/>
          <p:cNvSpPr txBox="1"/>
          <p:nvPr>
            <p:ph idx="1" type="body"/>
          </p:nvPr>
        </p:nvSpPr>
        <p:spPr>
          <a:xfrm>
            <a:off x="629841" y="1400969"/>
            <a:ext cx="38682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7" name="Google Shape;47;p27"/>
          <p:cNvSpPr txBox="1"/>
          <p:nvPr>
            <p:ph idx="2" type="body"/>
          </p:nvPr>
        </p:nvSpPr>
        <p:spPr>
          <a:xfrm>
            <a:off x="629841" y="2087563"/>
            <a:ext cx="38682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8" name="Google Shape;48;p27"/>
          <p:cNvSpPr txBox="1"/>
          <p:nvPr>
            <p:ph idx="3" type="body"/>
          </p:nvPr>
        </p:nvSpPr>
        <p:spPr>
          <a:xfrm>
            <a:off x="4629150" y="1400969"/>
            <a:ext cx="3887400" cy="6867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b="1" sz="19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9" name="Google Shape;49;p27"/>
          <p:cNvSpPr txBox="1"/>
          <p:nvPr>
            <p:ph idx="4" type="body"/>
          </p:nvPr>
        </p:nvSpPr>
        <p:spPr>
          <a:xfrm>
            <a:off x="4629150" y="2087563"/>
            <a:ext cx="3887400" cy="3070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50" name="Google Shape;50;p27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1" name="Google Shape;51;p27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Google Shape;52;p27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8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28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Google Shape;56;p28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7" name="Google Shape;57;p28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9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Google Shape;60;p29"/>
          <p:cNvSpPr txBox="1"/>
          <p:nvPr>
            <p:ph idx="1" type="body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8735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500"/>
              <a:buChar char="•"/>
              <a:defRPr sz="2500"/>
            </a:lvl1pPr>
            <a:lvl2pPr indent="-3683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2pPr>
            <a:lvl3pPr indent="-34925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  <a:defRPr sz="1900"/>
            </a:lvl3pPr>
            <a:lvl4pPr indent="-3302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indent="-3302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5pPr>
            <a:lvl6pPr indent="-3302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61" name="Google Shape;61;p29"/>
          <p:cNvSpPr txBox="1"/>
          <p:nvPr>
            <p:ph idx="2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2" name="Google Shape;62;p29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Google Shape;63;p29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29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0"/>
          <p:cNvSpPr txBox="1"/>
          <p:nvPr>
            <p:ph type="title"/>
          </p:nvPr>
        </p:nvSpPr>
        <p:spPr>
          <a:xfrm>
            <a:off x="629841" y="381000"/>
            <a:ext cx="2949300" cy="13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500"/>
              <a:buFont typeface="Play"/>
              <a:buNone/>
              <a:defRPr sz="2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Google Shape;67;p30"/>
          <p:cNvSpPr/>
          <p:nvPr>
            <p:ph idx="2" type="pic"/>
          </p:nvPr>
        </p:nvSpPr>
        <p:spPr>
          <a:xfrm>
            <a:off x="3887391" y="822854"/>
            <a:ext cx="4629300" cy="40614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30"/>
          <p:cNvSpPr txBox="1"/>
          <p:nvPr>
            <p:ph idx="1" type="body"/>
          </p:nvPr>
        </p:nvSpPr>
        <p:spPr>
          <a:xfrm>
            <a:off x="629841" y="1714500"/>
            <a:ext cx="2949300" cy="31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30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30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30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3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31"/>
          <p:cNvSpPr txBox="1"/>
          <p:nvPr>
            <p:ph idx="1" type="body"/>
          </p:nvPr>
        </p:nvSpPr>
        <p:spPr>
          <a:xfrm rot="5400000">
            <a:off x="2758950" y="-608946"/>
            <a:ext cx="3626100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5" name="Google Shape;75;p3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3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3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32"/>
          <p:cNvSpPr txBox="1"/>
          <p:nvPr>
            <p:ph type="title"/>
          </p:nvPr>
        </p:nvSpPr>
        <p:spPr>
          <a:xfrm rot="5400000">
            <a:off x="5107950" y="1740071"/>
            <a:ext cx="4843200" cy="1971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32"/>
          <p:cNvSpPr txBox="1"/>
          <p:nvPr>
            <p:ph idx="1" type="body"/>
          </p:nvPr>
        </p:nvSpPr>
        <p:spPr>
          <a:xfrm rot="5400000">
            <a:off x="1107375" y="-174529"/>
            <a:ext cx="4843200" cy="58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81" name="Google Shape;81;p32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2" name="Google Shape;82;p32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32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1"/>
          <p:cNvSpPr txBox="1"/>
          <p:nvPr>
            <p:ph type="title"/>
          </p:nvPr>
        </p:nvSpPr>
        <p:spPr>
          <a:xfrm>
            <a:off x="628650" y="304271"/>
            <a:ext cx="7886700" cy="1104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Play"/>
              <a:buNone/>
              <a:defRPr b="0" i="0" sz="3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11" name="Google Shape;11;p21"/>
          <p:cNvSpPr txBox="1"/>
          <p:nvPr>
            <p:ph idx="1" type="body"/>
          </p:nvPr>
        </p:nvSpPr>
        <p:spPr>
          <a:xfrm>
            <a:off x="628650" y="1521354"/>
            <a:ext cx="7886700" cy="36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>
            <a:lvl1pPr indent="-36830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925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  <a:defRPr b="0" i="0" sz="1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3020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p21"/>
          <p:cNvSpPr txBox="1"/>
          <p:nvPr>
            <p:ph idx="10" type="dt"/>
          </p:nvPr>
        </p:nvSpPr>
        <p:spPr>
          <a:xfrm>
            <a:off x="6286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3" name="Google Shape;13;p21"/>
          <p:cNvSpPr txBox="1"/>
          <p:nvPr>
            <p:ph idx="11" type="ftr"/>
          </p:nvPr>
        </p:nvSpPr>
        <p:spPr>
          <a:xfrm>
            <a:off x="3028950" y="5296958"/>
            <a:ext cx="30861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4" name="Google Shape;14;p21"/>
          <p:cNvSpPr txBox="1"/>
          <p:nvPr>
            <p:ph idx="12" type="sldNum"/>
          </p:nvPr>
        </p:nvSpPr>
        <p:spPr>
          <a:xfrm>
            <a:off x="6457950" y="5296958"/>
            <a:ext cx="2057400" cy="30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5550" lIns="71100" spcFirstLastPara="1" rIns="71100" wrap="square" tIns="3555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3B5998"/>
        </a:solidFill>
      </p:bgPr>
    </p:bg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/>
          <p:nvPr/>
        </p:nvSpPr>
        <p:spPr>
          <a:xfrm>
            <a:off x="5118920" y="748952"/>
            <a:ext cx="3795300" cy="4217100"/>
          </a:xfrm>
          <a:prstGeom prst="ellipse">
            <a:avLst/>
          </a:prstGeom>
          <a:solidFill>
            <a:schemeClr val="lt1"/>
          </a:solidFill>
          <a:ln cap="flat" cmpd="sng" w="1905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9" name="Google Shape;89;p1"/>
          <p:cNvSpPr txBox="1"/>
          <p:nvPr/>
        </p:nvSpPr>
        <p:spPr>
          <a:xfrm>
            <a:off x="530729" y="2127852"/>
            <a:ext cx="3094500" cy="874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400"/>
              <a:buFont typeface="Arial"/>
              <a:buNone/>
            </a:pPr>
            <a:r>
              <a:rPr b="1" i="0" lang="en-US" sz="3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endParaRPr sz="1100"/>
          </a:p>
        </p:txBody>
      </p:sp>
      <p:sp>
        <p:nvSpPr>
          <p:cNvPr id="90" name="Google Shape;90;p1"/>
          <p:cNvSpPr txBox="1"/>
          <p:nvPr/>
        </p:nvSpPr>
        <p:spPr>
          <a:xfrm>
            <a:off x="530729" y="2695574"/>
            <a:ext cx="34944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PROFESSOR: LEONILSON SOUZA</a:t>
            </a:r>
            <a:endParaRPr sz="1100"/>
          </a:p>
        </p:txBody>
      </p:sp>
      <p:pic>
        <p:nvPicPr>
          <p:cNvPr descr="Adobe Photoshop Logo Vector Art, Icons, and Graphics for Free Download" id="91" name="Google Shape;9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8612" y="1473449"/>
            <a:ext cx="2276001" cy="22760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CARIMBO (CLONE STAMP TOOL)</a:t>
            </a:r>
            <a:endParaRPr sz="1100"/>
          </a:p>
        </p:txBody>
      </p:sp>
      <p:sp>
        <p:nvSpPr>
          <p:cNvPr id="97" name="Google Shape;97;p2"/>
          <p:cNvSpPr txBox="1"/>
          <p:nvPr/>
        </p:nvSpPr>
        <p:spPr>
          <a:xfrm>
            <a:off x="508948" y="1664158"/>
            <a:ext cx="5713200" cy="28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Usando a Ferramenta Carimbo na Prática (Photoshop CS6 Extended)</a:t>
            </a:r>
            <a:endParaRPr sz="1100"/>
          </a:p>
        </p:txBody>
      </p:sp>
      <p:sp>
        <p:nvSpPr>
          <p:cNvPr id="98" name="Google Shape;98;p2"/>
          <p:cNvSpPr txBox="1"/>
          <p:nvPr/>
        </p:nvSpPr>
        <p:spPr>
          <a:xfrm>
            <a:off x="555170" y="2042526"/>
            <a:ext cx="7957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Configurações recomendadas do pincel: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Opacidade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100% (garante que a cópia fique totalmente visível)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Dureza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0% (deixa as bordas do pincel suaves, garantindo uma transição mais natural entre o que é copiado e o que já existe)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 Ajuste de acordo com o tamanho do elemento. Como regra geral, use um pincel com cerca de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20% do tamanho do objeto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que você quer copia</a:t>
            </a:r>
            <a:endParaRPr sz="1100"/>
          </a:p>
        </p:txBody>
      </p:sp>
      <p:sp>
        <p:nvSpPr>
          <p:cNvPr id="99" name="Google Shape;99;p2"/>
          <p:cNvSpPr txBox="1"/>
          <p:nvPr/>
        </p:nvSpPr>
        <p:spPr>
          <a:xfrm>
            <a:off x="601394" y="3504461"/>
            <a:ext cx="78648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Definir o ponto de origem: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 o pincel configurado, segure a tecla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clique no ponto da imagem que você quer copiar.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Esse ponto será usado como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fonte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clonagem.</a:t>
            </a:r>
            <a:endParaRPr sz="1100"/>
          </a:p>
        </p:txBody>
      </p:sp>
      <p:sp>
        <p:nvSpPr>
          <p:cNvPr id="100" name="Google Shape;100;p2"/>
          <p:cNvSpPr txBox="1"/>
          <p:nvPr/>
        </p:nvSpPr>
        <p:spPr>
          <a:xfrm>
            <a:off x="647617" y="4466258"/>
            <a:ext cx="78648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Pincelar o destino da cópia: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solte a tecla Alt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clique/pincele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área onde deseja aplicar a cópia.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Uma prévia do conteúdo copiado será exibida conforme você move o mouse, facilitando o encaixe perfeito.</a:t>
            </a:r>
            <a:endParaRPr sz="1100"/>
          </a:p>
        </p:txBody>
      </p:sp>
      <p:sp>
        <p:nvSpPr>
          <p:cNvPr id="101" name="Google Shape;101;p2"/>
          <p:cNvSpPr txBox="1"/>
          <p:nvPr/>
        </p:nvSpPr>
        <p:spPr>
          <a:xfrm>
            <a:off x="433667" y="1051190"/>
            <a:ext cx="8276700" cy="502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Carimbo (Clone Stamp Tool)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duplicar qualquer parte de uma imagem. É muito útil para remover objetos, corrigir imperfeições ou copiar detalhes de um ponto para outro.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CARIMBO (CLONE STAMP TOOL)</a:t>
            </a:r>
            <a:endParaRPr sz="1100"/>
          </a:p>
        </p:txBody>
      </p:sp>
      <p:sp>
        <p:nvSpPr>
          <p:cNvPr id="107" name="Google Shape;107;p3"/>
          <p:cNvSpPr txBox="1"/>
          <p:nvPr/>
        </p:nvSpPr>
        <p:spPr>
          <a:xfrm>
            <a:off x="311533" y="1126162"/>
            <a:ext cx="8436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PASSO – Abrir a imagem: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o Photoshop e, no menu superior, 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 &gt; Abrir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Escolha a imagem desejada.</a:t>
            </a:r>
            <a:endParaRPr sz="1100"/>
          </a:p>
        </p:txBody>
      </p:sp>
      <p:sp>
        <p:nvSpPr>
          <p:cNvPr id="108" name="Google Shape;108;p3"/>
          <p:cNvSpPr txBox="1"/>
          <p:nvPr/>
        </p:nvSpPr>
        <p:spPr>
          <a:xfrm>
            <a:off x="311533" y="2087996"/>
            <a:ext cx="8436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2º PASSO – Selecionar a Ferramenta Carimbo: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ferramenta está localizada na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barra de ferramentas à esquerda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(ícone com um carimbo de borracha).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também pode ativá-la pressionando a tecla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</p:txBody>
      </p:sp>
      <p:sp>
        <p:nvSpPr>
          <p:cNvPr id="109" name="Google Shape;109;p3"/>
          <p:cNvSpPr txBox="1"/>
          <p:nvPr/>
        </p:nvSpPr>
        <p:spPr>
          <a:xfrm>
            <a:off x="311533" y="3049838"/>
            <a:ext cx="86040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apareça a mensagem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“Este objeto inteligente deve ser rasterizado antes de continuar”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“Rasterizar Objeto Inteligente”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acontece porque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 Inteligentes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Photoshop são camadas protegidas, usadas para preservar a qualidade da imagem original — mesmo após redimensionar ou aplicar efeitos. Porém,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ferramentas que alteram diretamente os pixels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imagem, como o Carimbo,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funcionam enquanto a camada estiver protegida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rasterizar, a camada se transforma em uma imagem comum, permitindo a edição com essas ferramentas.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CARIMBO (CLONE STAMP TOOL)</a:t>
            </a:r>
            <a:endParaRPr sz="1100"/>
          </a:p>
        </p:txBody>
      </p:sp>
      <p:sp>
        <p:nvSpPr>
          <p:cNvPr id="115" name="Google Shape;115;p4"/>
          <p:cNvSpPr txBox="1"/>
          <p:nvPr/>
        </p:nvSpPr>
        <p:spPr>
          <a:xfrm>
            <a:off x="311533" y="1126162"/>
            <a:ext cx="84363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PASSO – Abrir a imagem: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o Photoshop e, no menu superior, 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 &gt; Abrir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Escolha a imagem desejada.</a:t>
            </a:r>
            <a:endParaRPr sz="1100"/>
          </a:p>
        </p:txBody>
      </p:sp>
      <p:sp>
        <p:nvSpPr>
          <p:cNvPr id="116" name="Google Shape;116;p4"/>
          <p:cNvSpPr txBox="1"/>
          <p:nvPr/>
        </p:nvSpPr>
        <p:spPr>
          <a:xfrm>
            <a:off x="311533" y="2087996"/>
            <a:ext cx="8436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2º PASSO – Selecionar a Ferramenta Carimbo: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ferramenta está localizada na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barra de ferramentas à esquerda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(ícone com um carimbo de borracha).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também pode ativá-la pressionando a tecla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teclado.</a:t>
            </a:r>
            <a:endParaRPr sz="1100"/>
          </a:p>
        </p:txBody>
      </p:sp>
      <p:sp>
        <p:nvSpPr>
          <p:cNvPr id="117" name="Google Shape;117;p4"/>
          <p:cNvSpPr txBox="1"/>
          <p:nvPr/>
        </p:nvSpPr>
        <p:spPr>
          <a:xfrm>
            <a:off x="311533" y="3049838"/>
            <a:ext cx="8604000" cy="20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apareça a mensagem </a:t>
            </a:r>
            <a:r>
              <a:rPr b="0" i="1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“Este objeto inteligente deve ser rasterizado antes de continuar”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clique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“Rasterizar Objeto Inteligente”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Isso acontece porque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 Inteligentes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Photoshop são camadas protegidas, usadas para preservar a qualidade da imagem original — mesmo após redimensionar ou aplicar efeitos. Porém,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ferramentas que alteram diretamente os pixels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imagem, como o Carimbo,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funcionam enquanto a camada estiver protegida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rasterizar, a camada se transforma em uma imagem comum, permitindo a edição com essas ferramentas.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CARIMBO (CLONE STAMP TOOL)</a:t>
            </a:r>
            <a:endParaRPr sz="1100"/>
          </a:p>
        </p:txBody>
      </p:sp>
      <p:sp>
        <p:nvSpPr>
          <p:cNvPr id="123" name="Google Shape;123;p5"/>
          <p:cNvSpPr txBox="1"/>
          <p:nvPr/>
        </p:nvSpPr>
        <p:spPr>
          <a:xfrm>
            <a:off x="238039" y="983735"/>
            <a:ext cx="82095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3º PASSO – Ajustar configurações do Carimbo: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barra superior (barra de opções)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você poderá configurar: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 do pincel: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clique na seta ao lado do pincel e ajuste o “Tamanho” (Size).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Dureza (Hardness):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se a borda do carimbo será suave ou dura.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Opacidade: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o quão visível será a cópia aplicada.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Modo de mesclagem (Mode):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geralmente deixe como “Normal”.</a:t>
            </a:r>
            <a:endParaRPr sz="1100"/>
          </a:p>
        </p:txBody>
      </p:sp>
      <p:sp>
        <p:nvSpPr>
          <p:cNvPr id="124" name="Google Shape;124;p5"/>
          <p:cNvSpPr txBox="1"/>
          <p:nvPr/>
        </p:nvSpPr>
        <p:spPr>
          <a:xfrm>
            <a:off x="238039" y="2595111"/>
            <a:ext cx="8562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4º PASSO – Definir ponto de origem: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Mantenha pressionada a tecla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clique sobre a área que deseja copiar.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Você verá que o cursor muda para um alvo.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5º PASSO – Clonar a área: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Solte o Alt, mova o cursor até onde deseja aplicar a cópia 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com o botão esquerdo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carimbar.</a:t>
            </a:r>
            <a:endParaRPr sz="1100"/>
          </a:p>
        </p:txBody>
      </p:sp>
      <p:sp>
        <p:nvSpPr>
          <p:cNvPr id="125" name="Google Shape;125;p5"/>
          <p:cNvSpPr txBox="1"/>
          <p:nvPr/>
        </p:nvSpPr>
        <p:spPr>
          <a:xfrm>
            <a:off x="238039" y="4014518"/>
            <a:ext cx="84027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Exemplo de uso: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Copiar um pato de um canto e “duplicar” ele em outro lugar da imagem.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Preencher uma falha no gramado.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Corrigir uma pinta ou espinha no rosto (copiando uma parte lisa da pele próxima).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✨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Resultado esperado: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Quando feito com atenção, o resultado pode ser tão natural que passa despercebido até por um observador mais atento.</a:t>
            </a:r>
            <a:endParaRPr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PINCEL DE RECUPERAÇÃO (ATALHO: J)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p6"/>
          <p:cNvSpPr txBox="1"/>
          <p:nvPr/>
        </p:nvSpPr>
        <p:spPr>
          <a:xfrm>
            <a:off x="341219" y="930089"/>
            <a:ext cx="84615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Pincel de Recuperação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ideal para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remover imperfeições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espinhas, manchas, rugas ou cicatrizes, deixando a pele mais uniforme.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Essa ferramenta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clona uma área "boa" da imagem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mistura automaticamente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 a área que será corrigida, gerando um acabamento mais natural do que o Carimbo.</a:t>
            </a:r>
            <a:endParaRPr sz="1100"/>
          </a:p>
        </p:txBody>
      </p:sp>
      <p:sp>
        <p:nvSpPr>
          <p:cNvPr id="132" name="Google Shape;132;p6"/>
          <p:cNvSpPr txBox="1"/>
          <p:nvPr/>
        </p:nvSpPr>
        <p:spPr>
          <a:xfrm>
            <a:off x="307601" y="2153397"/>
            <a:ext cx="8587500" cy="2657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 a Ferramenta Pincel de Recuperação: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Passo – Inserir a imagem: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 CS6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insira uma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foto de rosto com alguma imperfeição visível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2º Passo – Selecionar a ferramenta: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com o botão direito sobre o ícone da ferramenta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"Band-aid"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barra lateral esquerda 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Escolha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 de Recuperação (Healing Brush Tool)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menu.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3º Passo – Definir a área de amostra: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Pressione e segure a tecla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o ponteiro do mouse mudará para um "alvo".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Clique sobre uma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área limpa da pele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(sem imperfeições). Essa será sua área de amostra.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4º Passo – Aplicar na área de destino: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Solte o Alt 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ou pincele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suavemente sobre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mancha ou espinha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O Photoshop irá misturar os tons da área copiada com a pele ao redor automaticament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PINCEL DE RECUPERAÇÃO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/>
        </p:nvSpPr>
        <p:spPr>
          <a:xfrm>
            <a:off x="505106" y="1116884"/>
            <a:ext cx="8133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um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 suave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(Dureza 0%) para deixar as bordas da correção mais naturais.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Ajuste o tamanho do pincel com as teclas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[ (menor)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] (maior)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Mantenha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opacidade em 100%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um resultado mais direto, ou ajuste conforme necessário.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</a:t>
            </a: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PINCEL DE RECUPERAÇÃO PARA MANCHAS 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8"/>
          <p:cNvSpPr txBox="1"/>
          <p:nvPr/>
        </p:nvSpPr>
        <p:spPr>
          <a:xfrm>
            <a:off x="214064" y="943170"/>
            <a:ext cx="82263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Pincel de Recuperação para Manchas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é muito eficiente para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remoções rápidas de imperfeições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como espinhas, manchas ou sujeiras em fotos.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Diferente do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 de Recuperação comum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essa ferramenta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não exige a definição manual da área de origem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—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 escolhe automaticamente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os melhores pixels próximos para substituir a área corrigida, usando algoritmos inteligentes.</a:t>
            </a:r>
            <a:endParaRPr sz="1100"/>
          </a:p>
        </p:txBody>
      </p:sp>
      <p:sp>
        <p:nvSpPr>
          <p:cNvPr id="145" name="Google Shape;145;p8"/>
          <p:cNvSpPr txBox="1"/>
          <p:nvPr/>
        </p:nvSpPr>
        <p:spPr>
          <a:xfrm>
            <a:off x="214064" y="2240629"/>
            <a:ext cx="8402700" cy="2842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 a Ferramenta Pincel de Recuperação para Manchas: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Passo – Abrir a imagem: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o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insira uma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imagem com alguma imperfeição visível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(como manchas no rosto).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2º Passo – Selecionar a ferramenta: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Pressione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clique com o botão direito no ícone de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"Band-aid"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barra de ferramentas (à esquerda).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Escolha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 de Recuperação para Manchas (Spot Healing Brush Tool)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3º Passo – Configurar o pincel: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barra superior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(abaixo dos menus), ajuste: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 do pincel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(compatível com o tamanho da imperfeição)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Dureza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(deixe em 0% para bordas suaves)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Tipo de substituição: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Certifique-se de que esteja marcado como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"Content-Aware" (Preenchimento sensível ao conteúdo)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4º Passo – Aplicar o efeito:</a:t>
            </a:r>
            <a:b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ou passe suavemente o pincel sobre 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área com imperfeição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O Photoshop substituirá automaticamente com base na área ao redor.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PINCEL DE RECUPERAÇÃO PARA MANCHAS 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9"/>
          <p:cNvSpPr txBox="1"/>
          <p:nvPr/>
        </p:nvSpPr>
        <p:spPr>
          <a:xfrm>
            <a:off x="421062" y="1107541"/>
            <a:ext cx="8301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 importantes: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 Zoom (Ctrl + +)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aplicar com mais precisão.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Adicione uma nova camada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antes de começar: vá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Camada &gt; Nova &gt; Camada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marque a opção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“Usar todas as camadas”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barra superior da ferramenta.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resultado fica mais natural em áreas com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textura parecida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PINCEL DE RECUPERAÇÃO PARA MANCHAS 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10"/>
          <p:cNvSpPr txBox="1"/>
          <p:nvPr/>
        </p:nvSpPr>
        <p:spPr>
          <a:xfrm>
            <a:off x="421062" y="1107541"/>
            <a:ext cx="83019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 importantes: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 Zoom (Ctrl + +)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aplicar com mais precisão.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Adicione uma nova camada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antes de começar: vá em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Camada &gt; Nova &gt; Camada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marque a opção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“Usar todas as camadas”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barra superior da ferramenta.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resultado fica mais natural em áreas com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textura parecida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1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CORREÇÃO 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3" name="Google Shape;163;p11"/>
          <p:cNvSpPr txBox="1"/>
          <p:nvPr/>
        </p:nvSpPr>
        <p:spPr>
          <a:xfrm>
            <a:off x="231963" y="968784"/>
            <a:ext cx="8562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Correção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substituir áreas indesejadas de uma imagem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como manchas ou falhas, por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outras partes semelhantes da própria imagem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Ela funciona como um laço: você seleciona a área com problema e arrasta essa seleção para outra região que será usada como base de correção</a:t>
            </a:r>
            <a:endParaRPr sz="1100"/>
          </a:p>
        </p:txBody>
      </p:sp>
      <p:sp>
        <p:nvSpPr>
          <p:cNvPr id="164" name="Google Shape;164;p11"/>
          <p:cNvSpPr txBox="1"/>
          <p:nvPr/>
        </p:nvSpPr>
        <p:spPr>
          <a:xfrm>
            <a:off x="231963" y="2061021"/>
            <a:ext cx="8680200" cy="30888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 a Ferramenta Correção no Photoshop CS6: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Passo – Abrir uma imagem: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o Photoshop e insira uma imagem que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tenha alguma imperfeição visível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como uma mancha ou parte do fundo danificada.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2º Passo – Selecionar a ferramenta: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não estiver visível a Ferramenta Correção, clique com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do mouse sobre o ícone do “band-aid” na barra lateral esquerda e selecione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"Ferramenta Correção (Patch Tool)"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3º Passo – Selecionar a área com defeito: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arraste o cursor ao redor da mancha ou imperfeição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 Vai aparecer uma linha de seleção ao redor.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4º Passo – Arrastar para área saudável: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dentro da área selecionada 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arraste a seleção até uma região da imagem que esteja limpa e parecida com o entorno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área original.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➡️ O Photoshop substituirá automaticamente a mancha pela nova área copiada.</a:t>
            </a:r>
            <a:endParaRPr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3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CORREÇÃO 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3"/>
          <p:cNvSpPr txBox="1"/>
          <p:nvPr/>
        </p:nvSpPr>
        <p:spPr>
          <a:xfrm>
            <a:off x="534521" y="1036802"/>
            <a:ext cx="80751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 para um resultado mais natural: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imagens com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áreas homogêneas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(céu, pele, grama etc.) para facilitar a substituição.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 Zoom (Ctrl + +)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selecionar com mais precisão.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Na barra superior, verifique se está marcada a opção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"Origem" (Source)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modo de correção.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quiser suavizar os resultados, depois use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 de Recuperação para Manchas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retocar.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4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Mover Sensível ao Conteúdo (Content-Aware Move Tool) </a:t>
            </a:r>
            <a:endParaRPr sz="1100"/>
          </a:p>
        </p:txBody>
      </p:sp>
      <p:sp>
        <p:nvSpPr>
          <p:cNvPr id="176" name="Google Shape;176;p14"/>
          <p:cNvSpPr/>
          <p:nvPr/>
        </p:nvSpPr>
        <p:spPr>
          <a:xfrm>
            <a:off x="534572" y="1163423"/>
            <a:ext cx="8264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Mover Sensível ao Conteúdo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permite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mover um objeto ou pessoa dentro da imagem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Photoshop preenche automaticamente o espaço vazio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combinando o fundo original.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Ideal para deslocar elementos sem deixar falhas visuais.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usar a Ferramenta Mover Sensível ao Conteúdo no Photoshop CS6: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2" name="Google Shape;182;p15"/>
          <p:cNvSpPr txBox="1"/>
          <p:nvPr/>
        </p:nvSpPr>
        <p:spPr>
          <a:xfrm>
            <a:off x="179675" y="1101793"/>
            <a:ext cx="8784600" cy="37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 a Ferramenta Mover Sensível ao Conteúdo no Photoshop CS6: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Passo – Abrir a imagem: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o Photoshop.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Insira uma imagem com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objetos ou pessoas separadas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como duas pessoas distantes uma da outra.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2º Passo – Selecionar o objeto com o Laço Magnético (L):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barra de ferramentas lateral esquerda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clique com o botão direito no ícone de laço e selecione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“Laço Magnético” (Magnetic Lasso Tool)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Contorne com cuidado o objeto ou pessoa que deseja mover.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3º Passo – Expandir a seleção (opcional, mas recomendado):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o menu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Selecionar (Select)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no topo.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em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Modificar (Modify)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&gt;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Expandir (Expand)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Na caixa que aparece, digite um valor entre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 a 10 pixels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para garantir que pequenos detalhes próximos também sejam incluídos.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4º Passo – Selecionar a ferramenta de Mover Sensível ao Conteúdo: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Selecione a ferramenta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"Mover Sensível ao Conteúdo"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(Content-Aware Move Tool). Ela fica agrupada com as ferramentas de recuperação.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 não estiver visível, clique com o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botão direito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sobre o ícone do “band-aid” e selecione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Mover Sensível ao Conteúdo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5º Passo – Mover o objeto: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dentro da área selecionada e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arraste para a nova posição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desejada.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Char char="•"/>
            </a:pP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Ao soltar, o Photoshop irá automaticamente tentar </a:t>
            </a:r>
            <a:r>
              <a:rPr b="1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preencher a área original com base no fundo ao redor</a:t>
            </a:r>
            <a:r>
              <a:rPr b="0" i="0" lang="en-US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Como usar a Ferramenta Mover Sensível ao Conteúdo no Photoshop CS6:</a:t>
            </a:r>
            <a:endParaRPr b="1" i="0" sz="14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8" name="Google Shape;188;p16"/>
          <p:cNvSpPr txBox="1"/>
          <p:nvPr/>
        </p:nvSpPr>
        <p:spPr>
          <a:xfrm>
            <a:off x="610160" y="1126422"/>
            <a:ext cx="7999200" cy="13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Dicas importantes: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Após mover, pressione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Enter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confirmar a ação e deixar o Photoshop aplicar o preenchimento.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com fundos neutros (grama, céu, parede) para melhores resultados.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o preenchimento não fique perfeito, use ferramentas como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Carimbo (S)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ou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 de Recuperação para Manchas (J)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retocar.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Olhos Vermelhos </a:t>
            </a:r>
            <a:endParaRPr sz="1100"/>
          </a:p>
        </p:txBody>
      </p:sp>
      <p:sp>
        <p:nvSpPr>
          <p:cNvPr id="194" name="Google Shape;194;p17"/>
          <p:cNvSpPr txBox="1"/>
          <p:nvPr/>
        </p:nvSpPr>
        <p:spPr>
          <a:xfrm>
            <a:off x="210856" y="1104181"/>
            <a:ext cx="8604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efeito de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olhos vermelhos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ocorre quando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flash da câmera reflete diretamente nos vasos sanguíneos da retina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deixando as pupilas avermelhadas.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 ferramenta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"Olhos Vermelhos"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corrige esse efeito com apenas um clique, devolvendo o tom natural da pupila de forma rápida e precisa.</a:t>
            </a:r>
            <a:endParaRPr sz="1100"/>
          </a:p>
        </p:txBody>
      </p:sp>
      <p:sp>
        <p:nvSpPr>
          <p:cNvPr id="195" name="Google Shape;195;p17"/>
          <p:cNvSpPr txBox="1"/>
          <p:nvPr/>
        </p:nvSpPr>
        <p:spPr>
          <a:xfrm>
            <a:off x="202454" y="2104455"/>
            <a:ext cx="8612700" cy="2950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Como usar a Ferramenta Olhos Vermelhos no Photoshop CS6: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1º Passo – Abrir a imagem: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Inicie o Photoshop.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Vá até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Arquivo &gt; Abrir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selecione a foto com olhos vermelhos.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2º Passo – Duplicar a camada (boa prática):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 painel de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Camadas (Layers)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clique com o botão direito sobre a camada da imagem e selecione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"Duplicar Camada"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Trabalhar na cópia evita perda da imagem original.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3º Passo – Selecionar a Ferramenta Olhos Vermelhos: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 segure o ícone de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curativo (band-aid)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até encontrar e selecionar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“Ferramenta Olhos Vermelhos” (Red Eye Tool)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4º Passo – Ajustar as configurações na barra superior: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 da Pupila (Pupil Size):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controla o diâmetro da correção. Comece com valores entre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30% a 50%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Escurecimento (Darken Amount):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define quanto será escurecido. Valores entre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70% e 80%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funcionam bem na maioria das imagens.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5º Passo – Corrigir os olhos vermelhos:</a:t>
            </a:r>
            <a:endParaRPr b="1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47650" lvl="0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•"/>
            </a:pPr>
            <a:r>
              <a:rPr b="1" lang="en-US" sz="1100"/>
              <a:t>Caso peça para rasterizar  o objeto clique em ok</a:t>
            </a:r>
            <a:endParaRPr b="1"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Agora, basta </a:t>
            </a:r>
            <a:r>
              <a:rPr b="1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clicar diretamente sobre a área vermelha da pupila</a:t>
            </a: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8415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•"/>
            </a:pPr>
            <a:r>
              <a:rPr b="0" i="0" lang="en-US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Photoshop fará automaticamente a substituição da cor vermelha por preto (ou cinza escuro), mantendo o contorno do olho natural.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Ferramenta Olhos Vermelhos </a:t>
            </a:r>
            <a:endParaRPr sz="1100"/>
          </a:p>
        </p:txBody>
      </p:sp>
      <p:sp>
        <p:nvSpPr>
          <p:cNvPr id="201" name="Google Shape;201;p18"/>
          <p:cNvSpPr txBox="1"/>
          <p:nvPr/>
        </p:nvSpPr>
        <p:spPr>
          <a:xfrm>
            <a:off x="460664" y="1530376"/>
            <a:ext cx="81699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Dica bônus: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Caso o clique direto não funcione corretamente,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clique e arraste para criar uma área de seleção manual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ao redor do olho. Isso força o Photoshop a aplicar o efeito apenas dentro da área selecionada.</a:t>
            </a:r>
            <a:endParaRPr sz="1100"/>
          </a:p>
        </p:txBody>
      </p:sp>
      <p:sp>
        <p:nvSpPr>
          <p:cNvPr id="202" name="Google Shape;202;p18"/>
          <p:cNvSpPr txBox="1"/>
          <p:nvPr/>
        </p:nvSpPr>
        <p:spPr>
          <a:xfrm>
            <a:off x="460664" y="2451074"/>
            <a:ext cx="8486700" cy="7182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Observação importante:</a:t>
            </a:r>
            <a:endParaRPr sz="1100"/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Use o atalho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Ctrl + Z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desfazer, caso a correção não fique ideal.</a:t>
            </a:r>
            <a:b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Aumente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Zoom (Ctrl + +)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mais precisão ao clicar nos olhos.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9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PHOTOSHOP CS6 EXTENDED </a:t>
            </a:r>
            <a:endParaRPr sz="1100"/>
          </a:p>
        </p:txBody>
      </p:sp>
      <p:sp>
        <p:nvSpPr>
          <p:cNvPr id="208" name="Google Shape;208;p19"/>
          <p:cNvSpPr/>
          <p:nvPr/>
        </p:nvSpPr>
        <p:spPr>
          <a:xfrm>
            <a:off x="302455" y="1210316"/>
            <a:ext cx="8591700" cy="7695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Tema: Ferramentas de Retoque e Correção de Imagens</a:t>
            </a:r>
            <a:endParaRPr sz="1100"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Utilizando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tudo o que foi aprendido na aula de hoje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baixe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 imagens diferentes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da internet (ou use imagens pessoais, se preferir) e siga os passos abaixo: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9" name="Google Shape;209;p19"/>
          <p:cNvSpPr txBox="1"/>
          <p:nvPr/>
        </p:nvSpPr>
        <p:spPr>
          <a:xfrm>
            <a:off x="310862" y="2066798"/>
            <a:ext cx="8444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1ª IMAGEM – FERRAMENTA CARIMBO (S)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Copie uma parte da imagem e cole em outra área com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Carimbo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Lembre-se: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Segure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clique na área de origem. Depois, pinte sobre a área de destino.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Ajuste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 e dureza do pincel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conforme a imagem.</a:t>
            </a:r>
            <a:endParaRPr sz="1100"/>
          </a:p>
        </p:txBody>
      </p:sp>
      <p:sp>
        <p:nvSpPr>
          <p:cNvPr id="210" name="Google Shape;210;p19"/>
          <p:cNvSpPr txBox="1"/>
          <p:nvPr/>
        </p:nvSpPr>
        <p:spPr>
          <a:xfrm>
            <a:off x="294053" y="3206057"/>
            <a:ext cx="8394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2ª IMAGEM – PINCEL DE RECUPERAÇÃO (J)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Pincel de Recuperação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corrigir uma imperfeição visível.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Segure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Alt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definir a área de amostra e depois clique na área a ser corrigida.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Ex: manchas, espinhas, falhas no cenário etc.</a:t>
            </a:r>
            <a:endParaRPr sz="1100"/>
          </a:p>
        </p:txBody>
      </p:sp>
      <p:sp>
        <p:nvSpPr>
          <p:cNvPr id="211" name="Google Shape;211;p19"/>
          <p:cNvSpPr txBox="1"/>
          <p:nvPr/>
        </p:nvSpPr>
        <p:spPr>
          <a:xfrm>
            <a:off x="302455" y="4345323"/>
            <a:ext cx="84531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3ª IMAGEM – PINCEL DE RECUPERAÇÃO PARA MANCHAS (J)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Utilize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de Recuperação para Manchas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remover pequenos defeitos.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Basta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clicar sobre a área afetada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, e o Photoshop escolherá os melhores pixels para substituir automaticamente.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0"/>
          <p:cNvSpPr/>
          <p:nvPr/>
        </p:nvSpPr>
        <p:spPr>
          <a:xfrm>
            <a:off x="0" y="0"/>
            <a:ext cx="9144000" cy="876900"/>
          </a:xfrm>
          <a:prstGeom prst="rect">
            <a:avLst/>
          </a:prstGeom>
          <a:solidFill>
            <a:srgbClr val="3B5998"/>
          </a:solidFill>
          <a:ln cap="flat" cmpd="sng" w="19050">
            <a:solidFill>
              <a:srgbClr val="3B5998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35550" lIns="71100" spcFirstLastPara="1" rIns="71100" wrap="square" tIns="3555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ATIVIDADE – PHOTOSHOP CS6 EXTENDED </a:t>
            </a:r>
            <a:endParaRPr sz="1100"/>
          </a:p>
        </p:txBody>
      </p:sp>
      <p:sp>
        <p:nvSpPr>
          <p:cNvPr id="217" name="Google Shape;217;p20"/>
          <p:cNvSpPr txBox="1"/>
          <p:nvPr/>
        </p:nvSpPr>
        <p:spPr>
          <a:xfrm>
            <a:off x="265036" y="876822"/>
            <a:ext cx="8436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4ª IMAGEM – FERRAMENTA CORREÇÃO (J)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Faça uma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seleção em uma mancha ou objeto indesejado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e arraste para a área que será usada como referência.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conteúdo será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mesclado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automaticamente com o novo local.</a:t>
            </a:r>
            <a:endParaRPr sz="1100"/>
          </a:p>
        </p:txBody>
      </p:sp>
      <p:sp>
        <p:nvSpPr>
          <p:cNvPr id="218" name="Google Shape;218;p20"/>
          <p:cNvSpPr txBox="1"/>
          <p:nvPr/>
        </p:nvSpPr>
        <p:spPr>
          <a:xfrm>
            <a:off x="265036" y="1997412"/>
            <a:ext cx="84363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5ª IMAGEM – MOVER SENSÍVEL AO CONTEÚDO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de laço magnético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selecionar um elemento da imagem e depois mova usando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Mover Sensível ao Conteúdo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 Photoshop tentará preencher automaticamente o fundo deixado para trás.</a:t>
            </a:r>
            <a:endParaRPr sz="1100"/>
          </a:p>
        </p:txBody>
      </p:sp>
      <p:sp>
        <p:nvSpPr>
          <p:cNvPr id="219" name="Google Shape;219;p20"/>
          <p:cNvSpPr txBox="1"/>
          <p:nvPr/>
        </p:nvSpPr>
        <p:spPr>
          <a:xfrm>
            <a:off x="265036" y="3230053"/>
            <a:ext cx="8444700" cy="9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🔹 6ª IMAGEM – FERRAMENTA OLHOS VERMELHOS</a:t>
            </a:r>
            <a:endParaRPr sz="1100"/>
          </a:p>
          <a:p>
            <a:pPr indent="0" lvl="1" marL="355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Abra uma imagem com olhos vermelhos (ou simule esse efeito com edição).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Use 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ferramenta Olhos Vermelhos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remover o efeito.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Ajuste o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tamanho da pupila e intensidade de escurecimento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sz="1100"/>
          </a:p>
        </p:txBody>
      </p:sp>
      <p:sp>
        <p:nvSpPr>
          <p:cNvPr id="220" name="Google Shape;220;p20"/>
          <p:cNvSpPr txBox="1"/>
          <p:nvPr/>
        </p:nvSpPr>
        <p:spPr>
          <a:xfrm>
            <a:off x="265036" y="4230330"/>
            <a:ext cx="8444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35550" lIns="71100" spcFirstLastPara="1" rIns="71100" wrap="square" tIns="3555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Observações: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Crie uma </a:t>
            </a:r>
            <a:r>
              <a:rPr b="1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pasta com seu nome</a:t>
            </a: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para salvar todas as edições.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Nomeie os arquivos de forma organizada, como:</a:t>
            </a:r>
            <a:endParaRPr sz="1100"/>
          </a:p>
          <a:p>
            <a:pPr indent="-177800" lvl="1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1_Carimbo.jpg, 2_PincelRecuperacao.jpg, 3_Manchas.jpg etc.</a:t>
            </a:r>
            <a:endParaRPr sz="1100"/>
          </a:p>
          <a:p>
            <a:pPr indent="-177800" lvl="0" marL="177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•"/>
            </a:pPr>
            <a:r>
              <a:rPr b="0" i="0" lang="en-US" sz="14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Apresente suas imagens ao professor ao final da atividade.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Tema do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2025-04-18T19:16:35Z</dcterms:created>
  <dc:creator>leo Souza</dc:creator>
</cp:coreProperties>
</file>