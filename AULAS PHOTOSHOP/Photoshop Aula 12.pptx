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715000" cx="9144000"/>
  <p:notesSz cx="6858000" cy="9144000"/>
  <p:embeddedFontLst>
    <p:embeddedFont>
      <p:font typeface="Play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PzAeGZAhaOkJJOSc15jGJepRS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DEDF9D-FE91-41EF-ADFC-C48B12501B38}">
  <a:tblStyle styleId="{48DEDF9D-FE91-41EF-ADFC-C48B12501B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PALETA HISTÓRICO</a:t>
            </a:r>
            <a:endParaRPr sz="1100"/>
          </a:p>
        </p:txBody>
      </p:sp>
      <p:sp>
        <p:nvSpPr>
          <p:cNvPr id="97" name="Google Shape;97;p2"/>
          <p:cNvSpPr txBox="1"/>
          <p:nvPr/>
        </p:nvSpPr>
        <p:spPr>
          <a:xfrm>
            <a:off x="251302" y="1020272"/>
            <a:ext cx="8720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Paleta Histórico?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Histórico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todos os passos que você fez em um projeto, desde que abriu o arquivo. É como uma “máquina do tempo”: você pode voltar a um estado anterior se cometer algum erro.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251302" y="1877096"/>
            <a:ext cx="8551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a Paleta Histórico: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Photoshop.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 e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que se abre,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Histórico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51301" y="3339034"/>
            <a:ext cx="8551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vai ver: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lista com cada ação que você fez no arquivo (por exemplo: “Abrir”, “Pincel”, “Mover”, “Preencher”...).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quadradinho de seleção ao lado da etapa atual.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você clicar numa ação anterior, o Photoshop volta o projeto para aquele ponto.</a:t>
            </a:r>
            <a:endParaRPr sz="1100"/>
          </a:p>
        </p:txBody>
      </p:sp>
      <p:sp>
        <p:nvSpPr>
          <p:cNvPr id="100" name="Google Shape;100;p2"/>
          <p:cNvSpPr/>
          <p:nvPr/>
        </p:nvSpPr>
        <p:spPr>
          <a:xfrm>
            <a:off x="251301" y="4439514"/>
            <a:ext cx="87204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Importante: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Histórico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só guarda as ações da sessão atual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Se você fechar o arquivo, o histórico é apagado.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padrão, o Photoshop guarda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passos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Dá pra aumentar isso indo em: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Editar &gt; Preferências &gt; Desempenho e ajustar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Nível de Histórico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(mas isso consome mais memória do PC).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AÇÕES</a:t>
            </a:r>
            <a:endParaRPr sz="1100"/>
          </a:p>
        </p:txBody>
      </p:sp>
      <p:sp>
        <p:nvSpPr>
          <p:cNvPr id="106" name="Google Shape;106;p3"/>
          <p:cNvSpPr txBox="1"/>
          <p:nvPr/>
        </p:nvSpPr>
        <p:spPr>
          <a:xfrm>
            <a:off x="315107" y="1519633"/>
            <a:ext cx="8513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Guia Ações?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Paleta de Ações)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automatizar tarefas repetitivas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Você grava uma sequência de comandos (como aplicar filtros, redimensionar, salvar) e depois aplica tudo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clique só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outros arquivos.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criar um "botão mágico" que faz várias coisas de uma vez.</a:t>
            </a:r>
            <a:endParaRPr sz="1100"/>
          </a:p>
        </p:txBody>
      </p:sp>
      <p:sp>
        <p:nvSpPr>
          <p:cNvPr id="107" name="Google Shape;107;p3"/>
          <p:cNvSpPr txBox="1"/>
          <p:nvPr/>
        </p:nvSpPr>
        <p:spPr>
          <a:xfrm>
            <a:off x="315107" y="3286972"/>
            <a:ext cx="8513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a Guia Ações: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Photoshop aberto, vá até o menu superior: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que aparece,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AÇÕES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73797" y="933897"/>
            <a:ext cx="84762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vai ver: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lista com ações prontas (como “Salvar para Web” ou “Imagem em Sepia”).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Botões na parte de baixo: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▶️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(Executar ação selecionada)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🔴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Gravar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(Começa a gravar uma nova ação)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🛑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(Interrompe a gravação)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📄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 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(Cria uma ação personalizada)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🗑️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 ação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73797" y="2857500"/>
            <a:ext cx="47874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uma ação personalizada (Passo a Passo):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uma imagem qualquer.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Ações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(Janela &gt; Ações).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botão 📄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nova ação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folha).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Dê um nome (ex: “Filtro Preto e Branco”) e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Gravar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partir de agora, tudo que você fizer será gravado: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 vá em Imagem &gt; Ajustes &gt; Preto e Branco.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terminar, clique no botão 🛑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quadrado).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sua ação aparece na lista e pode ser usada com um clique.</a:t>
            </a:r>
            <a:endParaRPr sz="1100"/>
          </a:p>
        </p:txBody>
      </p:sp>
      <p:sp>
        <p:nvSpPr>
          <p:cNvPr id="115" name="Google Shape;115;p4"/>
          <p:cNvSpPr txBox="1"/>
          <p:nvPr/>
        </p:nvSpPr>
        <p:spPr>
          <a:xfrm>
            <a:off x="4961089" y="4483893"/>
            <a:ext cx="4182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Como usar uma ação já criada: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ação na lista.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botão ▶️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Executar 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play).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Pronto! O Photoshop aplica tudo automaticamente.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PALETA CAMADAS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204330" y="1156590"/>
            <a:ext cx="87579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Paleta Camadas?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Camadas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é o coração de qualquer projeto no Photoshop.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os elementos visuais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(texto, imagens, efeitos, recortes...)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 separadas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podem ser editadas independentemente.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Pense como se fosse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sanduíche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cada camada é um ingrediente (texto, cor, imagem) e você pode mudar ou esconder qualquer um sem bagunçar os outros.</a:t>
            </a:r>
            <a:endParaRPr sz="1100"/>
          </a:p>
        </p:txBody>
      </p:sp>
      <p:sp>
        <p:nvSpPr>
          <p:cNvPr id="122" name="Google Shape;122;p5"/>
          <p:cNvSpPr txBox="1"/>
          <p:nvPr/>
        </p:nvSpPr>
        <p:spPr>
          <a:xfrm>
            <a:off x="204330" y="2745597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a Paleta Camadas: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no menu superior: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que aparece,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PALETA CAMADAS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29174" y="1073678"/>
            <a:ext cx="89085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vai ver: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lista de todas as camadas do seu projeto (fundo, textos, recortes...).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lado de cada camada (serve para mostrar ou esconder).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Camadas com miniatura (visualização do conteúdo).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plano de fundo geralmente vem como “Fundo” ou “Background”.</a:t>
            </a:r>
            <a:endParaRPr sz="1100"/>
          </a:p>
        </p:txBody>
      </p:sp>
      <p:sp>
        <p:nvSpPr>
          <p:cNvPr id="129" name="Google Shape;129;p6"/>
          <p:cNvSpPr txBox="1"/>
          <p:nvPr/>
        </p:nvSpPr>
        <p:spPr>
          <a:xfrm>
            <a:off x="129174" y="2347752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importantes da Paleta Camadas:</a:t>
            </a:r>
            <a:endParaRPr sz="1100"/>
          </a:p>
        </p:txBody>
      </p:sp>
      <p:graphicFrame>
        <p:nvGraphicFramePr>
          <p:cNvPr id="130" name="Google Shape;130;p6"/>
          <p:cNvGraphicFramePr/>
          <p:nvPr/>
        </p:nvGraphicFramePr>
        <p:xfrm>
          <a:off x="129174" y="2698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{48DEDF9D-FE91-41EF-ADFC-C48B12501B38}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Ícone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Função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🔒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Bloqueia a camada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👁️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ou oculta a camada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🗑️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Exclui a camada selecionada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📄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Cria uma nova camada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⚙️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opções de mesclagem, opacidade e efeitos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6"/>
          <p:cNvSpPr txBox="1"/>
          <p:nvPr/>
        </p:nvSpPr>
        <p:spPr>
          <a:xfrm>
            <a:off x="75154" y="4641323"/>
            <a:ext cx="90687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Rápidas: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camadas para mudar a ordem delas.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duas vezes no nome da camada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renomeá-la.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Dá pra aplicar efeitos (como sombra, brilho, relevo) clicando com o botão direito e escolhendo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de Mesclagem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CANAIS</a:t>
            </a:r>
            <a:endParaRPr sz="1100"/>
          </a:p>
        </p:txBody>
      </p:sp>
      <p:sp>
        <p:nvSpPr>
          <p:cNvPr id="137" name="Google Shape;137;p7"/>
          <p:cNvSpPr txBox="1"/>
          <p:nvPr/>
        </p:nvSpPr>
        <p:spPr>
          <a:xfrm>
            <a:off x="239951" y="1073678"/>
            <a:ext cx="86640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Canais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mostra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de cor da imagem separadas por canais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canal representa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primária do modo de cor 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RGB ou CMYK.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exemplo: no modo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imagem é dividida em 3 canais: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🔴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Vermelho (Red)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🔵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Azul (Blue)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🟢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 (Green)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canais juntos formam a imagem colorida.</a:t>
            </a:r>
            <a:endParaRPr sz="1100"/>
          </a:p>
        </p:txBody>
      </p:sp>
      <p:sp>
        <p:nvSpPr>
          <p:cNvPr id="138" name="Google Shape;138;p7"/>
          <p:cNvSpPr txBox="1"/>
          <p:nvPr/>
        </p:nvSpPr>
        <p:spPr>
          <a:xfrm>
            <a:off x="239951" y="2411569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a Guia Canais: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Photoshop aberto, vá no menu superior: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menu,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</p:txBody>
      </p:sp>
      <p:sp>
        <p:nvSpPr>
          <p:cNvPr id="139" name="Google Shape;139;p7"/>
          <p:cNvSpPr txBox="1"/>
          <p:nvPr/>
        </p:nvSpPr>
        <p:spPr>
          <a:xfrm>
            <a:off x="239951" y="3728456"/>
            <a:ext cx="87693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vai ver: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lista com os canais disponíveis: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CMYK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for impressão).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separados.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você clica em um canal, ele aparece em preto e branco.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onde tem mais da cor.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onde tem menos da cor.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canal composto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(RGB ou CMYK) aparece em cima e mostra a imagem completa.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CANAIS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1123036" y="2241947"/>
            <a:ext cx="6897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 isso na prática?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áreas com base na intensidade de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máscaras de contraste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recortes mais precisos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especialmente com cabelos ou elementos finos.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Ajustes profissionais de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(modo CMYK).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DEMARCADORES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279487" y="1164729"/>
            <a:ext cx="8429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Guia Demarcadores?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Demarcadores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mostra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caminhos vetoriais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criados dentro do Photoshop.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é usada principalmente para: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recortes precisos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(Pen Tool).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vetoriais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personalizadas.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Transformar seleções em vetores reutilizáveis.</a:t>
            </a:r>
            <a:endParaRPr sz="1100"/>
          </a:p>
        </p:txBody>
      </p:sp>
      <p:sp>
        <p:nvSpPr>
          <p:cNvPr id="152" name="Google Shape;152;p9"/>
          <p:cNvSpPr txBox="1"/>
          <p:nvPr/>
        </p:nvSpPr>
        <p:spPr>
          <a:xfrm>
            <a:off x="279487" y="2697127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para quem precisa de um recorte limpo (como cabelo, logos, embalagens ou objetos com contornos definidos)</a:t>
            </a:r>
            <a:endParaRPr sz="1100"/>
          </a:p>
        </p:txBody>
      </p:sp>
      <p:sp>
        <p:nvSpPr>
          <p:cNvPr id="153" name="Google Shape;153;p9"/>
          <p:cNvSpPr txBox="1"/>
          <p:nvPr/>
        </p:nvSpPr>
        <p:spPr>
          <a:xfrm>
            <a:off x="279486" y="3518035"/>
            <a:ext cx="8429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a Guia Demarcadores: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superior: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que se abre,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Demarcadores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DEMARCADORES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194936" y="1093960"/>
            <a:ext cx="8852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verá na Guia Demarcadores: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Caminho de Trabalho (Work Path)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 o caminho que está sendo editado no momento.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Caminhos salvos com nomes personalizados.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Ícones na parte inferior: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📄 Criar novo demarcador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🗑️ Excluir demarcador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🔁 Converter caminho em seleção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➕ Carregar caminho como seleção</a:t>
            </a:r>
            <a:endParaRPr sz="1100"/>
          </a:p>
        </p:txBody>
      </p:sp>
      <p:sp>
        <p:nvSpPr>
          <p:cNvPr id="160" name="Google Shape;160;p10"/>
          <p:cNvSpPr/>
          <p:nvPr/>
        </p:nvSpPr>
        <p:spPr>
          <a:xfrm>
            <a:off x="194936" y="3305234"/>
            <a:ext cx="82203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Demarcador com a Caneta (Passo a Passo):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ferramenta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Atalho: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vá em Barra de ferramentas &gt; Caneta (ícone de caneta-tinteiro).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ao redor do objeto para criar pontos de ancoragem.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curvas, clique 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Automaticamente, o Photoshop vai criar 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 de Trabalho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Demarcadores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terminar, clique com o botão direito sobre o caminho e escolha: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Seleção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Traçar Caminho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DEMARCADORES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439194" y="1251724"/>
            <a:ext cx="8466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Caminhos não são visíveis na imagem final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eles são apenas guias.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salvar um caminho clicando duas vezes no “Caminho de Trabalho” e dando um nome.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um caminho salvo, é possível reutilizar a seleção sempre que quiser.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ADICIONANDO CAMADAS NO PHOTOSHOP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70667" y="1103658"/>
            <a:ext cx="85098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significa “Adicionar Camadas”?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Photoshop,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uma camada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colocar uma nova folha transparente sobre o seu projeto.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desenhar, escrever ou colar algo nela sem mexer nas outras.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te dá controle total sobre cada elemento da sua arte.</a:t>
            </a:r>
            <a:endParaRPr sz="1100"/>
          </a:p>
        </p:txBody>
      </p:sp>
      <p:sp>
        <p:nvSpPr>
          <p:cNvPr id="173" name="Google Shape;173;p12"/>
          <p:cNvSpPr/>
          <p:nvPr/>
        </p:nvSpPr>
        <p:spPr>
          <a:xfrm>
            <a:off x="170667" y="2245312"/>
            <a:ext cx="7438800" cy="29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adicionar uma nova camada: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1 – Pela Paleta Camadas: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Camadas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(Janela &gt; Camadas ou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F7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parte inferior da paleta, clique no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de folha dobrada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📄: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botão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“Criar nova camada”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nova camada aparece no topo da lista como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“Camada 1”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“Layer 1”).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🟡 Opção 2 – Pelo menu: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Camada &gt; Nova &gt; Camada…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janela aparece para dar nome, cor e modo da nova camada.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EXCLUIR CAMADAS NO PHOTOSHOP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147964" y="876822"/>
            <a:ext cx="8363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significa “Excluir Camadas”?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 uma camada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significa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completamente um elemento do seu projeto — seja um texto, uma imagem ou um desenho.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útil para apagar partes que não precisa mais, limpar o projeto ou corrigir erros</a:t>
            </a:r>
            <a:endParaRPr sz="1100"/>
          </a:p>
        </p:txBody>
      </p:sp>
      <p:sp>
        <p:nvSpPr>
          <p:cNvPr id="180" name="Google Shape;180;p13"/>
          <p:cNvSpPr txBox="1"/>
          <p:nvPr/>
        </p:nvSpPr>
        <p:spPr>
          <a:xfrm>
            <a:off x="147964" y="1987860"/>
            <a:ext cx="86265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excluir uma camada: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1 – Pela Paleta Camadas: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Camadas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(abra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F7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estiver fechada).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camada que deseja excluir clicando nela.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da lixeira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🗑️ na parte inferior da paleta.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Confirme se o Photoshop perguntar.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2 – Botão direito: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camada desejada.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“Excluir Camada…”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Layer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Confirme se necessário</a:t>
            </a:r>
            <a:endParaRPr sz="1100"/>
          </a:p>
        </p:txBody>
      </p:sp>
      <p:sp>
        <p:nvSpPr>
          <p:cNvPr id="181" name="Google Shape;181;p13"/>
          <p:cNvSpPr txBox="1"/>
          <p:nvPr/>
        </p:nvSpPr>
        <p:spPr>
          <a:xfrm>
            <a:off x="214507" y="4483893"/>
            <a:ext cx="86265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de cuidado: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vez excluída, a camada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pode ser desfeita se você já tiver feito muitas outras ações depois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Mas dá pra recuperar logo após se você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(desfazer) 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RENOMEAR UMA CAMADA no Photoshop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138568" y="970482"/>
            <a:ext cx="87579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significa “Renomear uma Camada”?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Renomear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camada é trocar aquele nome genérico (tipo "Camada 1", "Layer 2", etc.) por um nome que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identifique melhor o conteúdo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camada.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facilita muito a organização, principalmente em projetos com muitas camadas.</a:t>
            </a:r>
            <a:endParaRPr sz="1100"/>
          </a:p>
        </p:txBody>
      </p:sp>
      <p:sp>
        <p:nvSpPr>
          <p:cNvPr id="189" name="Google Shape;189;p14"/>
          <p:cNvSpPr/>
          <p:nvPr/>
        </p:nvSpPr>
        <p:spPr>
          <a:xfrm>
            <a:off x="138568" y="2025943"/>
            <a:ext cx="8757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1 – Clique Duplo no Nome: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Camadas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(F7).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vezes no nome da camada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(por exemplo, "Camada 1").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nome vira editável.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Digite o novo nome (ex: “Texto Principal”, “Fundo”, “Logo”, etc.).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confirmar.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2 – Menu da Camada: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camada desejada.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Camada &gt; Renomear Camada…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Digite o novo nome e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90" name="Google Shape;190;p14"/>
          <p:cNvSpPr txBox="1"/>
          <p:nvPr/>
        </p:nvSpPr>
        <p:spPr>
          <a:xfrm>
            <a:off x="138568" y="4620288"/>
            <a:ext cx="8579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Rápida: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você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na miniatura da camada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nada acontece.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duplo deve ser no nome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não no ícone da camada ou no "olhinho"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SELEÇÃO DE CAMADA </a:t>
            </a:r>
            <a:endParaRPr sz="1100"/>
          </a:p>
        </p:txBody>
      </p:sp>
      <p:sp>
        <p:nvSpPr>
          <p:cNvPr id="197" name="Google Shape;197;p15"/>
          <p:cNvSpPr txBox="1"/>
          <p:nvPr/>
        </p:nvSpPr>
        <p:spPr>
          <a:xfrm>
            <a:off x="138568" y="1064427"/>
            <a:ext cx="8842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Seleção de Camada?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uma camada no Photoshop significa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dizer para o programa qual parte do projeto você quer editar naquele momento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Só é possível pintar, mover, aplicar efeitos ou redimensionar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camada que estiver ativa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98" name="Google Shape;198;p15"/>
          <p:cNvSpPr/>
          <p:nvPr/>
        </p:nvSpPr>
        <p:spPr>
          <a:xfrm>
            <a:off x="138568" y="2168952"/>
            <a:ext cx="83706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selecionar uma camada: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🟢 Método 1 – Pela Paleta Camadas: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Camadas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(F7).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vez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camada desejada.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Ela fica azulada (indicando que está selecionada).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tudo que você fizer (pincel, mover, texto) vai afetar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apenas essa camada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138568" y="3791397"/>
            <a:ext cx="87486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Outras Dicas: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miniatura da camada na paleta → isso cria uma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com base no conteúdo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daquela camada (contornos).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selecionar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camadas ao mesmo tempo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em cada camada na paleta.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segure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da primeira até a última camada que deseja selecionar em sequência.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PALETA CARACTERE</a:t>
            </a:r>
            <a:endParaRPr sz="1100"/>
          </a:p>
        </p:txBody>
      </p:sp>
      <p:sp>
        <p:nvSpPr>
          <p:cNvPr id="206" name="Google Shape;206;p16"/>
          <p:cNvSpPr txBox="1"/>
          <p:nvPr/>
        </p:nvSpPr>
        <p:spPr>
          <a:xfrm>
            <a:off x="213725" y="1064427"/>
            <a:ext cx="8682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Paleta Caractere?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Caractere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controlar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detalhes do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fonte, tamanho, espaçamento, altura das letras, largura, entre outros.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onde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 completamente a aparência do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seu projeto.</a:t>
            </a:r>
            <a:endParaRPr sz="1100"/>
          </a:p>
        </p:txBody>
      </p:sp>
      <p:sp>
        <p:nvSpPr>
          <p:cNvPr id="207" name="Google Shape;207;p16"/>
          <p:cNvSpPr txBox="1"/>
          <p:nvPr/>
        </p:nvSpPr>
        <p:spPr>
          <a:xfrm>
            <a:off x="213725" y="2150611"/>
            <a:ext cx="8682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a Paleta Caractere: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superior: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suspenso,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Caractere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PALETA CARACTERE</a:t>
            </a:r>
            <a:endParaRPr sz="1100"/>
          </a:p>
        </p:txBody>
      </p:sp>
      <p:sp>
        <p:nvSpPr>
          <p:cNvPr id="214" name="Google Shape;214;p17"/>
          <p:cNvSpPr txBox="1"/>
          <p:nvPr/>
        </p:nvSpPr>
        <p:spPr>
          <a:xfrm>
            <a:off x="204331" y="1056961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verá na Paleta Caractere:</a:t>
            </a:r>
            <a:endParaRPr sz="1100"/>
          </a:p>
        </p:txBody>
      </p:sp>
      <p:graphicFrame>
        <p:nvGraphicFramePr>
          <p:cNvPr id="215" name="Google Shape;215;p17"/>
          <p:cNvGraphicFramePr/>
          <p:nvPr/>
        </p:nvGraphicFramePr>
        <p:xfrm>
          <a:off x="204330" y="15448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{48DEDF9D-FE91-41EF-ADFC-C48B12501B38}</a:tableStyleId>
              </a:tblPr>
              <a:tblGrid>
                <a:gridCol w="4285075"/>
                <a:gridCol w="4285075"/>
              </a:tblGrid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Opção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Fonte (Family)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Escolhe o tipo de letra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Estilo da Fonte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Negrito, Itálico, Regular...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 (Size)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Aumenta ou diminui o tamanho do texto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Ajuste entre Letras (Tracking)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Espaçamento entre letras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Espaço entre Linhas (Leading)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Espaço entre linhas de texto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Escala Horizontal/Vertical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Alonga ou comprime o texto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Cor do Texto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Altera a cor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Falso Negrito / Falso Itálico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Ativa essas opções se a fonte não tiver versão original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Todas Maiúsculas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Deixa o texto todo em CAIXA ALTA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Sobrescrito/Subscrito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Letras pequenas acima ou abaixo da linha (útil para fórmulas e notas)*</a:t>
                      </a:r>
                      <a:endParaRPr sz="1200"/>
                    </a:p>
                  </a:txBody>
                  <a:tcPr marT="36275" marB="36275" marR="65275" marL="6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PALETA CARACTERE</a:t>
            </a:r>
            <a:endParaRPr sz="1100"/>
          </a:p>
        </p:txBody>
      </p:sp>
      <p:sp>
        <p:nvSpPr>
          <p:cNvPr id="222" name="Google Shape;222;p18"/>
          <p:cNvSpPr/>
          <p:nvPr/>
        </p:nvSpPr>
        <p:spPr>
          <a:xfrm>
            <a:off x="142483" y="1324197"/>
            <a:ext cx="88590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T).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texto já criado, ou escreva algo novo.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texto selecionado, vá até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Caractere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os valores desejados (ex: mude o tamanho, o tipo de letra, cor, etc.).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Veja a mudança em tempo real na tela.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Se a paleta não estiver aparecendo mesmo após abrir, vá em: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&gt; Área de Trabalho &gt; Essenciais (Reiniciar) para restaurar o layout.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PARÁGRAFO</a:t>
            </a:r>
            <a:endParaRPr sz="1100"/>
          </a:p>
        </p:txBody>
      </p:sp>
      <p:sp>
        <p:nvSpPr>
          <p:cNvPr id="229" name="Google Shape;229;p19"/>
          <p:cNvSpPr/>
          <p:nvPr/>
        </p:nvSpPr>
        <p:spPr>
          <a:xfrm>
            <a:off x="250520" y="1070240"/>
            <a:ext cx="8643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Guia Parágrafo?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Parágrafo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ajustar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 e espaçamento de textos maiores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títulos, blocos de texto e descrições.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ideal para quando você estiver trabalhando com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textos em parágrafos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não apenas frases soltas.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centralizar um título, justificar um texto de apresentação, ajustar recuos.</a:t>
            </a:r>
            <a:endParaRPr sz="1100"/>
          </a:p>
        </p:txBody>
      </p:sp>
      <p:sp>
        <p:nvSpPr>
          <p:cNvPr id="230" name="Google Shape;230;p19"/>
          <p:cNvSpPr txBox="1"/>
          <p:nvPr/>
        </p:nvSpPr>
        <p:spPr>
          <a:xfrm>
            <a:off x="250520" y="2285082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a Guia Parágrafo: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suspenso, clique em: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Parágrafo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Paragraph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PARÁGRAFO</a:t>
            </a:r>
            <a:endParaRPr sz="1100"/>
          </a:p>
        </p:txBody>
      </p:sp>
      <p:sp>
        <p:nvSpPr>
          <p:cNvPr id="237" name="Google Shape;237;p20"/>
          <p:cNvSpPr txBox="1"/>
          <p:nvPr/>
        </p:nvSpPr>
        <p:spPr>
          <a:xfrm>
            <a:off x="251303" y="1056960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verá na Guia Parágrafo:</a:t>
            </a:r>
            <a:endParaRPr sz="1100"/>
          </a:p>
        </p:txBody>
      </p:sp>
      <p:graphicFrame>
        <p:nvGraphicFramePr>
          <p:cNvPr id="238" name="Google Shape;238;p20"/>
          <p:cNvGraphicFramePr/>
          <p:nvPr/>
        </p:nvGraphicFramePr>
        <p:xfrm>
          <a:off x="251303" y="154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{48DEDF9D-FE91-41EF-ADFC-C48B12501B38}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Função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Alinhar à esquerda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Texto alinhado à margem esquerda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Centralizar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Texto no meio do bloco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Alinhar à direita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Alinha todo o texto à direita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Justificar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Preenche a linha inteira com o texto (fica tipo jornal)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Espaço antes/depois do parágrafo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Adiciona espaçamento extra entre os blocos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Recuo à esquerda/direita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Afasta o início/final do parágrafo da borda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Recuo da primeira linha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Cria aquele “tab” no começo de parágrafos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PARÁGRAFO</a:t>
            </a:r>
            <a:endParaRPr sz="1100"/>
          </a:p>
        </p:txBody>
      </p:sp>
      <p:sp>
        <p:nvSpPr>
          <p:cNvPr id="245" name="Google Shape;245;p21"/>
          <p:cNvSpPr/>
          <p:nvPr/>
        </p:nvSpPr>
        <p:spPr>
          <a:xfrm>
            <a:off x="569934" y="1409497"/>
            <a:ext cx="80040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Texto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caixa de texto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arrastando com o mouse (não clique solto, arraste!).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Escreva ou cole um parágrafo.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texto com o mouse.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Parágrafo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ajuste: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Espaçamentos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Justificação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Se quiser um texto mais “diagramado”, use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 justificado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espaçamentos ajustados.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252" name="Google Shape;252;p22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417994" y="3047449"/>
            <a:ext cx="3011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IMPRESSA 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