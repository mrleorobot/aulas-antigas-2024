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715000" cx="9144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FD6WCDAPK0EsVNQ/SvJ2waV4I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530843-3124-4ED1-9041-97836DC8F916}">
  <a:tblStyle styleId="{62530843-3124-4ED1-9041-97836DC8F91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Textos no Photoshop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850" y="1057282"/>
            <a:ext cx="3652904" cy="41932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4269844" y="1600015"/>
            <a:ext cx="45798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precisa saber: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Texto no Photoshop 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baseado em vetores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que garante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qualidade mesmo com zoom, impressão ou </a:t>
            </a:r>
            <a:r>
              <a:rPr b="1" lang="pt-BR">
                <a:solidFill>
                  <a:schemeClr val="dk1"/>
                </a:solidFill>
              </a:rPr>
              <a:t>E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xportação para PDF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programa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mantém as bordas do texto nítidas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porque usa os contornos matemáticos da fonte.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formatos de fontes mais comuns são: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1 (PostScript)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TrueType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OpenType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CID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idiomas como japonês)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Textos no Photoshop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850" y="1057282"/>
            <a:ext cx="3652904" cy="419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4003631" y="1920851"/>
            <a:ext cx="4819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Localização: Barra de ferramentas à esquerda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(ícone com a letra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de teclado: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003631" y="2887512"/>
            <a:ext cx="51405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INSERIR TEXTO: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ferramenta Texto (T)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uma vez na tela → digite (cria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linha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Clique, segure e arraste → cria uma caixa de texto (texto em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parágrafo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Textos no Photoshop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89454" y="1058556"/>
            <a:ext cx="85944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PERSONALIZAÇÃO DO TEXTO: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superior de opções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escolha a fonte, tamanho, alinhamento e cor.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Caractere e Parágrafo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📍 Vá em Janela &gt; Caractere e Janela &gt; Parágrafo para abrir essas guias.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você ajusta espaçamento, entrelinhas, largura das letras, etc.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89456" y="2390385"/>
            <a:ext cx="859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TRANSFORMAR TEXTO: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camada de texto selecionada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redimensionar ou girar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manter a proporção: segure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arrastar a alça.</a:t>
            </a:r>
            <a:endParaRPr sz="1100"/>
          </a:p>
        </p:txBody>
      </p:sp>
      <p:sp>
        <p:nvSpPr>
          <p:cNvPr id="114" name="Google Shape;114;p4"/>
          <p:cNvSpPr txBox="1"/>
          <p:nvPr/>
        </p:nvSpPr>
        <p:spPr>
          <a:xfrm>
            <a:off x="189454" y="3290264"/>
            <a:ext cx="859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EXPORTAÇÃO E QUALIDADE: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você salva como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PDF, EPS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imprime, o Photoshop usa os contornos vetoriais da fonte.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mantém o texto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nítido e sem serrilhado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mesmo em alta escala.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189455" y="4288669"/>
            <a:ext cx="8594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aplicar efeitos ou filtros no texto,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rasterize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botão direito na camada de texto &gt;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Rasterizar Texto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Após rasterizar,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dá pra editar mais o texto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COMPLEMENTO: Modos de Inserção e Manipulação Avançada do Texto</a:t>
            </a:r>
            <a:endParaRPr sz="1100"/>
          </a:p>
        </p:txBody>
      </p:sp>
      <p:sp>
        <p:nvSpPr>
          <p:cNvPr id="121" name="Google Shape;121;p5"/>
          <p:cNvSpPr txBox="1"/>
          <p:nvPr/>
        </p:nvSpPr>
        <p:spPr>
          <a:xfrm>
            <a:off x="427842" y="1333448"/>
            <a:ext cx="82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TEXTO (com um 3º adicional):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Ponto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Clique e digite (texto em linha simples).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Parágrafo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Clique e arraste para criar uma caixa (texto corrido).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em Demarcador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Texto que segue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de um caminho vetorial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(útil para efeitos em curvas e formas personalizadas).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 o uso da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Caneta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forma vetorial → depois clique com a ferramenta Texto sobre a borda do caminho.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COMPLEMENTO: TEXTO EM DEMARCADOR</a:t>
            </a:r>
            <a:endParaRPr sz="1100"/>
          </a:p>
        </p:txBody>
      </p:sp>
      <p:sp>
        <p:nvSpPr>
          <p:cNvPr id="128" name="Google Shape;128;p6"/>
          <p:cNvSpPr txBox="1"/>
          <p:nvPr/>
        </p:nvSpPr>
        <p:spPr>
          <a:xfrm>
            <a:off x="187106" y="876822"/>
            <a:ext cx="84573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tipo de texto que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segue o contorno de uma linha ou forma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em vez de ficar reto como o texto comum.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fazer texto que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sobe, desce, forma círculos, ondas, corações...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o que quiser, desde que crie o caminho antes.</a:t>
            </a:r>
            <a:endParaRPr sz="1100"/>
          </a:p>
        </p:txBody>
      </p:sp>
      <p:sp>
        <p:nvSpPr>
          <p:cNvPr id="129" name="Google Shape;129;p6"/>
          <p:cNvSpPr txBox="1"/>
          <p:nvPr/>
        </p:nvSpPr>
        <p:spPr>
          <a:xfrm>
            <a:off x="187107" y="1799789"/>
            <a:ext cx="8457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precisa: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linha ou forma vetorial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(feita com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Caneta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inserir o texto sobre esse caminho</a:t>
            </a:r>
            <a:endParaRPr sz="1100"/>
          </a:p>
        </p:txBody>
      </p:sp>
      <p:sp>
        <p:nvSpPr>
          <p:cNvPr id="130" name="Google Shape;130;p6"/>
          <p:cNvSpPr txBox="1"/>
          <p:nvPr/>
        </p:nvSpPr>
        <p:spPr>
          <a:xfrm>
            <a:off x="272856" y="2537963"/>
            <a:ext cx="85983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(com explicações):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Crie o Caminho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usar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ferramentas diferentes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dependendo do tipo de linha que deseja: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Opção A – Usar uma forma: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Elipse (U)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qualquer forma vetorial.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barra superior, altere o modo de “Forma” para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“Caminho”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Localização: Menu superior, ao lado de “Preenchimento”.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a forma (ex: um círculo).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Opção B – Usar a Caneta: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Caneta (P)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crie pontos para formar uma linha curva ou reta.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Certifique-se de estar no modo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Demarcador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não “Forma” ou “Camada de Forma”.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COMPLEMENTO: TEXTO EM DEMARCADOR</a:t>
            </a:r>
            <a:endParaRPr sz="1100"/>
          </a:p>
        </p:txBody>
      </p:sp>
      <p:sp>
        <p:nvSpPr>
          <p:cNvPr id="137" name="Google Shape;137;p7"/>
          <p:cNvSpPr/>
          <p:nvPr/>
        </p:nvSpPr>
        <p:spPr>
          <a:xfrm>
            <a:off x="125651" y="970767"/>
            <a:ext cx="8892600" cy="3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 texto em demarcador usando a Caneta no Photoshop CS6: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Selecione a Ferramenta Caneta (P)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topo da tela, 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Demarcador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(não Forma nem Pixels)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Crie seu caminho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tela para criar pontos.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para fazer curvas.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Use 3 a 5 pontos no formato de uma onda ou curva suave.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Abra o painel Demarcadores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Janela &gt; Demarcadores (ou Window &gt; Paths)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verá algo como “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Demarcador de Trabalho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(Work Path)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Selecione a Ferramenta Texto (T)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com o cursor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exatamente sobre o caminho que você criou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ponteiro mudará de um “T normal” para um “T com linha curva” embaixo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isso acontecer, clique.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Digite o texto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vai seguir a curva!</a:t>
            </a:r>
            <a:endParaRPr sz="1100"/>
          </a:p>
        </p:txBody>
      </p:sp>
      <p:sp>
        <p:nvSpPr>
          <p:cNvPr id="138" name="Google Shape;138;p7"/>
          <p:cNvSpPr txBox="1"/>
          <p:nvPr/>
        </p:nvSpPr>
        <p:spPr>
          <a:xfrm>
            <a:off x="125651" y="4361347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Erros comuns:</a:t>
            </a:r>
            <a:endParaRPr sz="1100"/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426276" y="4699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{62530843-3124-4ED1-9041-97836DC8F916}</a:tableStyleId>
              </a:tblPr>
              <a:tblGrid>
                <a:gridCol w="2628900"/>
                <a:gridCol w="2628900"/>
                <a:gridCol w="2628900"/>
              </a:tblGrid>
              <a:tr h="10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Causa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Solução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não segue o caminho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Caneta estava em “Forma”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Refazer em modo “Demarcador”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Nada acontece ao clicar com o T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Caminho não selecionado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Confira se o </a:t>
                      </a:r>
                      <a:r>
                        <a:rPr b="1"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painel Demarcadores</a:t>
                      </a: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mostra o caminho ativo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não aparece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Camada errada selecionada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Crie nova camada de texto antes de clicar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COMPLEMENTO: TEXTO EM DEMARCADOR</a:t>
            </a:r>
            <a:endParaRPr sz="1100"/>
          </a:p>
        </p:txBody>
      </p:sp>
      <p:sp>
        <p:nvSpPr>
          <p:cNvPr id="146" name="Google Shape;146;p8"/>
          <p:cNvSpPr txBox="1"/>
          <p:nvPr/>
        </p:nvSpPr>
        <p:spPr>
          <a:xfrm>
            <a:off x="119779" y="956309"/>
            <a:ext cx="8812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texto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segue o contorno de uma forma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círculo, quadrado, estrela etc.)</a:t>
            </a:r>
            <a:endParaRPr sz="1100"/>
          </a:p>
        </p:txBody>
      </p:sp>
      <p:sp>
        <p:nvSpPr>
          <p:cNvPr id="147" name="Google Shape;147;p8"/>
          <p:cNvSpPr/>
          <p:nvPr/>
        </p:nvSpPr>
        <p:spPr>
          <a:xfrm>
            <a:off x="119779" y="1343573"/>
            <a:ext cx="8812200" cy="3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Selecione a Ferramenta de Forma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Atalho: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superior, escolha o tipo de forma: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Personalizada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2. Mude o modo de forma para Demarcador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Localização: Menu superior (ao lado de “Preenchimento” e “Contorno”)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opção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Demarcador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(não deixe em “Forma” nem “Pixels”)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é essencial! O modo "Demarcador" cria um caminho vetorial invisível, que o texto vai seguir.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3. Desenhe a forma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para desenhar (ex: um círculo)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não verá cor, preenchimento nem borda — isso é normal.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4. Selecione a Ferramenta Texto (T)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Passe o cursor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borda da forma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ponteiro mudará de um “T normal” para um “T com uma linha curva”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isso acontecer,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clique!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5. Digite o texto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texto seguirá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da forma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digitar uma frase inteira e ele vai “dar a volta”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COMPLEMENTO: TEXTO EM DEMARCADOR</a:t>
            </a:r>
            <a:endParaRPr sz="1100"/>
          </a:p>
        </p:txBody>
      </p:sp>
      <p:sp>
        <p:nvSpPr>
          <p:cNvPr id="154" name="Google Shape;154;p9"/>
          <p:cNvSpPr txBox="1"/>
          <p:nvPr/>
        </p:nvSpPr>
        <p:spPr>
          <a:xfrm>
            <a:off x="1107702" y="2103119"/>
            <a:ext cx="6724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o texto ao longo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Seleção de Caminho (atalho: A)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arraste o ponto de início do texto.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inverter o lado ou o sentido do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ponto inicial do outro lado da forma.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COMPLEMENTO: CONTROLE AVANÇADO DA CAIXA DE TEXTO</a:t>
            </a:r>
            <a:endParaRPr sz="1100"/>
          </a:p>
        </p:txBody>
      </p:sp>
      <p:sp>
        <p:nvSpPr>
          <p:cNvPr id="161" name="Google Shape;161;p10"/>
          <p:cNvSpPr txBox="1"/>
          <p:nvPr/>
        </p:nvSpPr>
        <p:spPr>
          <a:xfrm>
            <a:off x="918314" y="1613501"/>
            <a:ext cx="65880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Redimensionar a caixa sem distorcer 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arraste a alça normalmente.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Redimensionar caixa +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arraste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(ou Command)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pressionado.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Redimensionar a partir do centro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 (ou Option)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Inclinar caixa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Ctrl (ou Command) + arraste lateral.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Rotacionar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posicione o cursor fora da caixa até aparecer uma seta curva, depois arraste.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Alterar centro da rotação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arraste o ponto central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(ou Command)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CONVERSÃO ENTRE TEXTO DE PONTO E TEXTO DE PARÁGRAFO</a:t>
            </a:r>
            <a:endParaRPr sz="1100"/>
          </a:p>
        </p:txBody>
      </p:sp>
      <p:sp>
        <p:nvSpPr>
          <p:cNvPr id="168" name="Google Shape;168;p11"/>
          <p:cNvSpPr txBox="1"/>
          <p:nvPr/>
        </p:nvSpPr>
        <p:spPr>
          <a:xfrm>
            <a:off x="288881" y="1168811"/>
            <a:ext cx="8551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Às vezes você cria um tipo de texto, mas percebe que precisa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 modelo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controlar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quebra automática e margens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→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parágrafo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um texto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livre, linha por linha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→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ponto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69" name="Google Shape;169;p11"/>
          <p:cNvSpPr/>
          <p:nvPr/>
        </p:nvSpPr>
        <p:spPr>
          <a:xfrm>
            <a:off x="206679" y="2577774"/>
            <a:ext cx="4002000" cy="2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CONVERTER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Selecione a camada de texto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Camadas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camada de texto que deseja converter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Vá até o menu superior: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converter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Parágrafo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Camada &gt; Texto &gt; Converter para Texto de Parágrafo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converter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Ponto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Camada &gt; Texto &gt; Converter para Texto de Ponto</a:t>
            </a:r>
            <a:endParaRPr sz="1100"/>
          </a:p>
        </p:txBody>
      </p:sp>
      <p:sp>
        <p:nvSpPr>
          <p:cNvPr id="170" name="Google Shape;170;p11"/>
          <p:cNvSpPr txBox="1"/>
          <p:nvPr/>
        </p:nvSpPr>
        <p:spPr>
          <a:xfrm>
            <a:off x="4208746" y="2552127"/>
            <a:ext cx="47286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acontece ao converter?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▶️ Texto de Ponto → Parágrafo: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texto passa a ter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caixa delimitadora ajustável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controlar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quebra automática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◀️ Texto de Parágrafo → Ponto: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vira independente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Photoshop insere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quebras de linha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(↵) no fim de cada linha existente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Ótimo para frases curtas e espaçamento livre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 NA VERTICAL</a:t>
            </a:r>
            <a:endParaRPr sz="1100"/>
          </a:p>
        </p:txBody>
      </p:sp>
      <p:sp>
        <p:nvSpPr>
          <p:cNvPr id="177" name="Google Shape;177;p12"/>
          <p:cNvSpPr txBox="1"/>
          <p:nvPr/>
        </p:nvSpPr>
        <p:spPr>
          <a:xfrm>
            <a:off x="288881" y="1109153"/>
            <a:ext cx="8701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"em pé", ideal para pôsteres, cartões e design criativo</a:t>
            </a:r>
            <a:endParaRPr sz="1100"/>
          </a:p>
        </p:txBody>
      </p:sp>
      <p:sp>
        <p:nvSpPr>
          <p:cNvPr id="178" name="Google Shape;178;p12"/>
          <p:cNvSpPr txBox="1"/>
          <p:nvPr/>
        </p:nvSpPr>
        <p:spPr>
          <a:xfrm>
            <a:off x="288881" y="1389205"/>
            <a:ext cx="8701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na vertical é escrito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cima para baixo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as letras posicionadas uma embaixo da outra, como se estivessem em uma coluna.</a:t>
            </a:r>
            <a:endParaRPr sz="1100"/>
          </a:p>
        </p:txBody>
      </p:sp>
      <p:sp>
        <p:nvSpPr>
          <p:cNvPr id="179" name="Google Shape;179;p12"/>
          <p:cNvSpPr txBox="1"/>
          <p:nvPr/>
        </p:nvSpPr>
        <p:spPr>
          <a:xfrm>
            <a:off x="288880" y="2263315"/>
            <a:ext cx="8701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 Texto Vertical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(atalho: clique e segure no ícone do Texto até aparecer o "T" na vertical)</a:t>
            </a:r>
            <a:endParaRPr sz="1100"/>
          </a:p>
        </p:txBody>
      </p:sp>
      <p:sp>
        <p:nvSpPr>
          <p:cNvPr id="180" name="Google Shape;180;p12"/>
          <p:cNvSpPr txBox="1"/>
          <p:nvPr/>
        </p:nvSpPr>
        <p:spPr>
          <a:xfrm>
            <a:off x="288880" y="3148173"/>
            <a:ext cx="8701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 Vertical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clique e segure até ver o ícone do "T vertical"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qualquer ponto da tela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Comece a digitar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O texto será exibido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posição vertical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288880" y="4725528"/>
            <a:ext cx="8701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fontes em caixa alta (ex: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Arial Black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para melhor visualização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títulos laterais, etiquetas e efeitos criativos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TEXTO COM ESTILO</a:t>
            </a:r>
            <a:endParaRPr sz="1100"/>
          </a:p>
        </p:txBody>
      </p:sp>
      <p:sp>
        <p:nvSpPr>
          <p:cNvPr id="188" name="Google Shape;188;p13"/>
          <p:cNvSpPr txBox="1"/>
          <p:nvPr/>
        </p:nvSpPr>
        <p:spPr>
          <a:xfrm>
            <a:off x="223119" y="1066210"/>
            <a:ext cx="854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a aplicar efeitos prontos e criar um visual profissional no texto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 de estilo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ações automáticas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89" name="Google Shape;189;p13"/>
          <p:cNvSpPr txBox="1"/>
          <p:nvPr/>
        </p:nvSpPr>
        <p:spPr>
          <a:xfrm>
            <a:off x="223118" y="1626393"/>
            <a:ext cx="8541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efeitos visuais aplicados ao texto,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brilho, sombra, relevo, contorno, luz interna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possível aplicar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individuais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manualmente ou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prontos (ações)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vêm com o Photoshop.</a:t>
            </a:r>
            <a:endParaRPr sz="1100"/>
          </a:p>
        </p:txBody>
      </p:sp>
      <p:sp>
        <p:nvSpPr>
          <p:cNvPr id="190" name="Google Shape;190;p13"/>
          <p:cNvSpPr txBox="1"/>
          <p:nvPr/>
        </p:nvSpPr>
        <p:spPr>
          <a:xfrm>
            <a:off x="223118" y="2720607"/>
            <a:ext cx="8541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efeitos prontos)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de Camada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efeitos manuais)</a:t>
            </a:r>
            <a:endParaRPr sz="1100"/>
          </a:p>
        </p:txBody>
      </p:sp>
      <p:sp>
        <p:nvSpPr>
          <p:cNvPr id="191" name="Google Shape;191;p13"/>
          <p:cNvSpPr/>
          <p:nvPr/>
        </p:nvSpPr>
        <p:spPr>
          <a:xfrm>
            <a:off x="312571" y="3583988"/>
            <a:ext cx="74592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(com Efeitos Prontos):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camada de texto simples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escreva "MEU TEXTO ESTILOSO"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Janela &gt; Ações (Window &gt; Actions)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painel que abrir: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Procure o grupo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“Efeitos de Texto”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 estilo e clique no botão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▶️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(play)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aplicará automaticamente o estilo escolhido!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DISTORCER E DESFAZER DISTORÇÃO DE TEXTO</a:t>
            </a:r>
            <a:endParaRPr sz="1100"/>
          </a:p>
        </p:txBody>
      </p:sp>
      <p:sp>
        <p:nvSpPr>
          <p:cNvPr id="198" name="Google Shape;198;p14"/>
          <p:cNvSpPr txBox="1"/>
          <p:nvPr/>
        </p:nvSpPr>
        <p:spPr>
          <a:xfrm>
            <a:off x="122129" y="1638472"/>
            <a:ext cx="86922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efeitos como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arco, bandeira, onda, espiral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outros formatos sem precisar usar a ferramenta caneta</a:t>
            </a:r>
            <a:endParaRPr sz="1100"/>
          </a:p>
        </p:txBody>
      </p:sp>
      <p:sp>
        <p:nvSpPr>
          <p:cNvPr id="199" name="Google Shape;199;p14"/>
          <p:cNvSpPr txBox="1"/>
          <p:nvPr/>
        </p:nvSpPr>
        <p:spPr>
          <a:xfrm>
            <a:off x="122129" y="2306067"/>
            <a:ext cx="86922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recurso que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deforma o texto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curvas e estilos diferentes, como se ele estivesse sendo puxado, esticado ou dobrado.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muito usado em cartazes, selos, capas e logos criativos.</a:t>
            </a:r>
            <a:endParaRPr sz="1100"/>
          </a:p>
        </p:txBody>
      </p:sp>
      <p:sp>
        <p:nvSpPr>
          <p:cNvPr id="200" name="Google Shape;200;p14"/>
          <p:cNvSpPr/>
          <p:nvPr/>
        </p:nvSpPr>
        <p:spPr>
          <a:xfrm>
            <a:off x="122129" y="3486622"/>
            <a:ext cx="83610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Ferramenta:</a:t>
            </a:r>
            <a:endParaRPr sz="1100"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 (T)</a:t>
            </a:r>
            <a:endParaRPr sz="1100"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Distorcer Texto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barra superior)</a:t>
            </a:r>
            <a:endParaRPr sz="1100"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menu: Texto &gt; Distorcer Texto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DISTORCER E DESFAZER DISTORÇÃO DE TEXTO</a:t>
            </a:r>
            <a:endParaRPr sz="1100"/>
          </a:p>
        </p:txBody>
      </p:sp>
      <p:sp>
        <p:nvSpPr>
          <p:cNvPr id="207" name="Google Shape;207;p15"/>
          <p:cNvSpPr txBox="1"/>
          <p:nvPr/>
        </p:nvSpPr>
        <p:spPr>
          <a:xfrm>
            <a:off x="230557" y="1548493"/>
            <a:ext cx="86829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– COMO DISTORCER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texto normalmente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texto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Pegue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 (T)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novamente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opções superior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Distorcer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curvado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que abrir: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distorção (ex: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Bandeira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Horizontal ou Vertical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os controles: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Curvatura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Intensidade do arco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Horizontal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puxa os cantos para os lados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Vertical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puxa os cantos para cima/baixo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veja a mágica acontecer!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DISTORCER E DESFAZER DISTORÇÃO DE TEXTO</a:t>
            </a:r>
            <a:endParaRPr sz="1100"/>
          </a:p>
        </p:txBody>
      </p:sp>
      <p:sp>
        <p:nvSpPr>
          <p:cNvPr id="214" name="Google Shape;214;p16"/>
          <p:cNvSpPr txBox="1"/>
          <p:nvPr/>
        </p:nvSpPr>
        <p:spPr>
          <a:xfrm>
            <a:off x="925751" y="2000082"/>
            <a:ext cx="7292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DESFAZER A DISTORÇÃO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camada de texto com efeito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 (T)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ativa, clique novamente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Distorcer Texto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Nenhum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OK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O texto volta ao normal, sem perder o conteúdo nem a camada.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UMA IMAGEM DENTRO DO TEXTO</a:t>
            </a:r>
            <a:endParaRPr sz="1100"/>
          </a:p>
        </p:txBody>
      </p:sp>
      <p:sp>
        <p:nvSpPr>
          <p:cNvPr id="221" name="Google Shape;221;p17"/>
          <p:cNvSpPr txBox="1"/>
          <p:nvPr/>
        </p:nvSpPr>
        <p:spPr>
          <a:xfrm>
            <a:off x="180843" y="1012963"/>
            <a:ext cx="8504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Técnica chamada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 de recorte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 imagem se encaixa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das letras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texto.</a:t>
            </a:r>
            <a:endParaRPr sz="1100"/>
          </a:p>
        </p:txBody>
      </p:sp>
      <p:sp>
        <p:nvSpPr>
          <p:cNvPr id="222" name="Google Shape;222;p17"/>
          <p:cNvSpPr txBox="1"/>
          <p:nvPr/>
        </p:nvSpPr>
        <p:spPr>
          <a:xfrm>
            <a:off x="251303" y="1382133"/>
            <a:ext cx="850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vai usar uma imagem qualquer (paisagem, textura, estampa...)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uma palavra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 vira uma “janela” e mostra só o pedaço da imagem que estiver por trás dele.</a:t>
            </a:r>
            <a:endParaRPr sz="1100"/>
          </a:p>
        </p:txBody>
      </p:sp>
      <p:sp>
        <p:nvSpPr>
          <p:cNvPr id="223" name="Google Shape;223;p17"/>
          <p:cNvSpPr/>
          <p:nvPr/>
        </p:nvSpPr>
        <p:spPr>
          <a:xfrm>
            <a:off x="249293" y="2182067"/>
            <a:ext cx="86454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projeto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Photoshop (Arquivo &gt; Novo)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Arquivo &gt; Abrir e escolha uma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com textura ou cores interessantes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(paisagem, mármore, céu, fogo...)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imagem aberta, escreva um texto: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fonte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mais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alta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Deixe as letras bem próximas: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 Alt + ← (seta para a esquerda) várias vezes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Camadas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 cliques no plano de fundo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destravar a camada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da imagem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cima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texto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camada da imagem selecionada, pressione: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Alt + G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A imagem ficará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das letras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UMA IMAGEM DENTRO DO TEXTO</a:t>
            </a:r>
            <a:endParaRPr sz="1100"/>
          </a:p>
        </p:txBody>
      </p:sp>
      <p:sp>
        <p:nvSpPr>
          <p:cNvPr id="230" name="Google Shape;230;p18"/>
          <p:cNvSpPr txBox="1"/>
          <p:nvPr/>
        </p:nvSpPr>
        <p:spPr>
          <a:xfrm>
            <a:off x="232514" y="1243068"/>
            <a:ext cx="8673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Detalhe importante: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Camadas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vai aparecer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setinha apontando para o texto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Isso indica que virou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 de recorte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232513" y="2108858"/>
            <a:ext cx="8673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mover a imagem dentro do texto: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da imagem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Pegue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 (V)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a imagem — o texto continua parado, mas o que aparece dentro dele muda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