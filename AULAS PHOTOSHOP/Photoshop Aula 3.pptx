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715000" cx="9144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MSRXG759b85y4KuvNC3y+LCf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789383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29799" y="1159562"/>
            <a:ext cx="8156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é dia de colocar a mão na massa! Vamos treinar tudo o que aprendemos até agora com  atividades que vão testar sua habilidade com as ferramentas de seleção e sua criatividade. 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429799" y="1706000"/>
            <a:ext cx="8156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em prática o uso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seleção (Letreiro, Laço </a:t>
            </a:r>
            <a:r>
              <a:rPr b="1" lang="pt-BR">
                <a:solidFill>
                  <a:schemeClr val="dk1"/>
                </a:solidFill>
              </a:rPr>
              <a:t>Magnético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Varinha Mágica)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movimentação de elementos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além de reforçar o reconhecimento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 e seus painéis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21974" y="2892995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1 – “Montagem Maluca com Frutas”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100" name="Google Shape;100;p2"/>
          <p:cNvSpPr txBox="1"/>
          <p:nvPr/>
        </p:nvSpPr>
        <p:spPr>
          <a:xfrm>
            <a:off x="429799" y="3180394"/>
            <a:ext cx="85983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uma imagem base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uma cesta de frutas, um prato vazio, uma bancada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imagens de frutas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fundo branco ou fundo simples.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as ferramentas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apenas as frutas que desejar.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 (Ctrl+C) e cole (Ctrl+V) na imagem base.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Vá em “EDITAR” &gt; “TRANSFORMAÇÃO LIVRE”.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montagem divertida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Pode exagerar: banana voando, morango gigante, abacaxi em cima de outro…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Finalize salvando como </a:t>
            </a:r>
            <a:r>
              <a:rPr b="1" lang="pt-BR" sz="1400">
                <a:solidFill>
                  <a:schemeClr val="dk1"/>
                </a:solidFill>
              </a:rPr>
              <a:t>cesta - seu nome</a:t>
            </a:r>
            <a:endParaRPr b="1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88881" y="1056961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2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“Caça-Objetos Fantasma”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288881" y="1364738"/>
            <a:ext cx="85515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a imagem de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cenário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quarto bagunçado, floresta, parque, sala de aula...).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objetos escondidos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(imagens pequenas de fantasmas, emojis, itens aleatórios) que serão colados dentro da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as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inteligent</a:t>
            </a:r>
            <a:r>
              <a:rPr b="1" lang="pt-BR" sz="1400">
                <a:solidFill>
                  <a:schemeClr val="dk1"/>
                </a:solidFill>
              </a:rPr>
              <a:t>e,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recorte cuidadosamente cada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sua imagem original e cole no cenário.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Copie (Ctrl+C) e cole (Ctrl+V) na imagem base.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Vá em “EDITAR” &gt; “TRANSFORMAÇÃO LIVRE”.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objetos devem estar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parcialmente escondidos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atrás de móveis, plantas, sombras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Finalize salvando como </a:t>
            </a:r>
            <a:r>
              <a:rPr lang="pt-BR" sz="1400">
                <a:solidFill>
                  <a:schemeClr val="dk1"/>
                </a:solidFill>
              </a:rPr>
              <a:t>caça objetos - seu nome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113" name="Google Shape;113;p4"/>
          <p:cNvSpPr txBox="1"/>
          <p:nvPr/>
        </p:nvSpPr>
        <p:spPr>
          <a:xfrm>
            <a:off x="298276" y="1067399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3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“TROCA DE CABEÇAS”</a:t>
            </a:r>
            <a:endParaRPr sz="1100"/>
          </a:p>
        </p:txBody>
      </p:sp>
      <p:sp>
        <p:nvSpPr>
          <p:cNvPr id="114" name="Google Shape;114;p4"/>
          <p:cNvSpPr txBox="1"/>
          <p:nvPr/>
        </p:nvSpPr>
        <p:spPr>
          <a:xfrm>
            <a:off x="298275" y="1434033"/>
            <a:ext cx="85983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duas imagens diferentes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pessoas, animais ou personagens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de celebridades, desenhos, colegas da turma ou até fotos suas!).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qualquer ferramenta de seleção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recorte apenas a cabeça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das imagens.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Ctrl+C e Ctrl+V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cole a cabeça na outra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Ctrl+T (Transformar)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o tamanho e o encaixe.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Tente deixar a montagem engraçada, absurda ou até surrealista — vale tudo, desde que use bem as ferramentas!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como </a:t>
            </a: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 cabecas</a:t>
            </a:r>
            <a:r>
              <a:rPr lang="pt-BR" sz="1400">
                <a:solidFill>
                  <a:schemeClr val="dk1"/>
                </a:solidFill>
              </a:rPr>
              <a:t> - seu nome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298276" y="3588469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Ideias: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Cabeça de gato em corpo de jogador de futebo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121" name="Google Shape;121;p5"/>
          <p:cNvSpPr txBox="1"/>
          <p:nvPr/>
        </p:nvSpPr>
        <p:spPr>
          <a:xfrm>
            <a:off x="382827" y="117178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4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“VIAGEM NO TEMPO”</a:t>
            </a:r>
            <a:endParaRPr sz="1100"/>
          </a:p>
        </p:txBody>
      </p:sp>
      <p:sp>
        <p:nvSpPr>
          <p:cNvPr id="122" name="Google Shape;122;p5"/>
          <p:cNvSpPr txBox="1"/>
          <p:nvPr/>
        </p:nvSpPr>
        <p:spPr>
          <a:xfrm>
            <a:off x="382827" y="2411966"/>
            <a:ext cx="84576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imagem de uma época passada ou futura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pode ser uma pintura antiga, uma cidade medieval, um futuro sci-fi, pirâmides do Egito, anos 80,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imagem atual sua ou de um personagem moderno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(alguém com celular, fone de ouvido, roupa atual, etc.).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seleção que preferir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recortar o personagem moderno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inseri-lo dentro da cena antiga/futurista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 tamanho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Ctrl+T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pareça estar “dentro” da cena.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Seja criativo: pode fazer parecer que o personagem está perdido no tempo, tirando uma selfie no Egito antigo, ou tomando café no meio de um campo de batalha medieval.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como </a:t>
            </a:r>
            <a:r>
              <a:rPr b="1" lang="pt-BR" sz="1400">
                <a:solidFill>
                  <a:schemeClr val="dk1"/>
                </a:solidFill>
              </a:rPr>
              <a:t>viagem no </a:t>
            </a:r>
            <a:r>
              <a:rPr b="1" lang="pt-BR" sz="1400">
                <a:solidFill>
                  <a:schemeClr val="dk1"/>
                </a:solidFill>
              </a:rPr>
              <a:t>tempo - seu nome</a:t>
            </a:r>
            <a:endParaRPr b="1" sz="1100"/>
          </a:p>
        </p:txBody>
      </p:sp>
      <p:sp>
        <p:nvSpPr>
          <p:cNvPr id="123" name="Google Shape;123;p5"/>
          <p:cNvSpPr txBox="1"/>
          <p:nvPr/>
        </p:nvSpPr>
        <p:spPr>
          <a:xfrm>
            <a:off x="343292" y="1561042"/>
            <a:ext cx="8457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“Vamos viajar no tempo com o Photoshop! Nessa missão, você vai colocar um personagem moderno em uma cena do passado ou do futuro, criando uma montagem divertida e criativa. Vai parecer que ele caiu de paraquedas em outra época!”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