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715000" cx="9144000"/>
  <p:notesSz cx="6858000" cy="9144000"/>
  <p:embeddedFontLst>
    <p:embeddedFont>
      <p:font typeface="Play"/>
      <p:regular r:id="rId30"/>
      <p:bold r:id="rId31"/>
    </p:embeddedFont>
    <p:embeddedFont>
      <p:font typeface="Arim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iiHWACyQ49kf9EYMY6HEPN1pfd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967040-EE1E-4ABF-814A-552778FD26A3}">
  <a:tblStyle styleId="{DC967040-EE1E-4ABF-814A-552778FD26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-bold.fntdata"/><Relationship Id="rId30" Type="http://schemas.openxmlformats.org/officeDocument/2006/relationships/font" Target="fonts/Play-regular.fntdata"/><Relationship Id="rId11" Type="http://schemas.openxmlformats.org/officeDocument/2006/relationships/slide" Target="slides/slide6.xml"/><Relationship Id="rId33" Type="http://schemas.openxmlformats.org/officeDocument/2006/relationships/font" Target="fonts/Arimo-bold.fntdata"/><Relationship Id="rId10" Type="http://schemas.openxmlformats.org/officeDocument/2006/relationships/slide" Target="slides/slide5.xml"/><Relationship Id="rId32" Type="http://schemas.openxmlformats.org/officeDocument/2006/relationships/font" Target="fonts/Arimo-regular.fntdata"/><Relationship Id="rId13" Type="http://schemas.openxmlformats.org/officeDocument/2006/relationships/slide" Target="slides/slide8.xml"/><Relationship Id="rId35" Type="http://schemas.openxmlformats.org/officeDocument/2006/relationships/font" Target="fonts/Arimo-boldItalic.fntdata"/><Relationship Id="rId12" Type="http://schemas.openxmlformats.org/officeDocument/2006/relationships/slide" Target="slides/slide7.xml"/><Relationship Id="rId34" Type="http://schemas.openxmlformats.org/officeDocument/2006/relationships/font" Target="fonts/Arim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530729" y="3002065"/>
            <a:ext cx="47349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NITIDEZ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BORRAR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SUBEXPOSIÇÃO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SUPEREXPOSIÇÃO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ESPONJA E SUAS PROPRIEDADES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DESFOQUE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 Nitidez</a:t>
            </a:r>
            <a:endParaRPr sz="1100"/>
          </a:p>
        </p:txBody>
      </p:sp>
      <p:sp>
        <p:nvSpPr>
          <p:cNvPr id="98" name="Google Shape;98;p2"/>
          <p:cNvSpPr txBox="1"/>
          <p:nvPr/>
        </p:nvSpPr>
        <p:spPr>
          <a:xfrm>
            <a:off x="260697" y="1106775"/>
            <a:ext cx="8560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da Aula: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a deixar as imagens mais definidas usando os recursos de nitidez do Photoshop. Ideal para destacar detalhes e melhorar a aparência de fotos levemente borradas.</a:t>
            </a:r>
            <a:endParaRPr sz="1100"/>
          </a:p>
        </p:txBody>
      </p:sp>
      <p:sp>
        <p:nvSpPr>
          <p:cNvPr id="99" name="Google Shape;99;p2"/>
          <p:cNvSpPr/>
          <p:nvPr/>
        </p:nvSpPr>
        <p:spPr>
          <a:xfrm>
            <a:off x="291621" y="1966231"/>
            <a:ext cx="82575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Nitidez?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Nitidez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realça as bordas e detalhes da imagem, melhorando a definição dos objetos.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Quase toda imagem digital pode ficar melhor com um pouquinho de nitidez, mesmo as que vêm de boas câmeras!</a:t>
            </a:r>
            <a:endParaRPr sz="1100"/>
          </a:p>
        </p:txBody>
      </p:sp>
      <p:sp>
        <p:nvSpPr>
          <p:cNvPr id="100" name="Google Shape;100;p2"/>
          <p:cNvSpPr txBox="1"/>
          <p:nvPr/>
        </p:nvSpPr>
        <p:spPr>
          <a:xfrm>
            <a:off x="260697" y="2983221"/>
            <a:ext cx="82575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Atenção!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nitidez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conserta fotos muito tremidas ou fora de foco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com moderação para não deixar a imagem artificial ou com ruído.</a:t>
            </a:r>
            <a:endParaRPr sz="1100"/>
          </a:p>
        </p:txBody>
      </p:sp>
      <p:sp>
        <p:nvSpPr>
          <p:cNvPr id="101" name="Google Shape;101;p2"/>
          <p:cNvSpPr txBox="1"/>
          <p:nvPr/>
        </p:nvSpPr>
        <p:spPr>
          <a:xfrm>
            <a:off x="291621" y="3871971"/>
            <a:ext cx="7862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 Ferramenta de Nitidez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a imagem no Photoshop.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topo da tela).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 o mouse sobre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Tornar nítido (Sharpen)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aparecer um menu com várias opções. Veja o que cada uma faz: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 Nitidez</a:t>
            </a:r>
            <a:endParaRPr sz="1100"/>
          </a:p>
        </p:txBody>
      </p:sp>
      <p:sp>
        <p:nvSpPr>
          <p:cNvPr id="107" name="Google Shape;107;p3"/>
          <p:cNvSpPr txBox="1"/>
          <p:nvPr/>
        </p:nvSpPr>
        <p:spPr>
          <a:xfrm>
            <a:off x="326459" y="1098714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Tornar nítido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8" name="Google Shape;108;p3"/>
          <p:cNvGraphicFramePr/>
          <p:nvPr/>
        </p:nvGraphicFramePr>
        <p:xfrm>
          <a:off x="326459" y="15457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{DC967040-EE1E-4ABF-814A-552778FD26A3}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Aplicação inteligente de nitidez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Dá mais controle sobre os ajustes. Dá pra escolher a quantidade, raio e reduzir ruído. Ideal para retoques finos.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Máscara de Nitidez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Uma das mais usadas! Você controla o quanto de nitidez aplicar e onde.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Tornar Arestas Nítidas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Aumenta a nitidez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só nas bordas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da imagem. Menos agressivo.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Tornar Mais Nítido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Um toque rápido de nitidez. Não tem configuração.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Tornar Nítido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Aumenta nitidez geral, mas pode exagerar dependendo da imagem.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3"/>
          <p:cNvSpPr txBox="1"/>
          <p:nvPr/>
        </p:nvSpPr>
        <p:spPr>
          <a:xfrm>
            <a:off x="421416" y="4615959"/>
            <a:ext cx="8053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 útil: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há atalho direto para nitidez, mas você pode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Ctrl + F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repetir o último filtro aplicado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Ctrl + 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desfazer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exagerar na nitidez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Aplicação Inteligente de Nitidez</a:t>
            </a:r>
            <a:endParaRPr sz="1100"/>
          </a:p>
        </p:txBody>
      </p:sp>
      <p:sp>
        <p:nvSpPr>
          <p:cNvPr id="115" name="Google Shape;115;p4"/>
          <p:cNvSpPr txBox="1"/>
          <p:nvPr/>
        </p:nvSpPr>
        <p:spPr>
          <a:xfrm>
            <a:off x="354642" y="1107370"/>
            <a:ext cx="847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é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completa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ajustar nitidez no Photoshop. Tem mais controle do que a Máscara de Nitidez e permite ajustes finos para sombras e áreas claras (realces).</a:t>
            </a:r>
            <a:endParaRPr sz="1100"/>
          </a:p>
        </p:txBody>
      </p:sp>
      <p:sp>
        <p:nvSpPr>
          <p:cNvPr id="116" name="Google Shape;116;p4"/>
          <p:cNvSpPr txBox="1"/>
          <p:nvPr/>
        </p:nvSpPr>
        <p:spPr>
          <a:xfrm>
            <a:off x="523745" y="2305403"/>
            <a:ext cx="45798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 Aplicação Inteligente de Nitidez: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Dê um zoom de 100%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imagem para ver exatamente como os detalhes estão ficando.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 &gt; Tornar nítido &gt; Aplicação inteligente de nitidez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janela com várias opções vai abrir. Veja como configurar: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Aplicação Inteligente de Nitidez</a:t>
            </a:r>
            <a:endParaRPr sz="1100"/>
          </a:p>
        </p:txBody>
      </p:sp>
      <p:sp>
        <p:nvSpPr>
          <p:cNvPr id="123" name="Google Shape;123;p5"/>
          <p:cNvSpPr txBox="1"/>
          <p:nvPr/>
        </p:nvSpPr>
        <p:spPr>
          <a:xfrm>
            <a:off x="298276" y="876822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Configuração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</p:txBody>
      </p:sp>
      <p:graphicFrame>
        <p:nvGraphicFramePr>
          <p:cNvPr id="124" name="Google Shape;124;p5"/>
          <p:cNvGraphicFramePr/>
          <p:nvPr/>
        </p:nvGraphicFramePr>
        <p:xfrm>
          <a:off x="298275" y="11126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{DC967040-EE1E-4ABF-814A-552778FD26A3}</a:tableStyleId>
              </a:tblPr>
              <a:tblGrid>
                <a:gridCol w="4317950"/>
                <a:gridCol w="4317950"/>
              </a:tblGrid>
              <a:tr h="2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Intensidade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Aumenta ou reduz o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nitidez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. Valores altos = bordas mais destacadas.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Raio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Controla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quantos pixels ao redor das bordas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serão afetados. Raio pequeno = nitidez mais precisa.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Remover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Escolhe o tipo de algoritmo (fórmula) de nitidez: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–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Desfoque Gaussiano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Método clássico, o mesmo da Máscara de Nitidez.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–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Desfoque de Lente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Funciona bem em fotos com desfoque natural.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–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Movimento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- Mais Preciso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Tenta corrigir tremores (tipo foto borrada por movimento).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Ativa um cálculo mais detalhado na nitidez, ideal para fotos com </a:t>
                      </a:r>
                      <a:r>
                        <a:rPr b="1" lang="pt-BR" sz="1500"/>
                        <a:t>muitos detalhes</a:t>
                      </a:r>
                      <a:r>
                        <a:rPr lang="pt-BR" sz="1500"/>
                        <a:t> (como cabelo, folhas, tecido).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Algoritmo no Campo “Remover”</a:t>
            </a:r>
            <a:endParaRPr sz="1100"/>
          </a:p>
        </p:txBody>
      </p:sp>
      <p:graphicFrame>
        <p:nvGraphicFramePr>
          <p:cNvPr id="130" name="Google Shape;130;p6"/>
          <p:cNvGraphicFramePr/>
          <p:nvPr/>
        </p:nvGraphicFramePr>
        <p:xfrm>
          <a:off x="169100" y="1126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{DC967040-EE1E-4ABF-814A-552778FD26A3}</a:tableStyleId>
              </a:tblPr>
              <a:tblGrid>
                <a:gridCol w="4453000"/>
                <a:gridCol w="4453000"/>
              </a:tblGrid>
              <a:tr h="10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Algoritmo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Quando usar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Desfoque Gaussiano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Padrão clássico. Funciona bem em fotos levemente borradas.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Desfoque de Lente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Detecta bordas com mais precisão e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reduz halos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(aquelas bordas esbranquiçadas ou escuras). Ideal para nitidez de alta qualidade.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Desfoque de Movimento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Tenta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corrigir borrões causados por movimento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da câmera ou do objeto.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Ativa o controle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Ângulo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, onde você define a direção do movimento na foto.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6"/>
          <p:cNvSpPr txBox="1"/>
          <p:nvPr/>
        </p:nvSpPr>
        <p:spPr>
          <a:xfrm>
            <a:off x="169100" y="3979233"/>
            <a:ext cx="5655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 o controle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onde você define a direção do movimento na foto.</a:t>
            </a:r>
            <a:endParaRPr sz="1100"/>
          </a:p>
        </p:txBody>
      </p:sp>
      <p:sp>
        <p:nvSpPr>
          <p:cNvPr id="132" name="Google Shape;132;p6"/>
          <p:cNvSpPr txBox="1"/>
          <p:nvPr/>
        </p:nvSpPr>
        <p:spPr>
          <a:xfrm>
            <a:off x="169102" y="4533755"/>
            <a:ext cx="89061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“Mais Preciso”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Disponível apenas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legado do Photoshop CS6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Deixa o processo mais lento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melhora a precisão na remoção do desfoque.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Bom para imagens complexas ou com muitos detalhes sutis.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Ajuste Fino com “Avançado” – Sombras e Realces</a:t>
            </a:r>
            <a:endParaRPr sz="1100"/>
          </a:p>
        </p:txBody>
      </p:sp>
      <p:sp>
        <p:nvSpPr>
          <p:cNvPr id="138" name="Google Shape;138;p7"/>
          <p:cNvSpPr txBox="1"/>
          <p:nvPr/>
        </p:nvSpPr>
        <p:spPr>
          <a:xfrm>
            <a:off x="429800" y="1087682"/>
            <a:ext cx="6973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"Avançado"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da janela do filtro para acessar dois ajustes extras:</a:t>
            </a:r>
            <a:endParaRPr sz="1100"/>
          </a:p>
        </p:txBody>
      </p:sp>
      <p:graphicFrame>
        <p:nvGraphicFramePr>
          <p:cNvPr id="139" name="Google Shape;139;p7"/>
          <p:cNvGraphicFramePr/>
          <p:nvPr/>
        </p:nvGraphicFramePr>
        <p:xfrm>
          <a:off x="429799" y="1606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{DC967040-EE1E-4ABF-814A-552778FD26A3}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Ajuste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Intensidade de Atenuação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Diminui o quanto de nitidez está sendo aplicado nas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sombras ou realces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. Útil para tirar exageros.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Largura de Tons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Controla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tons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(mais claros ou mais escuros) serão afetados. Valores menores = ajustes mais precisos.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Raio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Define o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 da área ao redor de cada pixel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usada para decidir se é sombra ou realce.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7"/>
          <p:cNvSpPr txBox="1"/>
          <p:nvPr/>
        </p:nvSpPr>
        <p:spPr>
          <a:xfrm>
            <a:off x="429799" y="4161638"/>
            <a:ext cx="7536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Esses controles só funcionam com </a:t>
            </a:r>
            <a:r>
              <a:rPr b="1"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imagens de 8 ou 16 bits por canal</a:t>
            </a:r>
            <a:r>
              <a:rPr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41" name="Google Shape;141;p7"/>
          <p:cNvSpPr txBox="1"/>
          <p:nvPr/>
        </p:nvSpPr>
        <p:spPr>
          <a:xfrm>
            <a:off x="429799" y="4469415"/>
            <a:ext cx="67569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Finalizando: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configurar tudo: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aplicar a nitidez.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MÁSCARA DE NITIDEZ</a:t>
            </a:r>
            <a:endParaRPr sz="1100"/>
          </a:p>
        </p:txBody>
      </p:sp>
      <p:sp>
        <p:nvSpPr>
          <p:cNvPr id="147" name="Google Shape;147;p8"/>
          <p:cNvSpPr txBox="1"/>
          <p:nvPr/>
        </p:nvSpPr>
        <p:spPr>
          <a:xfrm>
            <a:off x="429800" y="1149717"/>
            <a:ext cx="841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filtro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 o contraste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pixels vizinhos para deixar a imagem mais definida,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detectar bordas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diretamente.</a:t>
            </a:r>
            <a:endParaRPr sz="1100"/>
          </a:p>
        </p:txBody>
      </p:sp>
      <p:sp>
        <p:nvSpPr>
          <p:cNvPr id="148" name="Google Shape;148;p8"/>
          <p:cNvSpPr txBox="1"/>
          <p:nvPr/>
        </p:nvSpPr>
        <p:spPr>
          <a:xfrm>
            <a:off x="429800" y="2088058"/>
            <a:ext cx="841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vez de procurar onde estão as arestas, ele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mede a diferença entre pixels vizinhos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e, com base nisso,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realça os contrastes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49" name="Google Shape;149;p8"/>
          <p:cNvSpPr txBox="1"/>
          <p:nvPr/>
        </p:nvSpPr>
        <p:spPr>
          <a:xfrm>
            <a:off x="429800" y="3026400"/>
            <a:ext cx="8411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funciona?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pixels mais claros ficam ainda mais claros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pixels escuros ficam mais escuros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cria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sensação de nitidez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principalmente ao redor de formas e contornos.</a:t>
            </a:r>
            <a:endParaRPr sz="1100"/>
          </a:p>
        </p:txBody>
      </p:sp>
      <p:sp>
        <p:nvSpPr>
          <p:cNvPr id="150" name="Google Shape;150;p8"/>
          <p:cNvSpPr txBox="1"/>
          <p:nvPr/>
        </p:nvSpPr>
        <p:spPr>
          <a:xfrm>
            <a:off x="429800" y="4426407"/>
            <a:ext cx="841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Cuidado com o exagero!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Muita nitidez cria halos (bordas claras/brancas ou escuras demais), que deixam a imagem artificial.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CONTROLES DA MÁSCARA DE NITIDEZ </a:t>
            </a:r>
            <a:endParaRPr sz="1100"/>
          </a:p>
        </p:txBody>
      </p:sp>
      <p:graphicFrame>
        <p:nvGraphicFramePr>
          <p:cNvPr id="156" name="Google Shape;156;p9"/>
          <p:cNvGraphicFramePr/>
          <p:nvPr/>
        </p:nvGraphicFramePr>
        <p:xfrm>
          <a:off x="628650" y="2033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{DC967040-EE1E-4ABF-814A-552778FD26A3}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Intensidade (Amount)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Define o quanto o contraste entre pixels será aumentado.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🔧 Sugestão para impressão: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150% a 200%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Raio (Radius)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Define quantos pixels ao redor das bordas serão afetados.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🔧 Imagens de alta resolução: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 a 2 pixels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Limiar (Threshold)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Define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quanta diferença precisa haver entre pixels vizinhos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para o filtro agir.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🔧 Valores entre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2 e 20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evitam ruídos ou distorções em áreas suaves.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Padrão: 0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 (afeta tudo!)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9"/>
          <p:cNvSpPr txBox="1"/>
          <p:nvPr/>
        </p:nvSpPr>
        <p:spPr>
          <a:xfrm>
            <a:off x="628650" y="1726016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Controles da Máscara de Nitidez</a:t>
            </a:r>
            <a:endParaRPr sz="1100"/>
          </a:p>
        </p:txBody>
      </p:sp>
      <p:sp>
        <p:nvSpPr>
          <p:cNvPr id="158" name="Google Shape;158;p9"/>
          <p:cNvSpPr/>
          <p:nvPr/>
        </p:nvSpPr>
        <p:spPr>
          <a:xfrm>
            <a:off x="628650" y="956574"/>
            <a:ext cx="8952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 Vá em: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 &gt; Tornar nítido &gt; Máscara de nitidez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janela vai abrir com três controles principais: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NITIDEZ </a:t>
            </a:r>
            <a:endParaRPr sz="1100"/>
          </a:p>
        </p:txBody>
      </p:sp>
      <p:sp>
        <p:nvSpPr>
          <p:cNvPr id="164" name="Google Shape;164;p10"/>
          <p:cNvSpPr txBox="1"/>
          <p:nvPr/>
        </p:nvSpPr>
        <p:spPr>
          <a:xfrm>
            <a:off x="551928" y="1157184"/>
            <a:ext cx="84387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na prática: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miniatura de visualização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comparar antes/depois.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Mova a janela do filtro se quiser ver o efeito direto na imagem principal.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claras ficarem exageradas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vá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Atenuar Máscara de Nitidez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escolha a opção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Luminosidade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suavizar.</a:t>
            </a:r>
            <a:endParaRPr sz="1100"/>
          </a:p>
          <a:p>
            <a:pPr indent="-1397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5" name="Google Shape;165;p10"/>
          <p:cNvGraphicFramePr/>
          <p:nvPr/>
        </p:nvGraphicFramePr>
        <p:xfrm>
          <a:off x="551928" y="4379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{DC967040-EE1E-4ABF-814A-552778FD26A3}</a:tableStyleId>
              </a:tblPr>
              <a:tblGrid>
                <a:gridCol w="3796550"/>
                <a:gridCol w="3796550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Parâmetro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Recomendado para impressão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Intensidade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150% a 200%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Raio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 a 2 pixels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Limiar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2 a 20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10"/>
          <p:cNvSpPr txBox="1"/>
          <p:nvPr/>
        </p:nvSpPr>
        <p:spPr>
          <a:xfrm>
            <a:off x="191413" y="4137748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Rápido:</a:t>
            </a:r>
            <a:endParaRPr sz="1100"/>
          </a:p>
        </p:txBody>
      </p:sp>
      <p:sp>
        <p:nvSpPr>
          <p:cNvPr id="167" name="Google Shape;167;p10"/>
          <p:cNvSpPr/>
          <p:nvPr/>
        </p:nvSpPr>
        <p:spPr>
          <a:xfrm>
            <a:off x="551928" y="2822541"/>
            <a:ext cx="8125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camada for </a:t>
            </a:r>
            <a:r>
              <a:rPr b="1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Inteligente</a:t>
            </a: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Photoshop aplica o filtro como </a:t>
            </a:r>
            <a:r>
              <a:rPr b="1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Filter</a:t>
            </a: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função </a:t>
            </a:r>
            <a:r>
              <a:rPr b="1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"Atenuar" não funciona com Filtros Inteligentes</a:t>
            </a: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resolver: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botão direito na camada &gt; </a:t>
            </a:r>
            <a:r>
              <a:rPr b="1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Rasterizar Camada</a:t>
            </a: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Aplique novamente o filtro (</a:t>
            </a:r>
            <a:r>
              <a:rPr b="0" i="0" lang="pt-BR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Filtro &gt; Nitidez &gt; Máscara de Nitidez</a:t>
            </a: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direto para </a:t>
            </a:r>
            <a:r>
              <a:rPr b="0" i="0" lang="pt-BR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Editar &gt; Atenuar</a:t>
            </a: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APLICAR NITIDEZ SELETIVAMENTE</a:t>
            </a:r>
            <a:endParaRPr sz="1100"/>
          </a:p>
        </p:txBody>
      </p:sp>
      <p:sp>
        <p:nvSpPr>
          <p:cNvPr id="173" name="Google Shape;173;p11"/>
          <p:cNvSpPr txBox="1"/>
          <p:nvPr/>
        </p:nvSpPr>
        <p:spPr>
          <a:xfrm>
            <a:off x="204330" y="1117808"/>
            <a:ext cx="87579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Às vezes, você não quer deixar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imagem toda nítida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né? Aí entra essa técnica: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nitidez apenas em partes específicas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imagem,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olhos, boca e contornos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sem afetar a textura da pele ou o fundo.</a:t>
            </a:r>
            <a:endParaRPr sz="1100"/>
          </a:p>
        </p:txBody>
      </p:sp>
      <p:sp>
        <p:nvSpPr>
          <p:cNvPr id="174" name="Google Shape;174;p11"/>
          <p:cNvSpPr txBox="1"/>
          <p:nvPr/>
        </p:nvSpPr>
        <p:spPr>
          <a:xfrm>
            <a:off x="204330" y="1816583"/>
            <a:ext cx="8579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fazer isso?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Preserva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rosto em retratos.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ruídos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exageros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áreas suaves (tipo céu, pele, fumaça).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ênfase nos pontos certos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olhos e contornos.</a:t>
            </a:r>
            <a:endParaRPr sz="1100"/>
          </a:p>
        </p:txBody>
      </p:sp>
      <p:sp>
        <p:nvSpPr>
          <p:cNvPr id="175" name="Google Shape;175;p11"/>
          <p:cNvSpPr txBox="1"/>
          <p:nvPr/>
        </p:nvSpPr>
        <p:spPr>
          <a:xfrm>
            <a:off x="204330" y="2977023"/>
            <a:ext cx="45798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(Passo a passo):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Camadas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selecione a camada da imagem que vai ser trabalhada.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qualquer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seleção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escolher a parte que deve ficar nítida: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Laço, Letreiro, Seleção rápida…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área selecionada, vá em: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 &gt; Tornar Nítido &gt; Máscara de nitidez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os controles como já vimos antes (Intensidade, Raio e Limiar).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76" name="Google Shape;176;p11"/>
          <p:cNvSpPr txBox="1"/>
          <p:nvPr/>
        </p:nvSpPr>
        <p:spPr>
          <a:xfrm>
            <a:off x="4784158" y="4981189"/>
            <a:ext cx="4178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Pronto! A nitidez será aplicada </a:t>
            </a:r>
            <a:r>
              <a:rPr b="1"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só dentro da seleção</a:t>
            </a:r>
            <a:r>
              <a:rPr lang="pt-BR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 O restante da imagem permanece igual.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DICA EXTRA (nível intermediário):</a:t>
            </a:r>
            <a:endParaRPr sz="1100"/>
          </a:p>
        </p:txBody>
      </p:sp>
      <p:sp>
        <p:nvSpPr>
          <p:cNvPr id="182" name="Google Shape;182;p12"/>
          <p:cNvSpPr/>
          <p:nvPr/>
        </p:nvSpPr>
        <p:spPr>
          <a:xfrm>
            <a:off x="0" y="1018049"/>
            <a:ext cx="91221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mais controle, em vez de seleção, você pode usar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máscaras de camada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botão Adicionar Máscara de Camada (lá em baixo)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 preto ou branco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pode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esconder ou revelar a nitidez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quiser.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Ótimo pra quando precisa 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transições suaves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155010" y="2390383"/>
            <a:ext cx="4593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de uso: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retrato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Aplique nitidez nos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olhos, cílios, boca e cabelo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Mantenha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pele suave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sem excesso de contraste.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AJUSTE DE NITIDEZ USANDO MÁSCARA DE ARESTA</a:t>
            </a:r>
            <a:endParaRPr sz="1100"/>
          </a:p>
        </p:txBody>
      </p:sp>
      <p:sp>
        <p:nvSpPr>
          <p:cNvPr id="189" name="Google Shape;189;p13"/>
          <p:cNvSpPr txBox="1"/>
          <p:nvPr/>
        </p:nvSpPr>
        <p:spPr>
          <a:xfrm>
            <a:off x="223119" y="1107370"/>
            <a:ext cx="858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método é um nível mais avançado: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uma máscara baseada nas arestas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 e aplica nitidez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somente onde há bordas reais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evitando ruído nas áreas suaves.</a:t>
            </a:r>
            <a:endParaRPr sz="1100"/>
          </a:p>
        </p:txBody>
      </p:sp>
      <p:sp>
        <p:nvSpPr>
          <p:cNvPr id="190" name="Google Shape;190;p13"/>
          <p:cNvSpPr txBox="1"/>
          <p:nvPr/>
        </p:nvSpPr>
        <p:spPr>
          <a:xfrm>
            <a:off x="223118" y="1876528"/>
            <a:ext cx="8589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funciona?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usa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canal com maior contraste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base, aplica alguns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filtros para destacar e suavizar as bordas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então usa isso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máscara de nitidez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PASSO A PASSO</a:t>
            </a:r>
            <a:endParaRPr sz="1100"/>
          </a:p>
        </p:txBody>
      </p:sp>
      <p:sp>
        <p:nvSpPr>
          <p:cNvPr id="196" name="Google Shape;196;p14"/>
          <p:cNvSpPr/>
          <p:nvPr/>
        </p:nvSpPr>
        <p:spPr>
          <a:xfrm>
            <a:off x="0" y="1126890"/>
            <a:ext cx="9144000" cy="43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🔍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painel Canais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(Janela &gt; Canais)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🟥🟩🟦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canal com maior contraste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(Normalmente o canal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Vermelho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📄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Duplique o canal escolhido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botão direito &gt; Duplicar Canal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🌩️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canal duplicado selecionado: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Filtro &gt; Estilizar &gt; Indicação de Arestas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Depois: Imagem &gt; Ajustes &gt; Inverter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💥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Engrosse as bordas: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Filtro &gt; Outros &gt; Máximo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raio baixo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 ou 2)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🎛️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Reduza ruídos aleatórios: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 &gt; Ruído &gt; Mediana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raio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baixo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🕶️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 contraste da máscara: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Ajustes &gt; Níveis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Aumente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 Preto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eliminar ruído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necessário,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pinte de preto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não quer nitidez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🌫️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Finalize com suavização: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 &gt; Desfoque &gt; Desfoque Gaussiano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um valor suave (1~2) pra difundir as bordas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FINALIZANDO A NITIDEZ COM MÁSCARA DE ARESTA</a:t>
            </a:r>
            <a:endParaRPr sz="1100"/>
          </a:p>
        </p:txBody>
      </p:sp>
      <p:sp>
        <p:nvSpPr>
          <p:cNvPr id="202" name="Google Shape;202;p15"/>
          <p:cNvSpPr/>
          <p:nvPr/>
        </p:nvSpPr>
        <p:spPr>
          <a:xfrm>
            <a:off x="413359" y="1203729"/>
            <a:ext cx="8070000" cy="41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CONTINUAÇÃO DO PASSO A PASSO</a:t>
            </a:r>
            <a:endParaRPr sz="1100"/>
          </a:p>
          <a:p>
            <a:pPr indent="-38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AutoNum type="arabicPeriod" startAt="9"/>
            </a:pPr>
            <a:r>
              <a:rPr b="0" i="0" lang="pt-BR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 a máscara de aresta em seleção: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Canais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clique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(Windows) 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 + clique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(Mac) no canal duplicado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transforma os tons brancos da máscara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 ativa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9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🖼️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Volte para o painel Camadas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camada da imagem principal (a que vai receber a nitidez)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seleção ainda deve estar visível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9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🔁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Inverta a seleção: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0" i="0" lang="pt-BR" sz="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Selecionar &gt; Inverter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vai selecionar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somente as bordas detectadas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anteriormente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9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🔧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Aplique a nitidez: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0" i="0" lang="pt-BR" sz="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Filtro &gt; Tornar Nítido &gt; Máscara de Nitidez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os controles conforme a imagem (Intensidade, Raio e Limiar)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0" i="0" lang="pt-BR" sz="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OK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9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👁️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Visualize o resultado final: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Canais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selecione o canal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0" i="0" lang="pt-BR" sz="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Selecionar &gt; Cancelar Seleção</a:t>
            </a:r>
            <a:r>
              <a:rPr b="0" i="0" lang="pt-BR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Ctrl+D)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DICA EXTRA (nível intermediário):</a:t>
            </a:r>
            <a:endParaRPr sz="1100"/>
          </a:p>
        </p:txBody>
      </p:sp>
      <p:sp>
        <p:nvSpPr>
          <p:cNvPr id="208" name="Google Shape;208;p16"/>
          <p:cNvSpPr txBox="1"/>
          <p:nvPr/>
        </p:nvSpPr>
        <p:spPr>
          <a:xfrm>
            <a:off x="420404" y="1232035"/>
            <a:ext cx="4579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você tem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máscara de arestas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super refinada. Aplique essa máscara em uma camada e depois use o filtro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Máscara de Nitidez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 Inteligente de Nitidez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será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restringido apenas às bordas reais da imagem.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0" y="3042328"/>
            <a:ext cx="84270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PARA TURMA: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“Esse tipo de técnica é usada em revistas, fotografia profissional e até retoques de moda. Evita exagero nas áreas suaves e garante nitidez só onde precisa!”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"Tornar Nítido" e "Tornar Mais Nítido" (ferramenta de pincel)</a:t>
            </a:r>
            <a:endParaRPr sz="1100"/>
          </a:p>
        </p:txBody>
      </p:sp>
      <p:sp>
        <p:nvSpPr>
          <p:cNvPr id="215" name="Google Shape;215;p17"/>
          <p:cNvSpPr txBox="1"/>
          <p:nvPr/>
        </p:nvSpPr>
        <p:spPr>
          <a:xfrm>
            <a:off x="457982" y="1136308"/>
            <a:ext cx="8241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tópico fala sobre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manual de pintura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nitidez — diferente dos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filtros automáticos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"Máscara de Nitidez" ou "Aplicação Inteligente de Nitidez".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tipo a diferença entre: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Filtros (aplicam o efeito globalmente ou por seleção/máscara)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Ferramenta Tornar Nítido (você "pinta" onde quer nitidez)</a:t>
            </a:r>
            <a:endParaRPr sz="1100"/>
          </a:p>
        </p:txBody>
      </p:sp>
      <p:sp>
        <p:nvSpPr>
          <p:cNvPr id="216" name="Google Shape;216;p17"/>
          <p:cNvSpPr txBox="1"/>
          <p:nvPr/>
        </p:nvSpPr>
        <p:spPr>
          <a:xfrm>
            <a:off x="378130" y="2742316"/>
            <a:ext cx="45798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Selecionar a ferramenta Tornar Nítido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 (lado esquerdo)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 no grupo da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Desfoque (Blur Tool)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é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pingo d’água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💧.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menu vai aparecer com 3 opções: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Desfoque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Nitidez (Sharpen Tool)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✅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Dedurar (Smudge Tool)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Nitidez (Sharpen Tool)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217" name="Google Shape;217;p17"/>
          <p:cNvSpPr txBox="1"/>
          <p:nvPr/>
        </p:nvSpPr>
        <p:spPr>
          <a:xfrm>
            <a:off x="4957958" y="2626900"/>
            <a:ext cx="39294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Ajustar configurações no topo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ferramenta selecionada, olhe no topo da tela (Barra de Opções):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o tamanho e a dureza.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Força (Strength):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 a intensidade da nitidez (comece com 20–30%).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Amostragem: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marque "Todas as Camadas" se estiver usando várias.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"Mais Preciso"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 quiser um resultado mais detalhado).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"Tornar Nítido" e "Tornar Mais Nítido" (ferramenta de pincel)</a:t>
            </a:r>
            <a:endParaRPr sz="1100"/>
          </a:p>
        </p:txBody>
      </p:sp>
      <p:sp>
        <p:nvSpPr>
          <p:cNvPr id="224" name="Google Shape;224;p18"/>
          <p:cNvSpPr txBox="1"/>
          <p:nvPr/>
        </p:nvSpPr>
        <p:spPr>
          <a:xfrm>
            <a:off x="401615" y="2415231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da diferença:</a:t>
            </a:r>
            <a:endParaRPr sz="1100"/>
          </a:p>
        </p:txBody>
      </p:sp>
      <p:graphicFrame>
        <p:nvGraphicFramePr>
          <p:cNvPr id="225" name="Google Shape;225;p18"/>
          <p:cNvGraphicFramePr/>
          <p:nvPr/>
        </p:nvGraphicFramePr>
        <p:xfrm>
          <a:off x="401615" y="2854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{DC967040-EE1E-4ABF-814A-552778FD26A3}</a:tableStyleId>
              </a:tblPr>
              <a:tblGrid>
                <a:gridCol w="1971675"/>
                <a:gridCol w="1971675"/>
                <a:gridCol w="1971675"/>
                <a:gridCol w="1971675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Recurso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Onde atua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Ideal para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Máscara de Nitidez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Filtro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Área selecionada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Ajuste técnico com controle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Aplicação Inteligente de Nitidez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Filtro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Toda imagem (ou com máscara)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Ajustes avançados com sombra/realce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Tornar Nítido / Mais Nítido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Ferramenta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Onde você pincela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Retoques pontuais rápidos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18"/>
          <p:cNvSpPr txBox="1"/>
          <p:nvPr/>
        </p:nvSpPr>
        <p:spPr>
          <a:xfrm>
            <a:off x="401615" y="1283194"/>
            <a:ext cx="8269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Pintar a nitidez na imagem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sobre as áreas que você quer deixar mais nítidas.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 o pincel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devagar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não exagerar.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Evite repetir muitas vezes no mesmo ponto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dar ruído ou distorção).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BORRAR</a:t>
            </a:r>
            <a:endParaRPr sz="1100"/>
          </a:p>
        </p:txBody>
      </p:sp>
      <p:sp>
        <p:nvSpPr>
          <p:cNvPr id="232" name="Google Shape;232;p19"/>
          <p:cNvSpPr txBox="1"/>
          <p:nvPr/>
        </p:nvSpPr>
        <p:spPr>
          <a:xfrm>
            <a:off x="307669" y="1139873"/>
            <a:ext cx="73206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(Ela está no mesmo grupo da ferramenta "Nitidez" e "Desfoque")</a:t>
            </a:r>
            <a:endParaRPr sz="1100"/>
          </a:p>
        </p:txBody>
      </p:sp>
      <p:sp>
        <p:nvSpPr>
          <p:cNvPr id="233" name="Google Shape;233;p19"/>
          <p:cNvSpPr/>
          <p:nvPr/>
        </p:nvSpPr>
        <p:spPr>
          <a:xfrm>
            <a:off x="307669" y="1537578"/>
            <a:ext cx="80982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resumo: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Borrar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arrastar cores como se fosse o dedo na tinta fresca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controlar: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de mesclagem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ela vai usar dados 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as camadas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só da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ativa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vai usar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de primeiro plano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início do traçado (com "Pintura a Dedo");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 temporário: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Segurar Alt (Windows) ou Option (Mac) ativa o modo “Pintura a Dedo” no meio do traço.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SUBEXPOSIÇÃO</a:t>
            </a:r>
            <a:endParaRPr sz="1100"/>
          </a:p>
        </p:txBody>
      </p:sp>
      <p:sp>
        <p:nvSpPr>
          <p:cNvPr id="239" name="Google Shape;239;p20"/>
          <p:cNvSpPr txBox="1"/>
          <p:nvPr/>
        </p:nvSpPr>
        <p:spPr>
          <a:xfrm>
            <a:off x="401615" y="1077243"/>
            <a:ext cx="457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(Uma das três ferramentas de retoque de luz, junto com Superexposição e Esponja)</a:t>
            </a:r>
            <a:endParaRPr sz="1100"/>
          </a:p>
        </p:txBody>
      </p:sp>
      <p:sp>
        <p:nvSpPr>
          <p:cNvPr id="240" name="Google Shape;240;p20"/>
          <p:cNvSpPr txBox="1"/>
          <p:nvPr/>
        </p:nvSpPr>
        <p:spPr>
          <a:xfrm>
            <a:off x="401615" y="1901278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Clareia áreas específicas da imagem,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alterar matiz ou saturação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01615" y="2956146"/>
            <a:ext cx="80982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ferramenta Subexposição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pt-B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pt-BR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opções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ajuste: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do pincel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Intervalo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(define onde o efeito atua: Sombras, Meios-tons ou Realces)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Exposição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(intensidade do clareamento)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imagem sobre as partes que deseja clarear.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SUPEREXPOSIÇÃO</a:t>
            </a:r>
            <a:endParaRPr sz="1100"/>
          </a:p>
        </p:txBody>
      </p:sp>
      <p:sp>
        <p:nvSpPr>
          <p:cNvPr id="247" name="Google Shape;247;p21"/>
          <p:cNvSpPr txBox="1"/>
          <p:nvPr/>
        </p:nvSpPr>
        <p:spPr>
          <a:xfrm>
            <a:off x="169102" y="937698"/>
            <a:ext cx="4579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(Uma das três ferramentas de retoque de luz no Photoshop)</a:t>
            </a:r>
            <a:endParaRPr sz="1100"/>
          </a:p>
        </p:txBody>
      </p:sp>
      <p:sp>
        <p:nvSpPr>
          <p:cNvPr id="248" name="Google Shape;248;p21"/>
          <p:cNvSpPr/>
          <p:nvPr/>
        </p:nvSpPr>
        <p:spPr>
          <a:xfrm>
            <a:off x="169102" y="1522218"/>
            <a:ext cx="8361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Escurece áreas específicas da imagem.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mais você passar a ferramenta, mais escura a área se torna.</a:t>
            </a:r>
            <a:endParaRPr sz="1100"/>
          </a:p>
        </p:txBody>
      </p:sp>
      <p:sp>
        <p:nvSpPr>
          <p:cNvPr id="249" name="Google Shape;249;p21"/>
          <p:cNvSpPr/>
          <p:nvPr/>
        </p:nvSpPr>
        <p:spPr>
          <a:xfrm>
            <a:off x="169102" y="2519248"/>
            <a:ext cx="81921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 o ícone da ferramenta Subexposição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(atalho: O) e selecione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Superexposição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opções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ajuste: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Ponta do pincel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Intervalo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Sombras, Meios-tons ou Realces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Exposição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intensidade do escurecimento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Aerógrafo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simula pressão contínua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Proteger Tons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evita saturação/queima excessiva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partes da imagem que deseja escurecer.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ESPONJA – Trabalha com Saturação de Cor</a:t>
            </a:r>
            <a:endParaRPr sz="1100"/>
          </a:p>
        </p:txBody>
      </p:sp>
      <p:sp>
        <p:nvSpPr>
          <p:cNvPr id="255" name="Google Shape;255;p22"/>
          <p:cNvSpPr txBox="1"/>
          <p:nvPr/>
        </p:nvSpPr>
        <p:spPr>
          <a:xfrm>
            <a:off x="298275" y="1106774"/>
            <a:ext cx="84762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intensidade da cor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áreas específicas: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Deixa as cores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vivas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Dessaturar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Deixa as cores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apagadas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até preto e branco</a:t>
            </a:r>
            <a:endParaRPr sz="1100"/>
          </a:p>
        </p:txBody>
      </p:sp>
      <p:sp>
        <p:nvSpPr>
          <p:cNvPr id="256" name="Google Shape;256;p22"/>
          <p:cNvSpPr/>
          <p:nvPr/>
        </p:nvSpPr>
        <p:spPr>
          <a:xfrm>
            <a:off x="298275" y="2140181"/>
            <a:ext cx="82671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uma imagem no Photoshop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Esponja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(mesmo grupo que Subexposição/Superexposição – atalho O)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opções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Saturar: Aumenta a intensidade da cor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Dessaturar: Diminui a intensidade da cor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 tamanho do pincel 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(intensidade)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Pinte sobre as áreas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deseja editar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298275" y="4478958"/>
            <a:ext cx="45798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é ótima para dar destaque a cores em objetos importantes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(como olhos, roupas, vegetação)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para tirar saturação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fundos ou pele com tons exagerados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Propriedades da Ferramenta Esponja no Photoshop</a:t>
            </a:r>
            <a:endParaRPr sz="1100"/>
          </a:p>
        </p:txBody>
      </p:sp>
      <p:sp>
        <p:nvSpPr>
          <p:cNvPr id="263" name="Google Shape;263;p23"/>
          <p:cNvSpPr txBox="1"/>
          <p:nvPr/>
        </p:nvSpPr>
        <p:spPr>
          <a:xfrm>
            <a:off x="251303" y="1097525"/>
            <a:ext cx="4579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aparecem?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abaixo da barra de menus, assim que você seleciona a ferramenta.</a:t>
            </a:r>
            <a:endParaRPr sz="1100"/>
          </a:p>
        </p:txBody>
      </p:sp>
      <p:sp>
        <p:nvSpPr>
          <p:cNvPr id="264" name="Google Shape;264;p23"/>
          <p:cNvSpPr/>
          <p:nvPr/>
        </p:nvSpPr>
        <p:spPr>
          <a:xfrm>
            <a:off x="394570" y="1960803"/>
            <a:ext cx="79101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Propriedades: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🖌️ Seletor de Predefinição de Pincel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tipo e tamanho do pincel que você deseja usar.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Saturar: Aumenta a intensidade das cores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Dessaturar: Diminui a intensidade das cores (até remover por completo)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Fluxo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força da saturação/dessaturação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aplicada.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Valores: 0% a 100%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Vibrância (Vibrance)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Mantém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naturalidade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cor ao fazer ajustes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Evita que tons de pele ou áreas delicadas fiquem artificialmente saturadas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recomendado manter ativado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✍️ Tamanho da Pressão da Caneta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Disponível para quem usa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mesa digitalizadora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 o tamanho do pincel conforme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aplicada com a caneta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Desfoque</a:t>
            </a:r>
            <a:endParaRPr sz="1100"/>
          </a:p>
        </p:txBody>
      </p:sp>
      <p:sp>
        <p:nvSpPr>
          <p:cNvPr id="270" name="Google Shape;270;p24"/>
          <p:cNvSpPr txBox="1"/>
          <p:nvPr/>
        </p:nvSpPr>
        <p:spPr>
          <a:xfrm>
            <a:off x="401614" y="1076648"/>
            <a:ext cx="830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faz?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efeito de desfoque em áreas específicas da imagem, suavizando detalhes e texturas.</a:t>
            </a:r>
            <a:endParaRPr sz="1100"/>
          </a:p>
        </p:txBody>
      </p:sp>
      <p:sp>
        <p:nvSpPr>
          <p:cNvPr id="271" name="Google Shape;271;p24"/>
          <p:cNvSpPr txBox="1"/>
          <p:nvPr/>
        </p:nvSpPr>
        <p:spPr>
          <a:xfrm>
            <a:off x="416882" y="1815084"/>
            <a:ext cx="83070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Desfoque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ferramentas.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barra de opções, ajuste: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pincel (área de efeito)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Dureza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(bordas do pincel — quanto mais dura, mais definida)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Intensidade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(força do desfoque aplicado)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sobre as partes da imagem que deseja desfocar.</a:t>
            </a:r>
            <a:endParaRPr sz="1100"/>
          </a:p>
        </p:txBody>
      </p:sp>
      <p:sp>
        <p:nvSpPr>
          <p:cNvPr id="272" name="Google Shape;272;p24"/>
          <p:cNvSpPr txBox="1"/>
          <p:nvPr/>
        </p:nvSpPr>
        <p:spPr>
          <a:xfrm>
            <a:off x="416881" y="3842219"/>
            <a:ext cx="4579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suavizar fundos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dar destaque ao assunto principal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reduzir detalhes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distraem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artísticos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de profundidade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