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OUndtrUP8id+UHXbfqeM40DRl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l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7d2ced7e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67d2ced7e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825226" y="898742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07639" y="2553422"/>
            <a:ext cx="4126107" cy="104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07639" y="3234689"/>
            <a:ext cx="4659137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149" y="1768139"/>
            <a:ext cx="3034668" cy="303466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07639" y="3602478"/>
            <a:ext cx="654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lt1"/>
                </a:solidFill>
              </a:rPr>
              <a:t>FERRAMENTA 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HISTÓRICO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LÁPIS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CORTE DEMARCADO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 DO HISTÓRICO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</a:rPr>
              <a:t>FERRAMENTA CORTE DEMARCADO</a:t>
            </a:r>
            <a:endParaRPr b="1" sz="3000"/>
          </a:p>
        </p:txBody>
      </p:sp>
      <p:sp>
        <p:nvSpPr>
          <p:cNvPr id="98" name="Google Shape;98;p2"/>
          <p:cNvSpPr txBox="1"/>
          <p:nvPr/>
        </p:nvSpPr>
        <p:spPr>
          <a:xfrm>
            <a:off x="406675" y="1351975"/>
            <a:ext cx="96054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Também chamada de </a:t>
            </a:r>
            <a:r>
              <a:rPr b="1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Crop Tool</a:t>
            </a: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essa ferramenta serve pra </a:t>
            </a:r>
            <a:r>
              <a:rPr b="1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recortar partes da imagem</a:t>
            </a: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que você não quer manter — é como cortar uma foto com tesoura, mas direto no computador!</a:t>
            </a:r>
            <a:endParaRPr sz="17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encontrar a ferramenta:</a:t>
            </a:r>
            <a:endParaRPr sz="17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Abra sua imagem no Photoshop.</a:t>
            </a:r>
            <a:endParaRPr sz="17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 </a:t>
            </a:r>
            <a:r>
              <a:rPr b="1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barra de ferramentas à esquerda</a:t>
            </a: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clique no ícone de </a:t>
            </a:r>
            <a:r>
              <a:rPr b="1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quadrado com bordas abertas</a:t>
            </a:r>
            <a:r>
              <a:rPr b="0" i="0" lang="pt-BR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/>
          </a:p>
          <a:p>
            <a:pPr indent="-3111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i="0" lang="pt-BR" sz="1800" u="none" cap="none" strike="noStrike">
                <a:solidFill>
                  <a:schemeClr val="dk1"/>
                </a:solidFill>
              </a:rPr>
              <a:t>Nome: </a:t>
            </a:r>
            <a:r>
              <a:rPr b="1" i="0" lang="pt-BR" sz="1800" u="none" cap="none" strike="noStrike">
                <a:solidFill>
                  <a:schemeClr val="dk1"/>
                </a:solidFill>
              </a:rPr>
              <a:t>Corte Demarcado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111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i="0" lang="pt-BR" sz="1800" u="none" cap="none" strike="noStrike">
                <a:solidFill>
                  <a:schemeClr val="dk1"/>
                </a:solidFill>
              </a:rPr>
              <a:t>Atalho no teclado: </a:t>
            </a:r>
            <a:r>
              <a:rPr b="1" i="0" lang="pt-BR" sz="1800" u="none" cap="none" strike="noStrike">
                <a:solidFill>
                  <a:schemeClr val="dk1"/>
                </a:solidFill>
              </a:rPr>
              <a:t>C</a:t>
            </a:r>
            <a:endParaRPr i="0" sz="1900" u="none" cap="none" strike="noStrike">
              <a:solidFill>
                <a:schemeClr val="dk1"/>
              </a:solidFill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085" y="1351975"/>
            <a:ext cx="765521" cy="6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39" y="4142318"/>
            <a:ext cx="907950" cy="807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</a:rPr>
              <a:t>FERRAMENTA CORTE DEMARCADO</a:t>
            </a:r>
            <a:endParaRPr b="1" sz="3000"/>
          </a:p>
        </p:txBody>
      </p:sp>
      <p:sp>
        <p:nvSpPr>
          <p:cNvPr id="106" name="Google Shape;106;p3"/>
          <p:cNvSpPr txBox="1"/>
          <p:nvPr/>
        </p:nvSpPr>
        <p:spPr>
          <a:xfrm>
            <a:off x="58800" y="1052175"/>
            <a:ext cx="12074400" cy="5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usar passo a passo: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Selecione a ferramenta Corte Demarcado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(ou aperte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 teclado).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quadro de corte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vai aparecer automaticamente sobre a imagem.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Você pode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clicar e arrastar nas laterais ou nos cantinhos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 quadro para ajustar o que quer manter.</a:t>
            </a:r>
            <a:endParaRPr/>
          </a:p>
          <a:p>
            <a: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pt-BR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Tudo </a:t>
            </a:r>
            <a:r>
              <a:rPr b="1" i="0" lang="pt-BR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fora do quadro vai ser cortado!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reposicionar a imagem dentro do quadro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clique 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arraste a imagem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pra onde quiser.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estiver satisfeito com o enquadramento: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Pressione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</a:t>
            </a:r>
            <a:r>
              <a:rPr b="0" i="0" lang="pt-BR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(Windows)  para aplicar o corte</a:t>
            </a:r>
            <a:r>
              <a:rPr b="0" i="0" lang="pt-BR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Ainda com a ferramenta Corte demarcado o usuário pode girar a imagem para fazer o alinhamento (caso ela esteja desalinhada).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a ferramenta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a seleção da área que vai ser cortada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colocar o ponteiro do mouse ao lado da seleção surge uma seta curvada que é usada para girar a imagem.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2635" y="1177446"/>
            <a:ext cx="966987" cy="81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</a:rPr>
              <a:t>Cortar uma imagem em definitivo é uma boa ideia?</a:t>
            </a:r>
            <a:endParaRPr b="1" sz="3000"/>
          </a:p>
        </p:txBody>
      </p:sp>
      <p:sp>
        <p:nvSpPr>
          <p:cNvPr id="113" name="Google Shape;113;p4"/>
          <p:cNvSpPr txBox="1"/>
          <p:nvPr/>
        </p:nvSpPr>
        <p:spPr>
          <a:xfrm>
            <a:off x="508575" y="1252230"/>
            <a:ext cx="1117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Antigamente, quando um usuário cortava uma imagem no Photoshop, era tipo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cortar com uma tesoura de verdade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errasse... já era!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Mas, graças às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novas versões do Photoshop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agora a gente pode cortar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medo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porque dá pra desfazer e voltar ao tamanho original quando quiser (desde que uma configuração esteja desmarcada).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08575" y="2729558"/>
            <a:ext cx="1134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cortar sem apagar a imagem original: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Corte Demarcado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enquadramento do corte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imagem, como já aprendemos antes.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Olhe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configurações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lá em cima (abaixo do menu superior).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Desmarque a opção: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"Excluir pixels cortados"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inglês: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Cropped Pixels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08576" y="4677666"/>
            <a:ext cx="11175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desmarcar essa opção?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desmarcada: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voltar atrás a qualquer momento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desfazer o corte.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marcada: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vai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de verdade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tudo que estiver fora da área cortada, como se você tivesse picotado a imagem com uma tesoura.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379500" y="2650500"/>
            <a:ext cx="101016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Photoshop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selecione a ferramenta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Corte Demarcado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controle superior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digite: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Largura (W)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Altura (H)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Resolução (Resolution)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72 ppi para telas ou 300 ppi para impressão)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1080 px x 1920 px com 72 ppi (tamanho vertical de uma imagem de celular)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lado dos campos de tamanho, clique no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suspenso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setinha pra  baixo).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um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fácil de lembrar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“Tamanho Stories”) e clique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“Nova predefinição de corte... Ou Salvar predefinição 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PREDEFINIÇÕES DE CORTE</a:t>
            </a:r>
            <a:endParaRPr b="1" sz="3000"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29060" l="25508" r="26873" t="66067"/>
          <a:stretch/>
        </p:blipFill>
        <p:spPr>
          <a:xfrm>
            <a:off x="3382954" y="3319397"/>
            <a:ext cx="4946854" cy="50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39150" l="31284" r="48714" t="31391"/>
          <a:stretch/>
        </p:blipFill>
        <p:spPr>
          <a:xfrm>
            <a:off x="9951249" y="4270075"/>
            <a:ext cx="2148899" cy="22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313579" y="1172990"/>
            <a:ext cx="11085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você quer sempre cortar uma imagem no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tamanho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um banner de redes sociais, uma capa de vídeo ou até uma moldura de foto de perfil?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tem uma função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maravilhosa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 criar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predefinições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ou seja,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de corte com tamanhos salvos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você não ter que digitar tudo de novo toda vez.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FERRAMENTA PINCEL</a:t>
            </a:r>
            <a:endParaRPr b="1" sz="3000"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48371" l="12396" r="84428" t="47064"/>
          <a:stretch/>
        </p:blipFill>
        <p:spPr>
          <a:xfrm>
            <a:off x="11069054" y="1280968"/>
            <a:ext cx="667536" cy="7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15725" y="1118375"/>
            <a:ext cx="1099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Pincel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tipo o lápis de cor ou o pincel de tinta do mundo real — só que no computador!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Photoshop, usamos ela pra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desenhar, pintar ou criar efeitos coloridos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direto na camada que estamos trabalhando. É simples, divertida e uma das primeiras ferramentas que todo mundo aprende a usar.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5697" y="2380346"/>
            <a:ext cx="10994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Como encontrar a ferramenta Pincel: </a:t>
            </a:r>
            <a:endParaRPr b="1"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Photoshop e clique em Arquivo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, para criar um documento novo.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de ferramentas do lado esquerdo, clique no ícone de pincel (parece um pincel mesmo).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Nome: Brush Tool Atalho no teclado: B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115724" y="3919225"/>
            <a:ext cx="1068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na prática: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ferramenta ativada,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botão esquerdo do mouse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arraste sobre o documento.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Você já está desenhando na tela.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15725" y="4904000"/>
            <a:ext cx="116208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do Pincel (barra superior):</a:t>
            </a:r>
            <a:endParaRPr b="1"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pincel estiver selecionado, você verá várias opções no topo da tela: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(Size):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 ou diminui o pincel</a:t>
            </a:r>
            <a:endParaRPr/>
          </a:p>
          <a:p>
            <a:pPr indent="-3111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as teclas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o tamanho rapidinho!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Dureza (Hardness):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se o pincel tem bordas suaves ou duras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Opacidade (Opacity):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a transparência da tinta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 (Flow):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a intensidade da tinta que sai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pode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com o botão direito do mouse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 para abrir rapidamente o painel de pincéis e ajustar tudo isso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FERRAMENTA PINCEL</a:t>
            </a:r>
            <a:endParaRPr b="1" sz="3000"/>
          </a:p>
        </p:txBody>
      </p:sp>
      <p:sp>
        <p:nvSpPr>
          <p:cNvPr id="140" name="Google Shape;140;p7"/>
          <p:cNvSpPr txBox="1"/>
          <p:nvPr/>
        </p:nvSpPr>
        <p:spPr>
          <a:xfrm>
            <a:off x="228950" y="1236700"/>
            <a:ext cx="11627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do Pincel (barra superior):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pincel estiver selecionado, você verá várias opções no topo da tela: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1333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</a:rPr>
              <a:t> </a:t>
            </a: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(Size):</a:t>
            </a: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 ou diminui o pincel</a:t>
            </a:r>
            <a:endParaRPr sz="1900"/>
          </a:p>
          <a:p>
            <a:pPr indent="-1333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</a:rPr>
              <a:t> </a:t>
            </a: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Dureza (Hardness):</a:t>
            </a: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se o pincel tem bordas suaves ou duras</a:t>
            </a:r>
            <a:endParaRPr sz="1900"/>
          </a:p>
          <a:p>
            <a:pPr indent="-1333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</a:rPr>
              <a:t> </a:t>
            </a: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Opacidade (Opacity):</a:t>
            </a: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a transparência da tinta</a:t>
            </a:r>
            <a:endParaRPr sz="1900"/>
          </a:p>
          <a:p>
            <a:pPr indent="-1333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</a:rPr>
              <a:t> </a:t>
            </a: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 (Flow):</a:t>
            </a: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a intensidade da tinta que sai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pode </a:t>
            </a:r>
            <a:r>
              <a:rPr b="1"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com o botão direito do mouse</a:t>
            </a: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 para abrir rapidamente o painel de pincéis e ajustar tudo isso.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DETALHANDO A FERRAMENTA PINCEL</a:t>
            </a:r>
            <a:endParaRPr b="1" sz="3000"/>
          </a:p>
        </p:txBody>
      </p:sp>
      <p:sp>
        <p:nvSpPr>
          <p:cNvPr id="146" name="Google Shape;146;p8"/>
          <p:cNvSpPr txBox="1"/>
          <p:nvPr/>
        </p:nvSpPr>
        <p:spPr>
          <a:xfrm>
            <a:off x="272625" y="1304850"/>
            <a:ext cx="116802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do Pincel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deixar o pincel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bem fininho como um lápis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bem largo como um rolo de tinta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chemeClr val="dk1"/>
                </a:solidFill>
              </a:rPr>
              <a:t>Para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ajustar: clique com o botão direito na tela ou vá no topo da tela, na barrinha onde aparece o nome do pincel.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controle deslizante para aumentar ou diminuir.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</a:rPr>
              <a:t>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rápido: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diminui</a:t>
            </a:r>
            <a:endParaRPr sz="1600"/>
          </a:p>
          <a:p>
            <a:pPr indent="-298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aumenta</a:t>
            </a:r>
            <a:endParaRPr sz="1600"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Dureza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dureza controla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pincel tem borda definida ou mais esfumada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de dureza = bordas firmes e nítidas (ótimo pra linhas)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 de dureza = bordas suaves e desfocadas (ótimo pra sombreados)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isso pra dar </a:t>
            </a: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textura e profundidade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aos seus desenhos.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DETALHANDO A FERRAMENTA PINCEL</a:t>
            </a:r>
            <a:endParaRPr b="1" sz="3000"/>
          </a:p>
        </p:txBody>
      </p:sp>
      <p:sp>
        <p:nvSpPr>
          <p:cNvPr id="152" name="Google Shape;152;p9"/>
          <p:cNvSpPr/>
          <p:nvPr/>
        </p:nvSpPr>
        <p:spPr>
          <a:xfrm>
            <a:off x="254696" y="1274365"/>
            <a:ext cx="1193730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Pincéis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já vem com vários tipos de pincéis: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Bolinhas, linhas finas, respingos e muito mais.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Dá pra escolher no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suspenso do pincel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ícone de engrenagem (⚙️) pra carregar mais estilos de pincel ou criar o seu!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254701" y="3127625"/>
            <a:ext cx="1116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Avançadas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Clicando no ícone ao lado do pincel (parece uma pastinha com uma engrenagem), você pode: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textura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ruído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espalhamento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mais.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efeitos personalizados e deixar a pintura com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cara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54696" y="4550268"/>
            <a:ext cx="1068052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Modos de Mesclagem (Blend Modes)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mistura sua pincelada com o que já existe na camada: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"Multiplicação" escurece,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"Superexposição" clareia,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"Normal" é o tradicional.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</a:rPr>
              <a:t>Dica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dá pra criar sombras, brilhos e luzes só mudando o modo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DETALHANDO A FERRAMENTA PINCEL</a:t>
            </a:r>
            <a:endParaRPr b="1" sz="3000"/>
          </a:p>
        </p:txBody>
      </p:sp>
      <p:sp>
        <p:nvSpPr>
          <p:cNvPr id="160" name="Google Shape;160;p10"/>
          <p:cNvSpPr/>
          <p:nvPr/>
        </p:nvSpPr>
        <p:spPr>
          <a:xfrm>
            <a:off x="162838" y="1216295"/>
            <a:ext cx="1159910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Opacidade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transparência da sua tinta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= cor total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50% = cor mais suave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10% = quase invisível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opacidade baixa pra criar efeitos leves, como névoa ou reflexo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162856" y="3536059"/>
            <a:ext cx="104592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 (Flow)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Parece com opacidade, mas funciona como se fosse 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pressão da tinta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 baixo = tinta saindo aos poucos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dk1"/>
                </a:solidFill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 alto = tinta sai de uma vez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Perfeito pra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sombreamento gradual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fosse um aerógrafo!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FERRAMENTA PINCEL DO HISTÓRICO</a:t>
            </a:r>
            <a:endParaRPr b="1" sz="3000"/>
          </a:p>
        </p:txBody>
      </p:sp>
      <p:sp>
        <p:nvSpPr>
          <p:cNvPr id="167" name="Google Shape;167;p11"/>
          <p:cNvSpPr txBox="1"/>
          <p:nvPr/>
        </p:nvSpPr>
        <p:spPr>
          <a:xfrm>
            <a:off x="173925" y="1123200"/>
            <a:ext cx="1181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você faz várias edições e depois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arrepende de algo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não quer desfazer tudo?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Pincel do Histórico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máquina do tempo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Photoshop! Com ela, você pode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pintar uma parte da imagem exatamente como ela era antes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tipo voltar só um pedacinho pro passado.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256325" y="2117625"/>
            <a:ext cx="11728800" cy="4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chemeClr val="lt2"/>
                </a:highlight>
              </a:rPr>
              <a:t>1. </a:t>
            </a:r>
            <a:r>
              <a:rPr b="1" lang="pt-BR" sz="1600">
                <a:solidFill>
                  <a:schemeClr val="dk1"/>
                </a:solidFill>
              </a:rPr>
              <a:t>Abrir o Photoshop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chemeClr val="lt2"/>
                </a:highlight>
              </a:rPr>
              <a:t>2.</a:t>
            </a:r>
            <a:r>
              <a:rPr b="1" lang="pt-BR" sz="1600">
                <a:solidFill>
                  <a:schemeClr val="dk1"/>
                </a:solidFill>
              </a:rPr>
              <a:t> Criar um novo projeto:  Menu Arquivo &gt; Novo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Tamanho: pode ser 1920x108</a:t>
            </a:r>
            <a:r>
              <a:rPr b="1" lang="pt-BR" sz="1600">
                <a:solidFill>
                  <a:schemeClr val="dk1"/>
                </a:solidFill>
              </a:rPr>
              <a:t>0 </a:t>
            </a:r>
            <a:r>
              <a:rPr b="1" lang="pt-BR" sz="1600">
                <a:solidFill>
                  <a:schemeClr val="dk1"/>
                </a:solidFill>
              </a:rPr>
              <a:t>Fundo: branco ou transparente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chemeClr val="lt2"/>
                </a:highlight>
              </a:rPr>
              <a:t>3. </a:t>
            </a:r>
            <a:r>
              <a:rPr b="1" lang="pt-BR" sz="1600">
                <a:solidFill>
                  <a:schemeClr val="dk1"/>
                </a:solidFill>
              </a:rPr>
              <a:t>Inserir uma imagem: Menu Arquivo &gt; Inserir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chemeClr val="lt2"/>
                </a:highlight>
              </a:rPr>
              <a:t>4. </a:t>
            </a:r>
            <a:r>
              <a:rPr b="1" lang="pt-BR" sz="1600">
                <a:solidFill>
                  <a:schemeClr val="dk1"/>
                </a:solidFill>
              </a:rPr>
              <a:t>Rasterizar a imagem: Vá até o Painel de Camadas (F7)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Clique com o botão direito na camada da imagem e Escolha Rasterizar camada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❗️ IMPORTANTE: Definir o estado do histórico AGORA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Vá até o Painel de Histórico (Janela &gt; Histórico)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Ao lado do primeiro estado (logo após inserir ou rasterizar a imagem), clique na caixinha vazia à esquerda para definir o estado-fonte do pincel de histórico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Isso marca o "ponto de referência" com as cores originais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pt-BR" sz="1600">
                <a:solidFill>
                  <a:schemeClr val="dk1"/>
                </a:solidFill>
                <a:highlight>
                  <a:schemeClr val="lt2"/>
                </a:highlight>
              </a:rPr>
              <a:t>5.</a:t>
            </a:r>
            <a:r>
              <a:rPr b="1" lang="pt-BR" sz="1600">
                <a:solidFill>
                  <a:schemeClr val="dk1"/>
                </a:solidFill>
              </a:rPr>
              <a:t> Deixar a imagem em preto e branco Menu Imagem &gt; Ajustes &gt; Preto e branco (Clique em OK)</a:t>
            </a:r>
            <a:endParaRPr b="1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7d2ced7e0_0_4"/>
          <p:cNvSpPr/>
          <p:nvPr/>
        </p:nvSpPr>
        <p:spPr>
          <a:xfrm>
            <a:off x="0" y="0"/>
            <a:ext cx="12192000" cy="10521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FERRAMENTA PINCEL DO HISTÓRICO</a:t>
            </a:r>
            <a:endParaRPr b="1" sz="3000"/>
          </a:p>
        </p:txBody>
      </p:sp>
      <p:sp>
        <p:nvSpPr>
          <p:cNvPr id="174" name="Google Shape;174;g367d2ced7e0_0_4"/>
          <p:cNvSpPr txBox="1"/>
          <p:nvPr/>
        </p:nvSpPr>
        <p:spPr>
          <a:xfrm>
            <a:off x="158100" y="1439525"/>
            <a:ext cx="11875800" cy="4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highlight>
                  <a:schemeClr val="lt2"/>
                </a:highlight>
              </a:rPr>
              <a:t>6. </a:t>
            </a:r>
            <a:r>
              <a:rPr b="1" lang="pt-BR" sz="1900">
                <a:solidFill>
                  <a:schemeClr val="dk1"/>
                </a:solidFill>
              </a:rPr>
              <a:t>Ativar o Pincel de Histórico:  Atalho: Y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Pincel comum pinta com a cor atual 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Pincel de histórico pinta com o estado salvo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Escolha um tamanho de pincel adequado e 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pt-BR" sz="1900">
                <a:solidFill>
                  <a:schemeClr val="dk1"/>
                </a:solidFill>
              </a:rPr>
              <a:t>pinte sobre as partes que deseja recuperar a cor original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Se você não marcar o estado original no painel de histórico, o pincel não tem "de onde buscar" as cores anteriores, e por isso pinta de branco (ou se comporta como o pincel comum).</a:t>
            </a:r>
            <a:endParaRPr b="1" sz="1900">
              <a:solidFill>
                <a:schemeClr val="dk1"/>
              </a:solidFill>
            </a:endParaRPr>
          </a:p>
          <a:p>
            <a:pPr indent="-9525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900">
                <a:solidFill>
                  <a:schemeClr val="dk1"/>
                </a:solidFill>
              </a:rPr>
              <a:t> </a:t>
            </a:r>
            <a:r>
              <a:rPr lang="pt-BR" sz="1900">
                <a:solidFill>
                  <a:schemeClr val="dk1"/>
                </a:solidFill>
              </a:rPr>
              <a:t>Lá no topo, ajuste como quiser:</a:t>
            </a:r>
            <a:endParaRPr sz="1900">
              <a:solidFill>
                <a:schemeClr val="dk1"/>
              </a:solidFill>
            </a:endParaRPr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pt-BR" sz="1900">
                <a:solidFill>
                  <a:schemeClr val="dk1"/>
                </a:solidFill>
              </a:rPr>
              <a:t>Tamanho do pincel</a:t>
            </a:r>
            <a:endParaRPr sz="1900">
              <a:solidFill>
                <a:schemeClr val="dk1"/>
              </a:solidFill>
            </a:endParaRPr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pt-BR" sz="1900">
                <a:solidFill>
                  <a:schemeClr val="dk1"/>
                </a:solidFill>
              </a:rPr>
              <a:t>Dureza</a:t>
            </a:r>
            <a:r>
              <a:rPr lang="pt-BR" sz="1900">
                <a:solidFill>
                  <a:schemeClr val="dk1"/>
                </a:solidFill>
              </a:rPr>
              <a:t>, </a:t>
            </a:r>
            <a:r>
              <a:rPr b="1" lang="pt-BR" sz="1900">
                <a:solidFill>
                  <a:schemeClr val="dk1"/>
                </a:solidFill>
              </a:rPr>
              <a:t>opacidade</a:t>
            </a:r>
            <a:r>
              <a:rPr lang="pt-BR" sz="1900">
                <a:solidFill>
                  <a:schemeClr val="dk1"/>
                </a:solidFill>
              </a:rPr>
              <a:t> e </a:t>
            </a:r>
            <a:r>
              <a:rPr b="1" lang="pt-BR" sz="1900">
                <a:solidFill>
                  <a:schemeClr val="dk1"/>
                </a:solidFill>
              </a:rPr>
              <a:t>modo de mesclagem</a:t>
            </a:r>
            <a:endParaRPr sz="1900">
              <a:solidFill>
                <a:schemeClr val="dk1"/>
              </a:solidFill>
            </a:endParaRPr>
          </a:p>
          <a:p>
            <a:pPr indent="-9525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900">
                <a:solidFill>
                  <a:schemeClr val="dk1"/>
                </a:solidFill>
              </a:rPr>
              <a:t>Agora é só </a:t>
            </a:r>
            <a:r>
              <a:rPr b="1" lang="pt-BR" sz="1900">
                <a:solidFill>
                  <a:schemeClr val="dk1"/>
                </a:solidFill>
              </a:rPr>
              <a:t>pintar sobre a imagem</a:t>
            </a:r>
            <a:r>
              <a:rPr lang="pt-BR" sz="1900">
                <a:solidFill>
                  <a:schemeClr val="dk1"/>
                </a:solidFill>
              </a:rPr>
              <a:t>. Onde você pintar, </a:t>
            </a:r>
            <a:r>
              <a:rPr b="1" lang="pt-BR" sz="1900">
                <a:solidFill>
                  <a:schemeClr val="dk1"/>
                </a:solidFill>
              </a:rPr>
              <a:t>o Photoshop vai restaurar como era antes</a:t>
            </a:r>
            <a:r>
              <a:rPr lang="pt-BR" sz="1900">
                <a:solidFill>
                  <a:schemeClr val="dk1"/>
                </a:solidFill>
              </a:rPr>
              <a:t>.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FERRAMENTA LÁPIS</a:t>
            </a:r>
            <a:endParaRPr b="1" sz="3000"/>
          </a:p>
        </p:txBody>
      </p:sp>
      <p:sp>
        <p:nvSpPr>
          <p:cNvPr id="180" name="Google Shape;180;p12"/>
          <p:cNvSpPr txBox="1"/>
          <p:nvPr/>
        </p:nvSpPr>
        <p:spPr>
          <a:xfrm>
            <a:off x="274975" y="1697875"/>
            <a:ext cx="11726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Lápis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como o irmão mais novo da ferramenta Pincel . 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mais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perfeito pra fazer detalhes ou linhas bem definidas.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Diferente do pincel, o lápis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tem controle de fluxo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a tinta sai de uma vez só, com bordas mais duras. Ideal pra traços fortes e bem marcados — tipo desenhar com canetinha ou lápis mesmo.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1"/>
                </a:solidFill>
              </a:rPr>
              <a:t>ATIVIDADE</a:t>
            </a:r>
            <a:endParaRPr b="1" sz="3000"/>
          </a:p>
        </p:txBody>
      </p:sp>
      <p:sp>
        <p:nvSpPr>
          <p:cNvPr id="187" name="Google Shape;187;p13"/>
          <p:cNvSpPr txBox="1"/>
          <p:nvPr/>
        </p:nvSpPr>
        <p:spPr>
          <a:xfrm>
            <a:off x="471740" y="1273049"/>
            <a:ext cx="11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"Volta no tempo com o pincel mágico"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/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usar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do Histórico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restaurar partes específicas de uma imagem alterada, deixando o restante com os efeitos aplicados.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471750" y="3242225"/>
            <a:ext cx="110607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Atividade prática: Recuperando cores com estilo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Escolha </a:t>
            </a:r>
            <a:r>
              <a:rPr b="1" lang="pt-BR" sz="1700">
                <a:solidFill>
                  <a:schemeClr val="dk1"/>
                </a:solidFill>
              </a:rPr>
              <a:t>3 imagens diferentes</a:t>
            </a:r>
            <a:r>
              <a:rPr lang="pt-BR" sz="1700">
                <a:solidFill>
                  <a:schemeClr val="dk1"/>
                </a:solidFill>
              </a:rPr>
              <a:t> (foto  de uma pessoa, animal, paisagem, etc).</a:t>
            </a:r>
            <a:br>
              <a:rPr lang="pt-BR" sz="1700">
                <a:solidFill>
                  <a:schemeClr val="dk1"/>
                </a:solidFill>
              </a:rPr>
            </a:br>
            <a:r>
              <a:rPr lang="pt-BR" sz="1700">
                <a:solidFill>
                  <a:schemeClr val="dk1"/>
                </a:solidFill>
              </a:rPr>
              <a:t>Aplique o efeito </a:t>
            </a:r>
            <a:r>
              <a:rPr b="1" lang="pt-BR" sz="1700">
                <a:solidFill>
                  <a:schemeClr val="dk1"/>
                </a:solidFill>
              </a:rPr>
              <a:t>Preto e Branco</a:t>
            </a:r>
            <a:r>
              <a:rPr lang="pt-BR" sz="1700">
                <a:solidFill>
                  <a:schemeClr val="dk1"/>
                </a:solidFill>
              </a:rPr>
              <a:t> e use o </a:t>
            </a:r>
            <a:r>
              <a:rPr b="1" lang="pt-BR" sz="1700">
                <a:solidFill>
                  <a:schemeClr val="dk1"/>
                </a:solidFill>
              </a:rPr>
              <a:t>Pincel de Histórico</a:t>
            </a:r>
            <a:r>
              <a:rPr lang="pt-BR" sz="1700">
                <a:solidFill>
                  <a:schemeClr val="dk1"/>
                </a:solidFill>
              </a:rPr>
              <a:t> para recuperar </a:t>
            </a:r>
            <a:r>
              <a:rPr b="1" lang="pt-BR" sz="1700">
                <a:solidFill>
                  <a:schemeClr val="dk1"/>
                </a:solidFill>
              </a:rPr>
              <a:t>detalhes coloridos</a:t>
            </a:r>
            <a:r>
              <a:rPr lang="pt-BR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Capriche no visual! Crie composições bonitas, com foco em objetos, roupas ou detalhes que chamem atenção.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