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715000" cx="9144000"/>
  <p:notesSz cx="6858000" cy="9144000"/>
  <p:embeddedFontLst>
    <p:embeddedFont>
      <p:font typeface="Play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OAqr1ywWS+iuYbEwVae3Vi49Y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89504D-0B66-4863-AE4F-F7F809195247}">
  <a:tblStyle styleId="{3F89504D-0B66-4863-AE4F-F7F8091952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30725" y="3002075"/>
            <a:ext cx="45882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RETANGULAR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ELÍPTICO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DE LINHA ÚNICA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DE COLUNA ÚNICA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MOVER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LAÇO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LAÇO POLIGONAL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LAÇO MAGNÉTICO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VARINHA MÁGICA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Retangular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326459" y="1085898"/>
            <a:ext cx="45798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essa ferramenta faz?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partes da imagem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formato 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(quando alternada para letreiro elíptico)</a:t>
            </a:r>
            <a:endParaRPr sz="1100"/>
          </a:p>
        </p:txBody>
      </p:sp>
      <p:sp>
        <p:nvSpPr>
          <p:cNvPr id="99" name="Google Shape;99;p2"/>
          <p:cNvSpPr txBox="1"/>
          <p:nvPr/>
        </p:nvSpPr>
        <p:spPr>
          <a:xfrm>
            <a:off x="326459" y="2667027"/>
            <a:ext cx="84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 esquerda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Photoshop.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ícone em forma de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tracejado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não estiver aparecendo o letreiro retangular,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ver as outras opções do grupo (como o elíptico).</a:t>
            </a:r>
            <a:endParaRPr sz="1100"/>
          </a:p>
        </p:txBody>
      </p:sp>
      <p:sp>
        <p:nvSpPr>
          <p:cNvPr id="100" name="Google Shape;100;p2"/>
          <p:cNvSpPr/>
          <p:nvPr/>
        </p:nvSpPr>
        <p:spPr>
          <a:xfrm>
            <a:off x="330374" y="4077668"/>
            <a:ext cx="84834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ferramenta ou aperte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imagem.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uma seleção em formato retangular.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83964" l="0" r="97034" t="12677"/>
          <a:stretch/>
        </p:blipFill>
        <p:spPr>
          <a:xfrm>
            <a:off x="7039089" y="1107653"/>
            <a:ext cx="738573" cy="743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Opções – Ferramenta Letreiro Retangular 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629824" y="1014613"/>
            <a:ext cx="7884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Fica na parte de cima do Photoshop, logo abaixo do menu (Arquivo, Editar, etc.)</a:t>
            </a:r>
            <a:endParaRPr sz="1100"/>
          </a:p>
        </p:txBody>
      </p:sp>
      <p:sp>
        <p:nvSpPr>
          <p:cNvPr id="108" name="Google Shape;108;p3"/>
          <p:cNvSpPr txBox="1"/>
          <p:nvPr/>
        </p:nvSpPr>
        <p:spPr>
          <a:xfrm>
            <a:off x="203548" y="1322390"/>
            <a:ext cx="8736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essa barra?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Toda vez que você seleciona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ferramenta diferente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Photoshop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opções novas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 no topo.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Essas opções mudam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acordo com a ferramenta 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Sempre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olhe o topo da tela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mudar de ferramenta! Lá é onde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ela vai funcionar.</a:t>
            </a:r>
            <a:endParaRPr sz="1100"/>
          </a:p>
        </p:txBody>
      </p:sp>
      <p:sp>
        <p:nvSpPr>
          <p:cNvPr id="109" name="Google Shape;109;p3"/>
          <p:cNvSpPr txBox="1"/>
          <p:nvPr/>
        </p:nvSpPr>
        <p:spPr>
          <a:xfrm>
            <a:off x="2282085" y="2367415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caso do Letreiro Retangular, o que aparece?</a:t>
            </a:r>
            <a:endParaRPr sz="1100"/>
          </a:p>
        </p:txBody>
      </p:sp>
      <p:graphicFrame>
        <p:nvGraphicFramePr>
          <p:cNvPr id="110" name="Google Shape;110;p3"/>
          <p:cNvGraphicFramePr/>
          <p:nvPr/>
        </p:nvGraphicFramePr>
        <p:xfrm>
          <a:off x="628649" y="28129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{3F89504D-0B66-4863-AE4F-F7F809195247}</a:tableStyleId>
              </a:tblPr>
              <a:tblGrid>
                <a:gridCol w="3943350"/>
                <a:gridCol w="3943350"/>
              </a:tblGrid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Ícone/Opção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Função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Novo Seleção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Cria uma nova seleção do zero.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Adicionar à seleção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Junta uma nova seleção com a anterior.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Subtrair da seleção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parte da seleção que você já fez.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Interseção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 apenas a área que se sobrepõe entre seleções.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Suavizar borda (Feather)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Deixa a borda da seleção mais suave/desfocada.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Estilo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Define como o tamanho da seleção será controlado (livre, fixo, etc).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Barra de Opções – Ferramenta Letreiro Retangular </a:t>
            </a:r>
            <a:endParaRPr sz="1100"/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93608" l="0" r="36089" t="0"/>
          <a:stretch/>
        </p:blipFill>
        <p:spPr>
          <a:xfrm>
            <a:off x="1087954" y="1121433"/>
            <a:ext cx="6636150" cy="5898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4"/>
          <p:cNvCxnSpPr/>
          <p:nvPr/>
        </p:nvCxnSpPr>
        <p:spPr>
          <a:xfrm>
            <a:off x="1314548" y="1624975"/>
            <a:ext cx="0" cy="37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4"/>
          <p:cNvSpPr txBox="1"/>
          <p:nvPr/>
        </p:nvSpPr>
        <p:spPr>
          <a:xfrm>
            <a:off x="629630" y="1929996"/>
            <a:ext cx="10122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SELECIONAR AS PREDEFINIÇÕES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4"/>
          <p:cNvCxnSpPr/>
          <p:nvPr/>
        </p:nvCxnSpPr>
        <p:spPr>
          <a:xfrm>
            <a:off x="1723786" y="1624975"/>
            <a:ext cx="8100" cy="106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" name="Google Shape;120;p4"/>
          <p:cNvSpPr txBox="1"/>
          <p:nvPr/>
        </p:nvSpPr>
        <p:spPr>
          <a:xfrm>
            <a:off x="1000055" y="2647413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ESTIVER SELECIONADO ABRE UMA NOVA SELEÇÃO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1952892" y="1559433"/>
            <a:ext cx="12300" cy="198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4"/>
          <p:cNvSpPr txBox="1"/>
          <p:nvPr/>
        </p:nvSpPr>
        <p:spPr>
          <a:xfrm>
            <a:off x="1166294" y="3497643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 UMA SELEÇÃO A SELEÇÃO JÁ EXISTENTE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2140561" y="1559433"/>
            <a:ext cx="15900" cy="213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4"/>
          <p:cNvSpPr txBox="1"/>
          <p:nvPr/>
        </p:nvSpPr>
        <p:spPr>
          <a:xfrm>
            <a:off x="2156930" y="3693183"/>
            <a:ext cx="1335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SUBTRAI UMA PARTE DA SELEÇÃO JÁ EXISTENTE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2332055" y="1559433"/>
            <a:ext cx="8100" cy="118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4"/>
          <p:cNvSpPr txBox="1"/>
          <p:nvPr/>
        </p:nvSpPr>
        <p:spPr>
          <a:xfrm>
            <a:off x="2194710" y="2713923"/>
            <a:ext cx="1297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APENAS A PARTE QUE FOR SELECIONADA ENTRE AS DUAS SELEÇÕES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2875467" y="1559433"/>
            <a:ext cx="0" cy="37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" name="Google Shape;128;p4"/>
          <p:cNvSpPr txBox="1"/>
          <p:nvPr/>
        </p:nvSpPr>
        <p:spPr>
          <a:xfrm>
            <a:off x="2446805" y="1880121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 O FORMATO DA SELEÇÃO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3840401" y="1624975"/>
            <a:ext cx="0" cy="37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" name="Google Shape;130;p4"/>
          <p:cNvSpPr txBox="1"/>
          <p:nvPr/>
        </p:nvSpPr>
        <p:spPr>
          <a:xfrm>
            <a:off x="3275930" y="1999225"/>
            <a:ext cx="1248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UTILIZADO PARA SUAVIZAR O SERRILHAMENTO DAS ELIPSES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 flipH="1">
            <a:off x="4636373" y="1711329"/>
            <a:ext cx="13800" cy="1320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2" name="Google Shape;132;p4"/>
          <p:cNvSpPr txBox="1"/>
          <p:nvPr/>
        </p:nvSpPr>
        <p:spPr>
          <a:xfrm>
            <a:off x="4137810" y="3031329"/>
            <a:ext cx="1401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 O ESTILO PARA PROPORÇÕES QUE O USUÁRIO PODE DEFINIR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6488667" y="1738621"/>
            <a:ext cx="7500" cy="382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4"/>
          <p:cNvCxnSpPr/>
          <p:nvPr/>
        </p:nvCxnSpPr>
        <p:spPr>
          <a:xfrm rot="10800000">
            <a:off x="4659417" y="2112929"/>
            <a:ext cx="1836900" cy="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4"/>
          <p:cNvCxnSpPr/>
          <p:nvPr/>
        </p:nvCxnSpPr>
        <p:spPr>
          <a:xfrm>
            <a:off x="5654367" y="1645079"/>
            <a:ext cx="0" cy="476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4"/>
          <p:cNvCxnSpPr/>
          <p:nvPr/>
        </p:nvCxnSpPr>
        <p:spPr>
          <a:xfrm>
            <a:off x="7091817" y="1624975"/>
            <a:ext cx="0" cy="37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4"/>
          <p:cNvSpPr txBox="1"/>
          <p:nvPr/>
        </p:nvSpPr>
        <p:spPr>
          <a:xfrm>
            <a:off x="6658560" y="1999225"/>
            <a:ext cx="1667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SELECIONANDO ESSA OPÇÃO VOCÊ PODE FAZER ALTERAÇÕES PARA MELHOR VISUALIZAÇÃO DA SELEÇÃO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580228" y="4535829"/>
            <a:ext cx="41568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OBS: AS OPÇÕES PARA AS FERRAMENTAS LETREIRO RETANGULAR, ELÍPTICO, LINHA ÚNICA E COLUNA ÚNICA SÃO AS MESMAS, COM EXCEÇÃO DO  SUAVIZAR SERRILHAMENTO QUE É ÚNICO DO LETREIRO ELÍPTICO</a:t>
            </a:r>
            <a:endParaRPr b="1" sz="8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Elíptico</a:t>
            </a:r>
            <a:endParaRPr sz="1100"/>
          </a:p>
        </p:txBody>
      </p:sp>
      <p:sp>
        <p:nvSpPr>
          <p:cNvPr id="144" name="Google Shape;144;p5"/>
          <p:cNvSpPr txBox="1"/>
          <p:nvPr/>
        </p:nvSpPr>
        <p:spPr>
          <a:xfrm>
            <a:off x="317065" y="1096932"/>
            <a:ext cx="45798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essa ferramenta faz?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seleções em forma de:</a:t>
            </a:r>
            <a:endParaRPr sz="1100"/>
          </a:p>
          <a:p>
            <a:pPr indent="-2222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317064" y="2097206"/>
            <a:ext cx="5019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 esquerda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 o ícone da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Letreiro Retangular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a opção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Elíptico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menu que aparece.</a:t>
            </a:r>
            <a:endParaRPr sz="1100"/>
          </a:p>
        </p:txBody>
      </p:sp>
      <p:sp>
        <p:nvSpPr>
          <p:cNvPr id="146" name="Google Shape;146;p5"/>
          <p:cNvSpPr txBox="1"/>
          <p:nvPr/>
        </p:nvSpPr>
        <p:spPr>
          <a:xfrm>
            <a:off x="317064" y="3155902"/>
            <a:ext cx="50190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ferramenta ativada, clique e arraste sobre a imagem.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aparecer uma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em formato oval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(elipse).</a:t>
            </a:r>
            <a:endParaRPr sz="1100"/>
          </a:p>
        </p:txBody>
      </p:sp>
      <p:sp>
        <p:nvSpPr>
          <p:cNvPr id="147" name="Google Shape;147;p5"/>
          <p:cNvSpPr/>
          <p:nvPr/>
        </p:nvSpPr>
        <p:spPr>
          <a:xfrm>
            <a:off x="317064" y="4105593"/>
            <a:ext cx="4895100" cy="11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de proporção: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Círculo perfeito: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Segure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arrasta.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centro para fora: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Segure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25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Juntos: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 + Alt = círculo centralizado.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83956" l="0" r="97019" t="12965"/>
          <a:stretch/>
        </p:blipFill>
        <p:spPr>
          <a:xfrm>
            <a:off x="7764908" y="1115833"/>
            <a:ext cx="796707" cy="731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de Linha Única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533139" y="932502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essa ferramenta faz?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com 1 pixel de espessura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Pode ser usada para: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linha horizontal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 vertical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pixels.</a:t>
            </a:r>
            <a:endParaRPr sz="1100"/>
          </a:p>
        </p:txBody>
      </p:sp>
      <p:sp>
        <p:nvSpPr>
          <p:cNvPr id="155" name="Google Shape;155;p6"/>
          <p:cNvSpPr txBox="1"/>
          <p:nvPr/>
        </p:nvSpPr>
        <p:spPr>
          <a:xfrm>
            <a:off x="533138" y="2219290"/>
            <a:ext cx="53436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 o ícone da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Retangular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de Linha Horizontal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de Linha Vertical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33139" y="3736909"/>
            <a:ext cx="4579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uma vez na área da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linha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pixel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selecionada: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for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linha vai de um lado ao outro da imagem.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for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linha sobe e desce no ponto clicado.</a:t>
            </a:r>
            <a:endParaRPr sz="1100"/>
          </a:p>
        </p:txBody>
      </p:sp>
      <p:sp>
        <p:nvSpPr>
          <p:cNvPr id="157" name="Google Shape;157;p6"/>
          <p:cNvSpPr txBox="1"/>
          <p:nvPr/>
        </p:nvSpPr>
        <p:spPr>
          <a:xfrm>
            <a:off x="5505153" y="3967742"/>
            <a:ext cx="35253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bordas muito finas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Fazer correções com zoom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linhas de pixels específicos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Trabalhar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de grade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cortes ou divisões exatas.</a:t>
            </a:r>
            <a:endParaRPr sz="1100"/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3">
            <a:alphaModFix/>
          </a:blip>
          <a:srcRect b="83688" l="0" r="96968" t="12687"/>
          <a:stretch/>
        </p:blipFill>
        <p:spPr>
          <a:xfrm>
            <a:off x="7844793" y="1012541"/>
            <a:ext cx="766067" cy="813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Letreiro de Coluna Única</a:t>
            </a:r>
            <a:endParaRPr sz="1100"/>
          </a:p>
        </p:txBody>
      </p:sp>
      <p:sp>
        <p:nvSpPr>
          <p:cNvPr id="164" name="Google Shape;164;p7"/>
          <p:cNvSpPr txBox="1"/>
          <p:nvPr/>
        </p:nvSpPr>
        <p:spPr>
          <a:xfrm>
            <a:off x="461452" y="961993"/>
            <a:ext cx="6839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essa ferramenta faz?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uma seleção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pixel de largura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altura total da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selecionar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coluna vertical inteira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5" name="Google Shape;165;p7"/>
          <p:cNvSpPr txBox="1"/>
          <p:nvPr/>
        </p:nvSpPr>
        <p:spPr>
          <a:xfrm>
            <a:off x="461452" y="1816607"/>
            <a:ext cx="6839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segure o ícone 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Letreiro Retangular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de Coluna Única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6" name="Google Shape;166;p7"/>
          <p:cNvSpPr txBox="1"/>
          <p:nvPr/>
        </p:nvSpPr>
        <p:spPr>
          <a:xfrm>
            <a:off x="461452" y="2671220"/>
            <a:ext cx="6839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qualquer ponto da imagem.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aparecer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vertical de 1 pixel de largura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pegando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 a altura da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7" name="Google Shape;167;p7"/>
          <p:cNvSpPr txBox="1"/>
          <p:nvPr/>
        </p:nvSpPr>
        <p:spPr>
          <a:xfrm>
            <a:off x="461452" y="3835651"/>
            <a:ext cx="45798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Diferença entre as duas ferramentas:</a:t>
            </a:r>
            <a:endParaRPr sz="1100"/>
          </a:p>
        </p:txBody>
      </p:sp>
      <p:graphicFrame>
        <p:nvGraphicFramePr>
          <p:cNvPr id="168" name="Google Shape;168;p7"/>
          <p:cNvGraphicFramePr/>
          <p:nvPr/>
        </p:nvGraphicFramePr>
        <p:xfrm>
          <a:off x="461452" y="4371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{3F89504D-0B66-4863-AE4F-F7F809195247}</a:tableStyleId>
              </a:tblPr>
              <a:tblGrid>
                <a:gridCol w="3943350"/>
                <a:gridCol w="39433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Ferramenta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Seleciona...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Letreiro de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Linha Única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pixel na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horizontal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Letreiro de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Coluna Única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1 pixel na </a:t>
                      </a: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vertical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MINI ATIVIDADE – SELEÇÃO, CÓPIA E TRANSFORMAÇÃO LIVRE</a:t>
            </a:r>
            <a:endParaRPr sz="1100"/>
          </a:p>
        </p:txBody>
      </p:sp>
      <p:sp>
        <p:nvSpPr>
          <p:cNvPr id="174" name="Google Shape;174;p8"/>
          <p:cNvSpPr txBox="1"/>
          <p:nvPr/>
        </p:nvSpPr>
        <p:spPr>
          <a:xfrm>
            <a:off x="251303" y="1086493"/>
            <a:ext cx="8589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Tema: Café com fotografia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misturar duas imagens usando as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(Letreiro Elíptico)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comando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Transformação Livre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</p:txBody>
      </p:sp>
      <p:sp>
        <p:nvSpPr>
          <p:cNvPr id="175" name="Google Shape;175;p8"/>
          <p:cNvSpPr txBox="1"/>
          <p:nvPr/>
        </p:nvSpPr>
        <p:spPr>
          <a:xfrm>
            <a:off x="251303" y="1941249"/>
            <a:ext cx="457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Letreiro Elíptico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Atalhos de teclado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Transformação Livre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 movimentação com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setas do teclado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Diferença </a:t>
            </a:r>
            <a:endParaRPr sz="1100"/>
          </a:p>
        </p:txBody>
      </p:sp>
      <p:sp>
        <p:nvSpPr>
          <p:cNvPr id="181" name="Google Shape;181;p9"/>
          <p:cNvSpPr/>
          <p:nvPr/>
        </p:nvSpPr>
        <p:spPr>
          <a:xfrm>
            <a:off x="263046" y="1055575"/>
            <a:ext cx="57825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Abra o Photoshop CS6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em Arquivo &gt; Abrir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imagens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câmera fotográfica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xícara de café (vista de cima)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263046" y="2231373"/>
            <a:ext cx="82671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Selecione a Ferramenta Letreiro Elíptico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não aparecer a versão elíptica,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segure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ícone do letreiro e selecione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elíptico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263046" y="2885398"/>
            <a:ext cx="86178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Faça a seleção da lente da câmera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Posicione o mouse sobre a lente da câmera.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Clique, segure e arraste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formar um círculo sobre a lente.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Para fazer 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perfeito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Para começar o círculo 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centro da lente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 + Alt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juntos =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 perfeito e centralizado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63046" y="4566963"/>
            <a:ext cx="86178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Copie a seleção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 → Isso copia a lente.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Diferença </a:t>
            </a:r>
            <a:endParaRPr sz="1100"/>
          </a:p>
        </p:txBody>
      </p:sp>
      <p:sp>
        <p:nvSpPr>
          <p:cNvPr id="190" name="Google Shape;190;p10"/>
          <p:cNvSpPr/>
          <p:nvPr/>
        </p:nvSpPr>
        <p:spPr>
          <a:xfrm>
            <a:off x="118997" y="1167311"/>
            <a:ext cx="8906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Vá para a imagem da xícara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aba da imagem 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xícara de café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 no topo do Photoshop).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 lente será colada na imagem da xícara.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18997" y="2158955"/>
            <a:ext cx="8906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Transforme a lente (encaixe na xícara)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lente ainda selecionada, clique com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do mouse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ela.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a opção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Transformação Livre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aperte o atalho: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8997" y="2948437"/>
            <a:ext cx="88245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Ajuste a posição e tamanho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Redimensione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lente: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Arraste os cantos da caixa (segure Shift para manter a proporção).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as setas do teclado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mover a lente com precisão.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encaixado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da xícara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pressione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confirmar.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Mover </a:t>
            </a:r>
            <a:endParaRPr sz="1100"/>
          </a:p>
        </p:txBody>
      </p:sp>
      <p:sp>
        <p:nvSpPr>
          <p:cNvPr id="198" name="Google Shape;198;p11"/>
          <p:cNvSpPr txBox="1"/>
          <p:nvPr/>
        </p:nvSpPr>
        <p:spPr>
          <a:xfrm>
            <a:off x="270092" y="1025052"/>
            <a:ext cx="8448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ponteiro do mouse com uma cruz de movimentação (setas)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270092" y="1481058"/>
            <a:ext cx="84480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ferramenta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barra lateral esquerda, bem no topo!</a:t>
            </a:r>
            <a:endParaRPr sz="1100"/>
          </a:p>
        </p:txBody>
      </p:sp>
      <p:sp>
        <p:nvSpPr>
          <p:cNvPr id="200" name="Google Shape;200;p11"/>
          <p:cNvSpPr txBox="1"/>
          <p:nvPr/>
        </p:nvSpPr>
        <p:spPr>
          <a:xfrm>
            <a:off x="270092" y="2018030"/>
            <a:ext cx="4579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Move qualquer elemento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esteja na sua área de trabalho: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Seleções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Textos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sz="1100"/>
          </a:p>
        </p:txBody>
      </p:sp>
      <p:sp>
        <p:nvSpPr>
          <p:cNvPr id="201" name="Google Shape;201;p11"/>
          <p:cNvSpPr/>
          <p:nvPr/>
        </p:nvSpPr>
        <p:spPr>
          <a:xfrm>
            <a:off x="272833" y="3513032"/>
            <a:ext cx="47388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pressione a tecla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o objeto ou camada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mover.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Mantenha pressionado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botão do mouse e arraste até onde quiser.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270092" y="4492433"/>
            <a:ext cx="4849800" cy="10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Truque com Alt – Cópia rápida: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e segure a tecla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um objeto com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esquerdo do mouse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cria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cópia exata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elemento enquanto move.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Mover </a:t>
            </a:r>
            <a:endParaRPr sz="1100"/>
          </a:p>
        </p:txBody>
      </p:sp>
      <p:pic>
        <p:nvPicPr>
          <p:cNvPr id="208" name="Google Shape;208;p12"/>
          <p:cNvPicPr preferRelativeResize="0"/>
          <p:nvPr/>
        </p:nvPicPr>
        <p:blipFill rotWithShape="1">
          <a:blip r:embed="rId3">
            <a:alphaModFix/>
          </a:blip>
          <a:srcRect b="92241" l="0" r="24247" t="0"/>
          <a:stretch/>
        </p:blipFill>
        <p:spPr>
          <a:xfrm>
            <a:off x="1029363" y="1117072"/>
            <a:ext cx="6565443" cy="597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12"/>
          <p:cNvCxnSpPr/>
          <p:nvPr/>
        </p:nvCxnSpPr>
        <p:spPr>
          <a:xfrm>
            <a:off x="1212953" y="1536134"/>
            <a:ext cx="7500" cy="67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" name="Google Shape;210;p12"/>
          <p:cNvSpPr txBox="1"/>
          <p:nvPr/>
        </p:nvSpPr>
        <p:spPr>
          <a:xfrm>
            <a:off x="544892" y="2136273"/>
            <a:ext cx="1140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SELECIONAR AS PREDEFINIÇÕES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12"/>
          <p:cNvCxnSpPr/>
          <p:nvPr/>
        </p:nvCxnSpPr>
        <p:spPr>
          <a:xfrm>
            <a:off x="1717610" y="1485113"/>
            <a:ext cx="8100" cy="1233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12"/>
          <p:cNvSpPr txBox="1"/>
          <p:nvPr/>
        </p:nvSpPr>
        <p:spPr>
          <a:xfrm>
            <a:off x="1167035" y="2641822"/>
            <a:ext cx="12339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UM GRUPO OU UMA CAMADA AUTOMATICAMENTE CLICANDO EM UM PIXEL VISÍVEL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2"/>
          <p:cNvCxnSpPr/>
          <p:nvPr/>
        </p:nvCxnSpPr>
        <p:spPr>
          <a:xfrm>
            <a:off x="2276360" y="1575363"/>
            <a:ext cx="7500" cy="67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" name="Google Shape;214;p12"/>
          <p:cNvSpPr txBox="1"/>
          <p:nvPr/>
        </p:nvSpPr>
        <p:spPr>
          <a:xfrm>
            <a:off x="1895097" y="2172363"/>
            <a:ext cx="8112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GRUPO OU CAMADA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12"/>
          <p:cNvCxnSpPr/>
          <p:nvPr/>
        </p:nvCxnSpPr>
        <p:spPr>
          <a:xfrm>
            <a:off x="2972360" y="1470863"/>
            <a:ext cx="7500" cy="67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" name="Google Shape;216;p12"/>
          <p:cNvSpPr txBox="1"/>
          <p:nvPr/>
        </p:nvSpPr>
        <p:spPr>
          <a:xfrm>
            <a:off x="2600182" y="2068529"/>
            <a:ext cx="10449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 CONTROLES DE TRANSFORMAÇÃO NAS CAMADAS SELECIONADAS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12"/>
          <p:cNvCxnSpPr/>
          <p:nvPr/>
        </p:nvCxnSpPr>
        <p:spPr>
          <a:xfrm>
            <a:off x="3668360" y="1536124"/>
            <a:ext cx="1500" cy="108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8" name="Google Shape;218;p12"/>
          <p:cNvSpPr txBox="1"/>
          <p:nvPr/>
        </p:nvSpPr>
        <p:spPr>
          <a:xfrm>
            <a:off x="3216211" y="2631031"/>
            <a:ext cx="8784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ARESTAS SUPERIORES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12"/>
          <p:cNvCxnSpPr/>
          <p:nvPr/>
        </p:nvCxnSpPr>
        <p:spPr>
          <a:xfrm>
            <a:off x="3855560" y="1485113"/>
            <a:ext cx="5700" cy="168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" name="Google Shape;220;p12"/>
          <p:cNvSpPr txBox="1"/>
          <p:nvPr/>
        </p:nvSpPr>
        <p:spPr>
          <a:xfrm>
            <a:off x="3436141" y="3101072"/>
            <a:ext cx="591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CENTROS VERTICAIS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12"/>
          <p:cNvCxnSpPr/>
          <p:nvPr/>
        </p:nvCxnSpPr>
        <p:spPr>
          <a:xfrm>
            <a:off x="4006685" y="1485113"/>
            <a:ext cx="15300" cy="2355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12"/>
          <p:cNvSpPr txBox="1"/>
          <p:nvPr/>
        </p:nvSpPr>
        <p:spPr>
          <a:xfrm>
            <a:off x="3614453" y="3767813"/>
            <a:ext cx="627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ARESTAS INFERIORES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2"/>
          <p:cNvCxnSpPr/>
          <p:nvPr/>
        </p:nvCxnSpPr>
        <p:spPr>
          <a:xfrm>
            <a:off x="4226660" y="1485113"/>
            <a:ext cx="9600" cy="285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12"/>
          <p:cNvSpPr txBox="1"/>
          <p:nvPr/>
        </p:nvSpPr>
        <p:spPr>
          <a:xfrm>
            <a:off x="3882194" y="4293931"/>
            <a:ext cx="627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ARESTAS A ESQUERDA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12"/>
          <p:cNvCxnSpPr/>
          <p:nvPr/>
        </p:nvCxnSpPr>
        <p:spPr>
          <a:xfrm>
            <a:off x="4409847" y="1485113"/>
            <a:ext cx="10200" cy="196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12"/>
          <p:cNvSpPr txBox="1"/>
          <p:nvPr/>
        </p:nvSpPr>
        <p:spPr>
          <a:xfrm>
            <a:off x="4220906" y="3449613"/>
            <a:ext cx="729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CENTROS HORIZONTAIS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12"/>
          <p:cNvCxnSpPr/>
          <p:nvPr/>
        </p:nvCxnSpPr>
        <p:spPr>
          <a:xfrm>
            <a:off x="4547116" y="1485113"/>
            <a:ext cx="10500" cy="986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8" name="Google Shape;228;p12"/>
          <p:cNvSpPr txBox="1"/>
          <p:nvPr/>
        </p:nvSpPr>
        <p:spPr>
          <a:xfrm>
            <a:off x="4409847" y="2367988"/>
            <a:ext cx="5139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ARESTAS A DIREITA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2"/>
          <p:cNvCxnSpPr/>
          <p:nvPr/>
        </p:nvCxnSpPr>
        <p:spPr>
          <a:xfrm>
            <a:off x="4868472" y="1485113"/>
            <a:ext cx="9600" cy="2857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12"/>
          <p:cNvSpPr txBox="1"/>
          <p:nvPr/>
        </p:nvSpPr>
        <p:spPr>
          <a:xfrm>
            <a:off x="4777235" y="4286280"/>
            <a:ext cx="729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ARESTAS SUPERIORES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12"/>
          <p:cNvCxnSpPr/>
          <p:nvPr/>
        </p:nvCxnSpPr>
        <p:spPr>
          <a:xfrm>
            <a:off x="5010297" y="1536134"/>
            <a:ext cx="6900" cy="1352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12"/>
          <p:cNvSpPr txBox="1"/>
          <p:nvPr/>
        </p:nvSpPr>
        <p:spPr>
          <a:xfrm>
            <a:off x="4923747" y="2806072"/>
            <a:ext cx="729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CENTROS VERTICAIS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5149197" y="1485113"/>
            <a:ext cx="5700" cy="731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12"/>
          <p:cNvSpPr txBox="1"/>
          <p:nvPr/>
        </p:nvSpPr>
        <p:spPr>
          <a:xfrm>
            <a:off x="5010297" y="2168988"/>
            <a:ext cx="7290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ARESTAS INFERIORES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12"/>
          <p:cNvCxnSpPr/>
          <p:nvPr/>
        </p:nvCxnSpPr>
        <p:spPr>
          <a:xfrm>
            <a:off x="5607372" y="1882155"/>
            <a:ext cx="22200" cy="226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12"/>
          <p:cNvCxnSpPr/>
          <p:nvPr/>
        </p:nvCxnSpPr>
        <p:spPr>
          <a:xfrm>
            <a:off x="5361428" y="1519134"/>
            <a:ext cx="0" cy="39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2"/>
          <p:cNvCxnSpPr/>
          <p:nvPr/>
        </p:nvCxnSpPr>
        <p:spPr>
          <a:xfrm>
            <a:off x="5728816" y="1553134"/>
            <a:ext cx="0" cy="348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2"/>
          <p:cNvCxnSpPr/>
          <p:nvPr/>
        </p:nvCxnSpPr>
        <p:spPr>
          <a:xfrm>
            <a:off x="5376728" y="1901822"/>
            <a:ext cx="367500" cy="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2"/>
          <p:cNvCxnSpPr/>
          <p:nvPr/>
        </p:nvCxnSpPr>
        <p:spPr>
          <a:xfrm>
            <a:off x="5529822" y="1510613"/>
            <a:ext cx="7500" cy="40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2"/>
          <p:cNvSpPr txBox="1"/>
          <p:nvPr/>
        </p:nvSpPr>
        <p:spPr>
          <a:xfrm>
            <a:off x="5469053" y="4121488"/>
            <a:ext cx="11007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DISTRIBUIR ARESTAS A ESQUERDA, CENTRO HORIZONTAL E DIREITA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2"/>
          <p:cNvCxnSpPr/>
          <p:nvPr/>
        </p:nvCxnSpPr>
        <p:spPr>
          <a:xfrm>
            <a:off x="5966060" y="1540322"/>
            <a:ext cx="23100" cy="1994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12"/>
          <p:cNvSpPr txBox="1"/>
          <p:nvPr/>
        </p:nvSpPr>
        <p:spPr>
          <a:xfrm>
            <a:off x="5724635" y="3488780"/>
            <a:ext cx="11967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ALINHAR CAMADAS AUTOMATICAMENTE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12"/>
          <p:cNvCxnSpPr/>
          <p:nvPr/>
        </p:nvCxnSpPr>
        <p:spPr>
          <a:xfrm>
            <a:off x="6647303" y="1587155"/>
            <a:ext cx="15300" cy="53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2"/>
          <p:cNvCxnSpPr/>
          <p:nvPr/>
        </p:nvCxnSpPr>
        <p:spPr>
          <a:xfrm>
            <a:off x="7359128" y="1561655"/>
            <a:ext cx="7500" cy="58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2"/>
          <p:cNvCxnSpPr/>
          <p:nvPr/>
        </p:nvCxnSpPr>
        <p:spPr>
          <a:xfrm>
            <a:off x="6654953" y="2110468"/>
            <a:ext cx="735000" cy="8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2"/>
          <p:cNvCxnSpPr/>
          <p:nvPr/>
        </p:nvCxnSpPr>
        <p:spPr>
          <a:xfrm>
            <a:off x="7060610" y="2097426"/>
            <a:ext cx="7500" cy="586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12"/>
          <p:cNvSpPr txBox="1"/>
          <p:nvPr/>
        </p:nvSpPr>
        <p:spPr>
          <a:xfrm>
            <a:off x="6569809" y="2684176"/>
            <a:ext cx="12693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GIRAR, ROLAR, ARRASTAR, DESLIZAR E DIMENSIONAR OBJETOS 3D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 Laço</a:t>
            </a:r>
            <a:endParaRPr sz="1100"/>
          </a:p>
        </p:txBody>
      </p:sp>
      <p:sp>
        <p:nvSpPr>
          <p:cNvPr id="253" name="Google Shape;253;p13"/>
          <p:cNvSpPr txBox="1"/>
          <p:nvPr/>
        </p:nvSpPr>
        <p:spPr>
          <a:xfrm>
            <a:off x="362881" y="876822"/>
            <a:ext cx="4579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laço (como uma cordinha de rodeio)</a:t>
            </a:r>
            <a:endParaRPr sz="1100"/>
          </a:p>
        </p:txBody>
      </p:sp>
      <p:sp>
        <p:nvSpPr>
          <p:cNvPr id="254" name="Google Shape;254;p13"/>
          <p:cNvSpPr txBox="1"/>
          <p:nvPr/>
        </p:nvSpPr>
        <p:spPr>
          <a:xfrm>
            <a:off x="362881" y="1140475"/>
            <a:ext cx="45798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uma seleção livremente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se você estivesse contornando o que quer com o mouse.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precisa seguir formas geométricas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é você quem cria o caminho da seleção com o clique.</a:t>
            </a:r>
            <a:endParaRPr sz="1100"/>
          </a:p>
        </p:txBody>
      </p:sp>
      <p:sp>
        <p:nvSpPr>
          <p:cNvPr id="255" name="Google Shape;255;p13"/>
          <p:cNvSpPr/>
          <p:nvPr/>
        </p:nvSpPr>
        <p:spPr>
          <a:xfrm>
            <a:off x="362881" y="2288987"/>
            <a:ext cx="85137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ferramenta Laço (atalho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imagem.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Clique, segure e arraste o mouse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contornando o objeto ou área que quer selecionar.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você soltar o mouse, o Photoshop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 automaticamente o laço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cria uma seleção.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362881" y="3642683"/>
            <a:ext cx="4579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usar:</a:t>
            </a:r>
            <a:endParaRPr sz="1100"/>
          </a:p>
        </p:txBody>
      </p:sp>
      <p:graphicFrame>
        <p:nvGraphicFramePr>
          <p:cNvPr id="257" name="Google Shape;257;p13"/>
          <p:cNvGraphicFramePr/>
          <p:nvPr/>
        </p:nvGraphicFramePr>
        <p:xfrm>
          <a:off x="362881" y="4041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{3F89504D-0B66-4863-AE4F-F7F809195247}</a:tableStyleId>
              </a:tblPr>
              <a:tblGrid>
                <a:gridCol w="3943350"/>
                <a:gridCol w="3943350"/>
              </a:tblGrid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Situação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Use a Ferramenta Laço?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Contornar uma pessoa para mudar o fundo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✅ Sim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Selecionar só os olhos para clarear ou mudar a cor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✅ Sim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Selecionar parte de um objeto com bordas curvas e irregulares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✅ Sim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Laço Poligonal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392221" y="1130029"/>
            <a:ext cx="4579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laço com cantos retos, em formato de polígon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357382" y="1534438"/>
            <a:ext cx="84291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seleções com linhas retas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clicando ponto por ponto.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Ideal 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geométricas, objetos retos ou áreas com ângulos bem definidos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65" name="Google Shape;265;p14"/>
          <p:cNvSpPr/>
          <p:nvPr/>
        </p:nvSpPr>
        <p:spPr>
          <a:xfrm>
            <a:off x="357382" y="2505502"/>
            <a:ext cx="8511000" cy="14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Poligonal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 L – pressione até chegar nela).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 ponto da imagem — esse é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vértice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Continue clicando nos pontos ao redor do objeto ou da área que deseja selecionar. O Photoshop vai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ligar os pontos com linhas retas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fechar a seleção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novamente no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ponto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dê dois cliques perto do final).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 txBox="1"/>
          <p:nvPr/>
        </p:nvSpPr>
        <p:spPr>
          <a:xfrm>
            <a:off x="392221" y="4005913"/>
            <a:ext cx="84762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Truques e atalhos: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Shift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Mantém os ângulos em 45° e 90°, ótimo para alinhamento.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Delete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Remove o último ponto que você clicou (antes de fechar a seleção).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Ctrl + D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Cancela a seleção se errar.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Laço Magnético</a:t>
            </a:r>
            <a:endParaRPr sz="1100"/>
          </a:p>
        </p:txBody>
      </p:sp>
      <p:sp>
        <p:nvSpPr>
          <p:cNvPr id="272" name="Google Shape;272;p15"/>
          <p:cNvSpPr txBox="1"/>
          <p:nvPr/>
        </p:nvSpPr>
        <p:spPr>
          <a:xfrm>
            <a:off x="495415" y="1115576"/>
            <a:ext cx="81456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laço com um imã na ponta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detecta automaticamente as bordas do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você move o mouse.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perfeita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seleções mais complexas com contornos visíveis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objetos com formas curvas ou irregulares.</a:t>
            </a:r>
            <a:endParaRPr sz="1100"/>
          </a:p>
        </p:txBody>
      </p:sp>
      <p:sp>
        <p:nvSpPr>
          <p:cNvPr id="273" name="Google Shape;273;p15"/>
          <p:cNvSpPr txBox="1"/>
          <p:nvPr/>
        </p:nvSpPr>
        <p:spPr>
          <a:xfrm>
            <a:off x="90968" y="3047101"/>
            <a:ext cx="89547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Magnético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de início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seleção (em uma borda do objeto).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Mova o mouse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devagar seguindo 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objeto. A ferramenta vai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grudar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automaticamente nas bordas.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cliques para firmar pontos manuais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necessário.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finalizar,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inicial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dê dois cliques no final.</a:t>
            </a:r>
            <a:endParaRPr sz="1100"/>
          </a:p>
        </p:txBody>
      </p:sp>
      <p:pic>
        <p:nvPicPr>
          <p:cNvPr id="274" name="Google Shape;274;p15"/>
          <p:cNvPicPr preferRelativeResize="0"/>
          <p:nvPr/>
        </p:nvPicPr>
        <p:blipFill rotWithShape="1">
          <a:blip r:embed="rId3">
            <a:alphaModFix/>
          </a:blip>
          <a:srcRect b="81294" l="0" r="97041" t="15474"/>
          <a:stretch/>
        </p:blipFill>
        <p:spPr>
          <a:xfrm>
            <a:off x="7980870" y="1115576"/>
            <a:ext cx="575805" cy="63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Varinha Mágica</a:t>
            </a:r>
            <a:endParaRPr sz="1100"/>
          </a:p>
        </p:txBody>
      </p:sp>
      <p:sp>
        <p:nvSpPr>
          <p:cNvPr id="280" name="Google Shape;280;p16"/>
          <p:cNvSpPr txBox="1"/>
          <p:nvPr/>
        </p:nvSpPr>
        <p:spPr>
          <a:xfrm>
            <a:off x="420405" y="1212943"/>
            <a:ext cx="84012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bastão com estrela na ponta (fica junto da ferramenta Seleção Rápida)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 txBox="1"/>
          <p:nvPr/>
        </p:nvSpPr>
        <p:spPr>
          <a:xfrm>
            <a:off x="420405" y="1566218"/>
            <a:ext cx="8278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clique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Varinha Mágica seleciona automaticamente todas as áreas que têm cores parecidas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É ideal pra remover fundos simples ou destacar objetos com contraste.</a:t>
            </a:r>
            <a:endParaRPr sz="1100"/>
          </a:p>
        </p:txBody>
      </p:sp>
      <p:sp>
        <p:nvSpPr>
          <p:cNvPr id="282" name="Google Shape;282;p16"/>
          <p:cNvSpPr/>
          <p:nvPr/>
        </p:nvSpPr>
        <p:spPr>
          <a:xfrm>
            <a:off x="161272" y="2464162"/>
            <a:ext cx="88215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Varinha Mágica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barra lateral ou aperte W.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cor que deseja selecionar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fundo branco).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vai selecionar todas as áreas com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mesma cor ou tom parecido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seleção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Shift e clique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partes.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Alt e clique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parte da seleção.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área marcada, você pode: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Pressionar Delete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apagar;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máscara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(Ctrl + C) e colar (Ctrl + V)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outra imagem.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Varinha Magica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17"/>
          <p:cNvPicPr preferRelativeResize="0"/>
          <p:nvPr/>
        </p:nvPicPr>
        <p:blipFill rotWithShape="1">
          <a:blip r:embed="rId3">
            <a:alphaModFix/>
          </a:blip>
          <a:srcRect b="92854" l="0" r="25611" t="0"/>
          <a:stretch/>
        </p:blipFill>
        <p:spPr>
          <a:xfrm>
            <a:off x="845328" y="1139898"/>
            <a:ext cx="6674061" cy="5698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17"/>
          <p:cNvCxnSpPr/>
          <p:nvPr/>
        </p:nvCxnSpPr>
        <p:spPr>
          <a:xfrm>
            <a:off x="1053247" y="1482669"/>
            <a:ext cx="7500" cy="671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17"/>
          <p:cNvSpPr txBox="1"/>
          <p:nvPr/>
        </p:nvSpPr>
        <p:spPr>
          <a:xfrm>
            <a:off x="655221" y="2095919"/>
            <a:ext cx="8922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None/>
            </a:pPr>
            <a:r>
              <a:rPr lang="pt-BR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PODEMOS SELECIONAR AS PREDEFINIÇÕES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1" name="Google Shape;291;p17"/>
          <p:cNvCxnSpPr/>
          <p:nvPr/>
        </p:nvCxnSpPr>
        <p:spPr>
          <a:xfrm>
            <a:off x="1469853" y="1548107"/>
            <a:ext cx="12000" cy="1474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" name="Google Shape;292;p17"/>
          <p:cNvSpPr txBox="1"/>
          <p:nvPr/>
        </p:nvSpPr>
        <p:spPr>
          <a:xfrm>
            <a:off x="776440" y="2797263"/>
            <a:ext cx="952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ESTIVER SELECIONADO ABRE UMA NOVA SELEÇÃO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" name="Google Shape;293;p17"/>
          <p:cNvCxnSpPr/>
          <p:nvPr/>
        </p:nvCxnSpPr>
        <p:spPr>
          <a:xfrm>
            <a:off x="1622703" y="1584628"/>
            <a:ext cx="12300" cy="1989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p17"/>
          <p:cNvSpPr txBox="1"/>
          <p:nvPr/>
        </p:nvSpPr>
        <p:spPr>
          <a:xfrm>
            <a:off x="969134" y="3573628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ADICIONA UMA SELEÇÃO A SELEÇÃO JÁ EXISTENTE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" name="Google Shape;295;p17"/>
          <p:cNvCxnSpPr/>
          <p:nvPr/>
        </p:nvCxnSpPr>
        <p:spPr>
          <a:xfrm flipH="1">
            <a:off x="2821250" y="1584628"/>
            <a:ext cx="8100" cy="256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" name="Google Shape;296;p17"/>
          <p:cNvSpPr txBox="1"/>
          <p:nvPr/>
        </p:nvSpPr>
        <p:spPr>
          <a:xfrm>
            <a:off x="1622703" y="4103878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SUBTRAI UMA PARTE DA SELEÇÃO JÁ EXISTENTE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p17"/>
          <p:cNvCxnSpPr/>
          <p:nvPr/>
        </p:nvCxnSpPr>
        <p:spPr>
          <a:xfrm>
            <a:off x="1941078" y="1548107"/>
            <a:ext cx="0" cy="504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17"/>
          <p:cNvSpPr txBox="1"/>
          <p:nvPr/>
        </p:nvSpPr>
        <p:spPr>
          <a:xfrm>
            <a:off x="1833284" y="2052847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SELECIONA APENAS A PARTE QUE FOR SELECIONADA ENTRE AS DUAS SELEÇÕES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2522253" y="4135680"/>
            <a:ext cx="933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NÚMERO DE PIXELS EM AMOSTRA PELA FERRAMENTA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3108472" y="2165794"/>
            <a:ext cx="15180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None/>
            </a:pPr>
            <a:r>
              <a:rPr lang="pt-BR" sz="800">
                <a:solidFill>
                  <a:schemeClr val="dk1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TOLERÂNCIA: ESCOLHE O ALCANCE DE CORES USADO PELA FERRAMENTA. UMA SELEÇÃO COM VALOR BAIXO DE TOLERÂNCIA ESCOLHERÁ TODAS AS CORES SIMILARES AO LOCAL CLICADO. QUANTO MAIOR O VALOR, MAIOR A QUANTIDADE DE CORES SELECIONADAS;</a:t>
            </a:r>
            <a:endParaRPr sz="800">
              <a:solidFill>
                <a:schemeClr val="dk1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sz="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17"/>
          <p:cNvCxnSpPr/>
          <p:nvPr/>
        </p:nvCxnSpPr>
        <p:spPr>
          <a:xfrm>
            <a:off x="3771800" y="1512253"/>
            <a:ext cx="13800" cy="718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2" name="Google Shape;302;p17"/>
          <p:cNvCxnSpPr/>
          <p:nvPr/>
        </p:nvCxnSpPr>
        <p:spPr>
          <a:xfrm>
            <a:off x="4620022" y="1558940"/>
            <a:ext cx="6600" cy="2310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3" name="Google Shape;303;p17"/>
          <p:cNvSpPr txBox="1"/>
          <p:nvPr/>
        </p:nvSpPr>
        <p:spPr>
          <a:xfrm>
            <a:off x="4308109" y="4145128"/>
            <a:ext cx="16446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pt-BR" sz="900">
                <a:solidFill>
                  <a:schemeClr val="dk1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SUAVIZAÇÃO DE SERRILHADO: REMOVE O CONTORNO SERRILHADO NAS ARESTAS DA SELEÇÃO E DEIXA-A MAIS SUAVE</a:t>
            </a:r>
            <a:endParaRPr sz="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" name="Google Shape;304;p17"/>
          <p:cNvCxnSpPr/>
          <p:nvPr/>
        </p:nvCxnSpPr>
        <p:spPr>
          <a:xfrm>
            <a:off x="5401700" y="1512253"/>
            <a:ext cx="14400" cy="444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17"/>
          <p:cNvSpPr txBox="1"/>
          <p:nvPr/>
        </p:nvSpPr>
        <p:spPr>
          <a:xfrm>
            <a:off x="5047016" y="1888211"/>
            <a:ext cx="10416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None/>
            </a:pPr>
            <a:r>
              <a:rPr lang="pt-BR" sz="700">
                <a:solidFill>
                  <a:schemeClr val="dk1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ADJACENTE: DETERMINA AS ÁREAS ADJACENTES COM AS MESMAS CORES. COM A OPÇÃO DESATIVADA, A FERRAMENTA IRÁ SELECIONAR TODOS OS PIXELS QUE USAM AQUELA COR, MESMO QUE ESTEJAM DENTRO DO OBJETO CENTRAL</a:t>
            </a:r>
            <a:endParaRPr sz="600">
              <a:solidFill>
                <a:schemeClr val="dk1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"/>
              <a:buFont typeface="Arial"/>
              <a:buNone/>
            </a:pPr>
            <a:r>
              <a:t/>
            </a:r>
            <a:endParaRPr sz="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" name="Google Shape;306;p17"/>
          <p:cNvCxnSpPr/>
          <p:nvPr/>
        </p:nvCxnSpPr>
        <p:spPr>
          <a:xfrm>
            <a:off x="6312013" y="1596544"/>
            <a:ext cx="14700" cy="71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p17"/>
          <p:cNvSpPr txBox="1"/>
          <p:nvPr/>
        </p:nvSpPr>
        <p:spPr>
          <a:xfrm>
            <a:off x="6181447" y="2290419"/>
            <a:ext cx="10416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lang="pt-BR" sz="900">
                <a:solidFill>
                  <a:schemeClr val="dk1"/>
                </a:solidFill>
                <a:highlight>
                  <a:srgbClr val="FAFAFA"/>
                </a:highlight>
                <a:latin typeface="Roboto"/>
                <a:ea typeface="Roboto"/>
                <a:cs typeface="Roboto"/>
                <a:sym typeface="Roboto"/>
              </a:rPr>
              <a:t>OBTER AMOSTRA DE TODAS AS CAMADAS: A FERRAMENTA ESCOLHE AS CORES DE TODAS AS CAMADAS VISÍVEIS.</a:t>
            </a:r>
            <a:endParaRPr sz="900">
              <a:solidFill>
                <a:schemeClr val="dk1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t/>
            </a:r>
            <a:endParaRPr sz="400">
              <a:solidFill>
                <a:schemeClr val="dk1"/>
              </a:solidFill>
              <a:highlight>
                <a:srgbClr val="FAFAF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" name="Google Shape;308;p17"/>
          <p:cNvCxnSpPr/>
          <p:nvPr/>
        </p:nvCxnSpPr>
        <p:spPr>
          <a:xfrm flipH="1">
            <a:off x="1780390" y="1584628"/>
            <a:ext cx="1500" cy="2594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endParaRPr sz="1100"/>
          </a:p>
        </p:txBody>
      </p:sp>
      <p:sp>
        <p:nvSpPr>
          <p:cNvPr id="314" name="Google Shape;314;p18"/>
          <p:cNvSpPr txBox="1"/>
          <p:nvPr/>
        </p:nvSpPr>
        <p:spPr>
          <a:xfrm>
            <a:off x="317065" y="1192659"/>
            <a:ext cx="45798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Pincel com círculo tracejado</a:t>
            </a:r>
            <a:endParaRPr sz="1100"/>
          </a:p>
        </p:txBody>
      </p:sp>
      <p:sp>
        <p:nvSpPr>
          <p:cNvPr id="315" name="Google Shape;315;p18"/>
          <p:cNvSpPr txBox="1"/>
          <p:nvPr/>
        </p:nvSpPr>
        <p:spPr>
          <a:xfrm>
            <a:off x="291229" y="1596783"/>
            <a:ext cx="45798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“pinta” sobre o que quer selecionar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o Photoshop automaticamente encontra as bordas e faz a seleção.</a:t>
            </a:r>
            <a:b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se fosse uma varinha mágica mais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inteligente e controlável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316" name="Google Shape;316;p18"/>
          <p:cNvSpPr/>
          <p:nvPr/>
        </p:nvSpPr>
        <p:spPr>
          <a:xfrm>
            <a:off x="170258" y="3026829"/>
            <a:ext cx="8586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(W). Se aparecer a Varinha Mágica, clique com o botão direito sobre o ícone e escolha “Seleção Rápida”.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 sobre o objeto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selecionar (ex: uma pessoa na foto).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Photoshop vai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seguir as bordas automaticamente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pegou parte a mais: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Alt e pinte a área que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 remover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seleção.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faltou parte: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Shift ou continue pintando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áreas.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Prática: Recorte com Seleção Rápida + Montagem no Photoshop</a:t>
            </a:r>
            <a:endParaRPr sz="1100"/>
          </a:p>
        </p:txBody>
      </p:sp>
      <p:sp>
        <p:nvSpPr>
          <p:cNvPr id="322" name="Google Shape;322;p19"/>
          <p:cNvSpPr txBox="1"/>
          <p:nvPr/>
        </p:nvSpPr>
        <p:spPr>
          <a:xfrm>
            <a:off x="382827" y="982109"/>
            <a:ext cx="86172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usar a ferramenta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Rápida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combinada com 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recortar uma pessoa e inseri-la em um novo cenário.</a:t>
            </a:r>
            <a:endParaRPr sz="1100"/>
          </a:p>
        </p:txBody>
      </p:sp>
      <p:sp>
        <p:nvSpPr>
          <p:cNvPr id="323" name="Google Shape;323;p19"/>
          <p:cNvSpPr/>
          <p:nvPr/>
        </p:nvSpPr>
        <p:spPr>
          <a:xfrm>
            <a:off x="103339" y="2184923"/>
            <a:ext cx="8896500" cy="27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Baixe duas imagens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computador: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pessoa com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roupa de frio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(casaco, gorro, etc.)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cenário com neve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(paisagem fria, montanhas, etc.)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Abra as duas imagens no Photoshop.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imagem da pessoa e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(W).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Pinte ao redor da pessoa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a seleção completa (segure Alt se quiser remover partes ou Shift para adicionar).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seleção feita,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Ctrl + C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copiar o recorte.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imagem do cenário de neve e pressione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colar.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Mover (V)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pessoa onde você achar melhor no novo cenário.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 tamanho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necessário: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com o botão direito sobre a camada e selecione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Transformação Livre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Redimensione usando os cantos e pressione Enter.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