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715000" cx="9144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RJE++ZjAeNe9APr02W3WIuJaT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pt-BR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518204" y="3002065"/>
            <a:ext cx="47349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AS PALETAS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REDEFINIR POSICIONAMENTO DAS PALETAS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NAVEGADOR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INFORMAÇÕES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PALETA COR</a:t>
            </a:r>
            <a:endParaRPr sz="1100"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AMOSTRAS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AVISO!!!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963329" y="2049587"/>
            <a:ext cx="7217400" cy="15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AVISO!!!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Hoje a aula será mais prática!</a:t>
            </a:r>
            <a:b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Vou tentar deixar tudo aqui bem explicadinho, mas se pintar alguma dúvida no caminho...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➡️ </a:t>
            </a:r>
            <a:r>
              <a:rPr b="1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só chamar!</a:t>
            </a:r>
            <a:r>
              <a:rPr b="0" i="0" lang="pt-BR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AS PALETAS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33089" y="1119356"/>
            <a:ext cx="88779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de começarmos a parte prática, vamos entender rapidinho o que são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Photoshop: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paletas?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Paletas são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janelas flutuantes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Photoshop que ajudam 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controlar ferramentas, ajustes e informações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mover, fechar ou abrir elas quando quiser.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exemplos: Paleta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Ajustes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Histórico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entre outras.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Onde encontrar?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no menu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(Window)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marque a paleta que deseja exibir.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exemplo: Janela &gt; Cor para ativar a paleta de cores.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servem?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paletas servem para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ajudar a editar, organizar e ajustar imagens com mais controle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Elas são como “painéis de controle” que ficam ao lado da área de trabalho.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 PRÁTICA</a:t>
            </a:r>
            <a:endParaRPr sz="1100"/>
          </a:p>
        </p:txBody>
      </p:sp>
      <p:sp>
        <p:nvSpPr>
          <p:cNvPr id="110" name="Google Shape;110;p4"/>
          <p:cNvSpPr/>
          <p:nvPr/>
        </p:nvSpPr>
        <p:spPr>
          <a:xfrm>
            <a:off x="169101" y="1485329"/>
            <a:ext cx="5852700" cy="27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Parte prática – Mudando a cor da camisa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Matiz/Saturação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fazer um teste prático.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um novo arquivo no Photoshop e abra a imagem.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 imagem estará disponível no: Google Drive &gt; Pasta Web Gráfico &gt; Aula 10)</a:t>
            </a:r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&gt; Modo &gt; Cores RGB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a camisa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Ao finalizar a seleção: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na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Camadas </a:t>
            </a:r>
            <a:endParaRPr sz="1200">
              <a:solidFill>
                <a:schemeClr val="dk1"/>
              </a:solidFill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dk1"/>
                </a:solidFill>
              </a:rPr>
              <a:t>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no botão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 Camada de Ajuste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Matiz/Saturação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aperte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Uma paleta vai se abrir: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ponteiro de Matiz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arrastar e trocar a cor da camisa.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 cor será alterada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somente na área selecionada (camisa)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34109" y="1387066"/>
            <a:ext cx="2455836" cy="3136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PARTE PRÁTICA</a:t>
            </a:r>
            <a:endParaRPr sz="1100"/>
          </a:p>
        </p:txBody>
      </p:sp>
      <p:sp>
        <p:nvSpPr>
          <p:cNvPr id="117" name="Google Shape;117;p5"/>
          <p:cNvSpPr txBox="1"/>
          <p:nvPr/>
        </p:nvSpPr>
        <p:spPr>
          <a:xfrm>
            <a:off x="186481" y="1103983"/>
            <a:ext cx="6673800" cy="26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71100" lIns="71100" spcFirstLastPara="1" rIns="71100" wrap="square" tIns="71100">
            <a:normAutofit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realizar a redefinição do uso da paleta o usuário deve: </a:t>
            </a:r>
            <a:endParaRPr sz="1100"/>
          </a:p>
          <a:p>
            <a:pPr indent="0" lvl="0" marL="0" marR="0" rtl="0" algn="l">
              <a:lnSpc>
                <a:spcPct val="9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Encontre o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de menu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canto superior direito da paleta (três linhas ou setinhas).</a:t>
            </a:r>
            <a:endParaRPr sz="1100"/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nesse ícone.</a:t>
            </a:r>
            <a:endParaRPr sz="1100"/>
          </a:p>
          <a:p>
            <a:pPr indent="-1841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menu que aparece, clique em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Redefinir [nome da paleta]</a:t>
            </a: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exemplo da imagem: </a:t>
            </a:r>
            <a:r>
              <a:rPr b="1" lang="pt-BR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Redefinir matiz/saturação.</a:t>
            </a:r>
            <a:endParaRPr sz="110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b="59468" l="67962" r="2037" t="6007"/>
          <a:stretch/>
        </p:blipFill>
        <p:spPr>
          <a:xfrm>
            <a:off x="6951944" y="959625"/>
            <a:ext cx="2005574" cy="2057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 b="71531" l="68793" r="0" t="6050"/>
          <a:stretch/>
        </p:blipFill>
        <p:spPr>
          <a:xfrm>
            <a:off x="6378880" y="3903944"/>
            <a:ext cx="2578640" cy="1674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NAVEGADOR</a:t>
            </a:r>
            <a:endParaRPr sz="1100"/>
          </a:p>
        </p:txBody>
      </p:sp>
      <p:sp>
        <p:nvSpPr>
          <p:cNvPr id="125" name="Google Shape;125;p6"/>
          <p:cNvSpPr txBox="1"/>
          <p:nvPr/>
        </p:nvSpPr>
        <p:spPr>
          <a:xfrm>
            <a:off x="495560" y="1318617"/>
            <a:ext cx="78279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Navegador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miniatura da imagem completa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ela, você consegue: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 onde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está aplicado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Mover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visualização da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Aumentar ou diminuir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zoom com facilidade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 no topo)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Navegador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Vai aparecer uma miniatura com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retângulo vermelho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indicando a parte da imagem que está visível.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parte de baixo do painel para dar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ou menos zoom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 arraste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retângulo vermelho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mover a visualização da imagem.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GUIA INFORMAÇÕES</a:t>
            </a:r>
            <a:endParaRPr sz="1100"/>
          </a:p>
        </p:txBody>
      </p:sp>
      <p:sp>
        <p:nvSpPr>
          <p:cNvPr id="131" name="Google Shape;131;p7"/>
          <p:cNvSpPr txBox="1"/>
          <p:nvPr/>
        </p:nvSpPr>
        <p:spPr>
          <a:xfrm>
            <a:off x="521787" y="1318617"/>
            <a:ext cx="81003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mostra dados importantes sobre o que você está fazendo no Photoshop.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ela, é possível ver: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do mouse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valores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onde o cursor está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outras informações do documento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Informações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aparecer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com dados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documento.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você passar o mouse sobre a imagem, os valores de cor vão mudar conforme a posição do cursor.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Personalizando: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 de opções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(canto superior da paleta)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quais informações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você quer ver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PALETA COR E GUIA AMOSTRAS</a:t>
            </a:r>
            <a:endParaRPr sz="1100"/>
          </a:p>
        </p:txBody>
      </p:sp>
      <p:sp>
        <p:nvSpPr>
          <p:cNvPr id="137" name="Google Shape;137;p8"/>
          <p:cNvSpPr txBox="1"/>
          <p:nvPr/>
        </p:nvSpPr>
        <p:spPr>
          <a:xfrm>
            <a:off x="204330" y="1003580"/>
            <a:ext cx="8757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Photoshop, você 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formas principais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escolher e trabalhar com cores: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Amostras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Vamos entender cada uma:</a:t>
            </a:r>
            <a:endParaRPr sz="1100"/>
          </a:p>
        </p:txBody>
      </p:sp>
      <p:sp>
        <p:nvSpPr>
          <p:cNvPr id="138" name="Google Shape;138;p8"/>
          <p:cNvSpPr txBox="1"/>
          <p:nvPr/>
        </p:nvSpPr>
        <p:spPr>
          <a:xfrm>
            <a:off x="204330" y="1668947"/>
            <a:ext cx="87579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COR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Paleta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 flutuante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mostra 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controles de cor ativos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seu documento.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ela, você pode: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 as cores manualmente usando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barras deslizantes (sliders)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Alterar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preenchimento (cor da frente)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contorno (cor de fundo)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Trabalhar com diferentes modos de cor: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RGB, CMYK, Lab...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abrir, vai aparecer uma janelinha com duas cores sobrepostas (a da frente e a do fundo).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clicar nessas cores para abrir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Seletor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escolher qualquer tonalidade.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Também dá pra usar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barras deslizantes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ajustar a cor com mais precisão.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PALETA COR E GUIA AMOSTRAS</a:t>
            </a:r>
            <a:endParaRPr sz="1100"/>
          </a:p>
        </p:txBody>
      </p:sp>
      <p:sp>
        <p:nvSpPr>
          <p:cNvPr id="144" name="Google Shape;144;p9"/>
          <p:cNvSpPr txBox="1"/>
          <p:nvPr/>
        </p:nvSpPr>
        <p:spPr>
          <a:xfrm>
            <a:off x="166752" y="1088612"/>
            <a:ext cx="88896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AMOSTRAS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Amostras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é como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prateleira cheia de cores prontas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mostra várias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amostras de cores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pode clicar para aplicar no seu projeto.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guia é ótima para: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Ganhar tempo escolhendo cores já prontas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Manter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padronização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projetos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Criar sua própria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biblioteca de cores favoritas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abrir: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o menu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Janela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Amostras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janela que abrir vai mostrar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quadradinhos coloridos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qualquer um para aplicar aquela cor no seu documento.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Você pode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 novas amostras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clicando no menu da paleta (ícone de três linhas) e escolhendo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 Amostra de Cor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DESAFIO PRÁTICO: Alterando a cor do cabelo e dos olhos</a:t>
            </a:r>
            <a:endParaRPr sz="1100"/>
          </a:p>
        </p:txBody>
      </p:sp>
      <p:pic>
        <p:nvPicPr>
          <p:cNvPr id="150" name="Google Shape;1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4308" y="1949527"/>
            <a:ext cx="3436875" cy="2581093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0"/>
          <p:cNvSpPr/>
          <p:nvPr/>
        </p:nvSpPr>
        <p:spPr>
          <a:xfrm>
            <a:off x="77055" y="1640646"/>
            <a:ext cx="57570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Abra a imagem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modelo no Photoshop.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o cabelo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Pegue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Seleção Rápida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W)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Passe com cuidado sobre o cabelo até selecionar bem.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uma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 de Ajuste &gt; Matiz/Saturação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 cabelo ainda selecionado, vá na guia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no botão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Nova Camada de Ajuste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Matiz/Saturação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Mude a cor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barra de Matiz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mudar a tonalidade do cabelo.</a:t>
            </a:r>
            <a:endParaRPr sz="1100"/>
          </a:p>
          <a:p>
            <a:pPr indent="-635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Agora,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repita o processo para os olhos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 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zoom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aproximar a imagem.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Pegue novamente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 Rápida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Ferramenta Laço Poligonal (atalho: L)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selecionar os dois olhos.</a:t>
            </a:r>
            <a:endParaRPr sz="1100"/>
          </a:p>
          <a:p>
            <a:pPr indent="-7620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Crie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outra camada de ajuste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Matiz/Saturação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altere a cor como quiser.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77055" y="989429"/>
            <a:ext cx="8800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camadas de ajuste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ferramentas de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modificar apenas as áreas desejadas da imagem.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GINCANA PHOTOSHOP: TRANSFORMAÇÃO VAMPÍRICA</a:t>
            </a:r>
            <a:endParaRPr b="1"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1"/>
          <p:cNvSpPr txBox="1"/>
          <p:nvPr/>
        </p:nvSpPr>
        <p:spPr>
          <a:xfrm>
            <a:off x="210457" y="914339"/>
            <a:ext cx="8541900" cy="43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Missão Criativa: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 a modelo da imagem 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vampira estilosa, assustadora ou engraçada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usando tudo o que você aprendeu nas aulas!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da Gincana: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mesma imagem da modelo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 drive)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pode (e deve!) usar: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Matiz/Saturação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trocar a cor da pele, cabelo e olhos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Paleta Cor e Amostras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tons mais dramáticos (vermelho, roxo, cinza, etc.)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Guia Navegador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trabalhar com zoom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Ferramenta de Seleção Rápida ou Laço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isolar partes do rosto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Pincel (atalho B)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adicionar sangue falso ou maquiagem sombria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Desfoque, opacidade e modos de mesclagem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deixar mais realista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Ideias engraçadas ou criativas: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Dentes de vampiro feitos com forma branca ou recorte de outra imagem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Olhos brilhando em vermelho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Fundo sombrio com morcegos (pode usar imagens de internet)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Camiseta editada com frase tipo “Sede de RedBull” ou “Acordei com fome de sangue e cuscuz” 🩸😆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