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715000" cx="9144000"/>
  <p:notesSz cx="6858000" cy="9144000"/>
  <p:embeddedFontLst>
    <p:embeddedFont>
      <p:font typeface="Play"/>
      <p:regular r:id="rId18"/>
      <p:bold r:id="rId19"/>
    </p:embeddedFont>
    <p:embeddedFont>
      <p:font typeface="Arim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TkmWtb9QCB3/3+7RBm5bI9O4b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regular.fntdata"/><Relationship Id="rId11" Type="http://schemas.openxmlformats.org/officeDocument/2006/relationships/slide" Target="slides/slide7.xml"/><Relationship Id="rId22" Type="http://schemas.openxmlformats.org/officeDocument/2006/relationships/font" Target="fonts/Arimo-italic.fntdata"/><Relationship Id="rId10" Type="http://schemas.openxmlformats.org/officeDocument/2006/relationships/slide" Target="slides/slide6.xml"/><Relationship Id="rId21" Type="http://schemas.openxmlformats.org/officeDocument/2006/relationships/font" Target="fonts/Arimo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Arim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bold.fntdata"/><Relationship Id="rId6" Type="http://schemas.openxmlformats.org/officeDocument/2006/relationships/slide" Target="slides/slide2.xml"/><Relationship Id="rId18" Type="http://schemas.openxmlformats.org/officeDocument/2006/relationships/font" Target="fonts/Pl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25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25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599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30729" y="2127852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30729" y="2695574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dobe Photoshop Logo Vector Art, Icons, and Graphics for Free Download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612" y="1473449"/>
            <a:ext cx="2276001" cy="22760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530729" y="3002065"/>
            <a:ext cx="47349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VISUALIZAR RÉGUAS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APLICANDO GUIAS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RETIRANDO GUIAS DE POSICIONAMENTO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MOSTRAR GRADES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ABRIR ARQUIVOS PDF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SALVAR ARQUIVOS EM DIFERENTES FORMATOS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9144000" cy="7647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VISUALIZAR RÉGUAS NO PHOTOSHOP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270801" y="861411"/>
            <a:ext cx="8729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são réguas?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réguas ajudam a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alinhar objetos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deixar o trabalho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mais organizado e preciso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/>
          </a:p>
        </p:txBody>
      </p:sp>
      <p:sp>
        <p:nvSpPr>
          <p:cNvPr id="99" name="Google Shape;99;p2"/>
          <p:cNvSpPr/>
          <p:nvPr/>
        </p:nvSpPr>
        <p:spPr>
          <a:xfrm>
            <a:off x="270801" y="1445334"/>
            <a:ext cx="87291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ativar as réguas?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2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até o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menu superior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na guia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"Visualizar"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Selecione a opção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"Réguas"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Atalho de teclado:</a:t>
            </a:r>
            <a:b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CTRL + 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270801" y="3099062"/>
            <a:ext cx="54834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Onde as réguas aparecem?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Assim que ativar:</a:t>
            </a:r>
            <a:endParaRPr sz="12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Uma régua horizontal aparece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parte de cima da tela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Uma régua vertical aparece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lateral esquerda da tela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/>
          </a:p>
        </p:txBody>
      </p:sp>
      <p:sp>
        <p:nvSpPr>
          <p:cNvPr id="101" name="Google Shape;101;p2"/>
          <p:cNvSpPr/>
          <p:nvPr/>
        </p:nvSpPr>
        <p:spPr>
          <a:xfrm>
            <a:off x="270799" y="4204050"/>
            <a:ext cx="68595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 Extra: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pode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arrastar guias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diretamente das réguas:</a:t>
            </a:r>
            <a:endParaRPr sz="12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Clique e arraste da régua de cima → cria uma linha horizontal.</a:t>
            </a:r>
            <a:endParaRPr sz="12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Clique e arraste da régua da esquerda → cria uma linha vertical.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Essas guias ajudam muito no alinhamento de imagens, textos e formas!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-15162"/>
            <a:ext cx="9144000" cy="7647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APLICANDO GUIAS NO PHOTOSHOP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95400" y="904800"/>
            <a:ext cx="83715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são Guias?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Guias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são linhas que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saem na impressão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usadas só para ajudar no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alinhamento dos elementos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seu projeto.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Elas podem ser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movidas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removidas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 até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bloqueadas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evitar mudanças acidentais.</a:t>
            </a:r>
            <a:endParaRPr sz="1100"/>
          </a:p>
        </p:txBody>
      </p:sp>
      <p:sp>
        <p:nvSpPr>
          <p:cNvPr id="108" name="Google Shape;108;p3"/>
          <p:cNvSpPr/>
          <p:nvPr/>
        </p:nvSpPr>
        <p:spPr>
          <a:xfrm>
            <a:off x="295400" y="1856875"/>
            <a:ext cx="60261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ativar Guias Inteligentes?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até o menu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"Visualizar"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Passe o mouse em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"Mostrar"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"Guias Inteligentes"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Guias Inteligentes aparecem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automaticamente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quando você: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Cria uma forma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Faz uma seleção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Move objetos</a:t>
            </a:r>
            <a:endParaRPr sz="1100"/>
          </a:p>
        </p:txBody>
      </p:sp>
      <p:sp>
        <p:nvSpPr>
          <p:cNvPr id="109" name="Google Shape;109;p3"/>
          <p:cNvSpPr/>
          <p:nvPr/>
        </p:nvSpPr>
        <p:spPr>
          <a:xfrm>
            <a:off x="295407" y="3629750"/>
            <a:ext cx="51906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adicionar uma nova Guia?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até o menu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"Visualizar"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"Nova Guia"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 se a guia será:</a:t>
            </a:r>
            <a:endParaRPr sz="1100"/>
          </a:p>
          <a:p>
            <a:pPr indent="-22860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Horizontal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</a:t>
            </a:r>
            <a:endParaRPr sz="1100"/>
          </a:p>
          <a:p>
            <a:pPr indent="-22860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Vertical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Defina a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posição exata em 10 cm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-15162"/>
            <a:ext cx="9144000" cy="7647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APLICANDO GUIAS NO PHOTOSHOP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53628" y="1198836"/>
            <a:ext cx="75939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bloquear Guias?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menu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"Visualizar"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selecione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"Bloquear Guias"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53628" y="2266714"/>
            <a:ext cx="75939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ocultar as Guias?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Menu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"Visualizar"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"Mostrar"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desmarque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"Guias Inteligentes".</a:t>
            </a:r>
            <a:endParaRPr sz="1100"/>
          </a:p>
        </p:txBody>
      </p:sp>
      <p:sp>
        <p:nvSpPr>
          <p:cNvPr id="117" name="Google Shape;117;p4"/>
          <p:cNvSpPr/>
          <p:nvPr/>
        </p:nvSpPr>
        <p:spPr>
          <a:xfrm>
            <a:off x="453628" y="3334593"/>
            <a:ext cx="75939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remover/apagar Guias?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pode apagar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todas as guias de uma vez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assim:</a:t>
            </a:r>
            <a:endParaRPr sz="11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até o menu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"Visualizar"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"Limpar Guias"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 opção remove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todas as guias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seu projeto de uma vez só.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0" y="-15162"/>
            <a:ext cx="9144000" cy="7647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MOSTRAR E OCULTAR GRADES NO PHOTOSHOP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292893" y="959768"/>
            <a:ext cx="82476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a Grade?</a:t>
            </a:r>
            <a:endParaRPr sz="12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grade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ajuda a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alinhar objetos de forma simétrica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Aparece como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linhas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pontos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mas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é impressa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parecida com as guias, mas cobre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 a área do documento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/>
          </a:p>
        </p:txBody>
      </p:sp>
      <p:sp>
        <p:nvSpPr>
          <p:cNvPr id="124" name="Google Shape;124;p5"/>
          <p:cNvSpPr/>
          <p:nvPr/>
        </p:nvSpPr>
        <p:spPr>
          <a:xfrm>
            <a:off x="292892" y="2237951"/>
            <a:ext cx="82476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mostrar ou ocultar a Grade?</a:t>
            </a:r>
            <a:endParaRPr sz="12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até o menu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"Visualizar"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2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Passe o mouse em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"Mostrar"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2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"Grade"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Grid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Isso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ativa ou desativa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exibição da grade.</a:t>
            </a:r>
            <a:endParaRPr sz="1200"/>
          </a:p>
        </p:txBody>
      </p:sp>
      <p:sp>
        <p:nvSpPr>
          <p:cNvPr id="125" name="Google Shape;125;p5"/>
          <p:cNvSpPr/>
          <p:nvPr/>
        </p:nvSpPr>
        <p:spPr>
          <a:xfrm>
            <a:off x="292892" y="3721318"/>
            <a:ext cx="82476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EXTRA: Ajuste automático: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Quando você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 objetos, seleções ou guias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eles podem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alinhar automaticamente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à grade.</a:t>
            </a:r>
            <a:endParaRPr sz="12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Esse ajuste acontece se o objeto estiver a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até 8 pixels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distância da linha da grade ou da guia.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ativar/desativar o ajuste automático:</a:t>
            </a:r>
            <a:endParaRPr sz="12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Menu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"Visualizar"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"Ajustar a"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To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→ Marcar ou desmarcar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"Grade"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Grid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e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"Guias"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Guides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0" y="-15162"/>
            <a:ext cx="9144000" cy="7647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ABRINDO ARQUIVOS PDF NO PHOTOSHOP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239314" y="866764"/>
            <a:ext cx="86118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um PDF?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PDF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(Formato de Documento Portátil) é um tipo de arquivo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fácil de abrir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 qualquer sistema.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usado para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visualização de documentos sem edição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mas no Photoshop dá pra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extrair imagens e editar páginas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32" name="Google Shape;132;p6"/>
          <p:cNvSpPr/>
          <p:nvPr/>
        </p:nvSpPr>
        <p:spPr>
          <a:xfrm>
            <a:off x="239313" y="1659639"/>
            <a:ext cx="86118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abrir um PDF no Photoshop?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até o menu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"Arquivo"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"Abrir"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Localize e selecione o arquivo em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formato .PDF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33" name="Google Shape;133;p6"/>
          <p:cNvSpPr/>
          <p:nvPr/>
        </p:nvSpPr>
        <p:spPr>
          <a:xfrm>
            <a:off x="239313" y="2909748"/>
            <a:ext cx="8718900" cy="17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aparece depois?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Vai abrir uma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janela de importação de PDF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Você pode escolher:</a:t>
            </a:r>
            <a:endParaRPr sz="1100"/>
          </a:p>
          <a:p>
            <a:pPr indent="-22860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Abrir uma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página inteira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Abrir uma ou mais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imagens separadas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contidas no PDF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o PDF tiver várias imagens: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Você pode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clicar em cada miniatura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quiser importar.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Cada imagem será aberta em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nova aba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Photoshop.</a:t>
            </a:r>
            <a:endParaRPr sz="1100"/>
          </a:p>
        </p:txBody>
      </p:sp>
      <p:sp>
        <p:nvSpPr>
          <p:cNvPr id="134" name="Google Shape;134;p6"/>
          <p:cNvSpPr/>
          <p:nvPr/>
        </p:nvSpPr>
        <p:spPr>
          <a:xfrm>
            <a:off x="239313" y="4775409"/>
            <a:ext cx="86118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 rápida: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Photoshop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edita o texto do PDF como um editor de texto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Mas dá pra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editar as imagens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recortar, aplicar efeitos, etc.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0" y="-15162"/>
            <a:ext cx="9144000" cy="7647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ARQUIVOS EM DIVERSOS FORMATOS NO PHOTOSHOP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325041" y="1267445"/>
            <a:ext cx="83976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salvar um arquivo?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no menu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"Arquivo"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 uma das opções:</a:t>
            </a:r>
            <a:endParaRPr sz="1100"/>
          </a:p>
          <a:p>
            <a:pPr indent="-22860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Salvar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– atualiza o arquivo atual</a:t>
            </a:r>
            <a:endParaRPr sz="1100"/>
          </a:p>
          <a:p>
            <a:pPr indent="-22860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Salvar como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 As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– cria uma nova versão</a:t>
            </a:r>
            <a:endParaRPr sz="1100"/>
          </a:p>
          <a:p>
            <a:pPr indent="-22860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Salvar uma cópia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 a Copy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– salva outra versão sem fechar o original</a:t>
            </a:r>
            <a:endParaRPr sz="1100"/>
          </a:p>
        </p:txBody>
      </p:sp>
      <p:sp>
        <p:nvSpPr>
          <p:cNvPr id="141" name="Google Shape;141;p7"/>
          <p:cNvSpPr/>
          <p:nvPr/>
        </p:nvSpPr>
        <p:spPr>
          <a:xfrm>
            <a:off x="325041" y="3155057"/>
            <a:ext cx="83976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escolher o formato?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Ao clicar em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Salvar como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Salvar uma cópia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 o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onde deseja salvar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Digite o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do arquivo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Abaixo do nome, clique no campo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"Formato"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Format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Selecione o formato desejado (JPG, PNG, PDF, etc).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Salvar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0" y="-15162"/>
            <a:ext cx="9144000" cy="7647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SALVANDO ARQUIVOS EM DIVERSOS FORMATOS NO PHOTOSHOP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63275" y="943024"/>
            <a:ext cx="70044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que salvar em diferentes formatos?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formato tem uma função diferente: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PSD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Arquivo editável (mantém camadas e efeitos)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JPG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Imagem compacta (ótima pra redes sociais e envio por WhatsApp)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PNG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Imagem com fundo transparente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PDF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Para impressão ou apresentação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GIF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Imagem animada (ou com poucas cores)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TIFF/BMP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Alta qualidade (para gráficas e impressão profissional)</a:t>
            </a:r>
            <a:endParaRPr sz="1100"/>
          </a:p>
        </p:txBody>
      </p:sp>
      <p:sp>
        <p:nvSpPr>
          <p:cNvPr id="148" name="Google Shape;148;p8"/>
          <p:cNvSpPr/>
          <p:nvPr/>
        </p:nvSpPr>
        <p:spPr>
          <a:xfrm>
            <a:off x="644175" y="2854851"/>
            <a:ext cx="70044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Salvar para Web (versão compacta)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Acesse: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Arquivo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Exportar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Salvar para Web (legado)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 for Web</a:t>
            </a: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Ideal para:</a:t>
            </a:r>
            <a:endParaRPr sz="1100"/>
          </a:p>
          <a:p>
            <a:pPr indent="-22860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Sites</a:t>
            </a:r>
            <a:endParaRPr sz="1100"/>
          </a:p>
          <a:p>
            <a:pPr indent="-22860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Blogs</a:t>
            </a:r>
            <a:endParaRPr sz="1100"/>
          </a:p>
          <a:p>
            <a:pPr indent="-22860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rápido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Permite ajustar:</a:t>
            </a:r>
            <a:endParaRPr sz="1100"/>
          </a:p>
          <a:p>
            <a:pPr indent="-22860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Tamanho da imagem</a:t>
            </a:r>
            <a:endParaRPr sz="1100"/>
          </a:p>
          <a:p>
            <a:pPr indent="-22860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Qualidade</a:t>
            </a:r>
            <a:endParaRPr sz="1100"/>
          </a:p>
          <a:p>
            <a:pPr indent="-22860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Formato (JPEG, PNG, GIF)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/>
          <p:nvPr/>
        </p:nvSpPr>
        <p:spPr>
          <a:xfrm>
            <a:off x="0" y="-15162"/>
            <a:ext cx="9144000" cy="7647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PRÁTICA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3519" y="1545677"/>
            <a:ext cx="3709510" cy="310966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/>
          <p:nvPr/>
        </p:nvSpPr>
        <p:spPr>
          <a:xfrm>
            <a:off x="115999" y="845775"/>
            <a:ext cx="48441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Imagens fornecidas</a:t>
            </a: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27305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Acesse o navegador (Chrome)</a:t>
            </a:r>
            <a:endParaRPr sz="1100"/>
          </a:p>
          <a:p>
            <a:pPr indent="-27305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Acesse o google drive</a:t>
            </a:r>
            <a:endParaRPr sz="1100"/>
          </a:p>
          <a:p>
            <a:pPr indent="-27305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Abra a pasta Web Gráfico</a:t>
            </a:r>
            <a:endParaRPr sz="1100"/>
          </a:p>
          <a:p>
            <a:pPr indent="-27305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baixe todas as imagens da pasta brincando com sombras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16000" y="1939525"/>
            <a:ext cx="37095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UM NOVO PROJETO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 &gt; Novo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Tamanho sugerido: 1920x1080 px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 de fundo: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16000" y="2978275"/>
            <a:ext cx="42108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 O FUNDO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 &gt; Inserir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imagem do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Ajuste com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Mover (atalho: V)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Dê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confirmar.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116006" y="4472538"/>
            <a:ext cx="52953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3️.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ADICIONAR A TEXTURA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Insira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da textura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Posicione-a -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Opcional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(use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Transformação Livre: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CTRL + T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ajustar opacidade se quiser suavizar (no menu de camadas)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0" y="-15162"/>
            <a:ext cx="9144000" cy="7647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PRÁTICA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3519" y="1545677"/>
            <a:ext cx="3709510" cy="310966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/>
          <p:nvPr/>
        </p:nvSpPr>
        <p:spPr>
          <a:xfrm>
            <a:off x="203596" y="973595"/>
            <a:ext cx="4211100" cy="16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4️.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RECORTAR O GAROTO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Abra a imagem do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garoto com capa em um novo projeto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Laço Magnético (atalho: L)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volta do garoto, vá contornando até fechar a seleção.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terminar, pressione CTRL + C para copiar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Volte para seu projeto e pressione CTRL + V para colar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CTRL + T para ajustar o tamanho e posição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203596" y="2589422"/>
            <a:ext cx="4993500" cy="16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5️.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ADICIONAR A SOMBRA DO HERÓI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novo projeto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a imagem da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sombra com fundo branco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Varinha Mágica (atalho: W)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sombra e se certifique dela está selecionada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CTRL + C para copiar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Cole no projeto (CTRL + V) e ajuste com CTRL + T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Posicione a sombra atrás do garoto, como se fosse o reflexo.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 menu de camadas é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possivel alterar as posições de quem ficará atrás)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203596" y="4429243"/>
            <a:ext cx="48327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AJUSTAR A ORDEM DAS CAMADAS</a:t>
            </a:r>
            <a:endParaRPr sz="1100"/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b="1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Painel de Camadas</a:t>
            </a: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23495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sombra</a:t>
            </a: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deve ficar </a:t>
            </a:r>
            <a:r>
              <a:rPr b="1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atrás do garoto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fundo</a:t>
            </a: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deve estar na base de tudo</a:t>
            </a:r>
            <a:endParaRPr sz="1100"/>
          </a:p>
          <a:p>
            <a:pPr indent="-23495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arrastar e soltar</a:t>
            </a: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organizar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/>
          <p:nvPr/>
        </p:nvSpPr>
        <p:spPr>
          <a:xfrm>
            <a:off x="0" y="-15162"/>
            <a:ext cx="9144000" cy="7647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PRÁTICA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3519" y="1545677"/>
            <a:ext cx="3709510" cy="310966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2"/>
          <p:cNvSpPr/>
          <p:nvPr/>
        </p:nvSpPr>
        <p:spPr>
          <a:xfrm>
            <a:off x="150019" y="1647935"/>
            <a:ext cx="4993500" cy="21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7️.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OPCIONAL - ADICIONAR SOMBRA NAS BORDAS DO TRABALHO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do garoto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com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direito &gt; Opções de Mesclagem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Marque a opção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Sombra Projetada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Ajuste: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Distância: 10 px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Expansão: 0 a 10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Tamanho: 10 a 30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Opacidade: 60% ou mais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Repita com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sombra do herói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 quiser dar mais realismo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>
            <a:off x="0" y="-15162"/>
            <a:ext cx="9144000" cy="7647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PRÁTICA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9847" y="1399065"/>
            <a:ext cx="4521393" cy="312353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6"/>
          <p:cNvSpPr/>
          <p:nvPr/>
        </p:nvSpPr>
        <p:spPr>
          <a:xfrm>
            <a:off x="116003" y="893224"/>
            <a:ext cx="38103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Imagens fornecidas:</a:t>
            </a:r>
            <a:endParaRPr sz="1100"/>
          </a:p>
          <a:p>
            <a:pPr indent="-26670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Acesse o navegador (Chrome)</a:t>
            </a:r>
            <a:endParaRPr sz="1100"/>
          </a:p>
          <a:p>
            <a:pPr indent="-26670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Acesse o google drive</a:t>
            </a:r>
            <a:endParaRPr sz="1100"/>
          </a:p>
          <a:p>
            <a:pPr indent="-26670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Abra a pasta Web Gráfico</a:t>
            </a:r>
            <a:endParaRPr sz="1100"/>
          </a:p>
          <a:p>
            <a:pPr indent="-26670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baixe todas as imagens da pasta Pôster de cinema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116003" y="2287975"/>
            <a:ext cx="38148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1️.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O PROJETO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Arquivo &gt; Novo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Tamanho sugerido: 1920x1080 px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apenas abra a imagem do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fundo da cidade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trabalhe nela direto.</a:t>
            </a:r>
            <a:endParaRPr sz="1100"/>
          </a:p>
        </p:txBody>
      </p:sp>
      <p:sp>
        <p:nvSpPr>
          <p:cNvPr id="183" name="Google Shape;183;p16"/>
          <p:cNvSpPr/>
          <p:nvPr/>
        </p:nvSpPr>
        <p:spPr>
          <a:xfrm>
            <a:off x="116003" y="3532104"/>
            <a:ext cx="4296900" cy="18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2️.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NSERIR A MODELO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Abra a imagem da mulher.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Laço Magnético (atalho: L)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selecionar o corpo.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Pressione CTRL + C para copiar e CTRL + V na imagem principal.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Ajuste o tamanho com CTRL + T – deixe ela bem grande e bem posicionada.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>
            <a:off x="0" y="-15162"/>
            <a:ext cx="9144000" cy="7647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PRÁTICA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9847" y="1399065"/>
            <a:ext cx="4521393" cy="312353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/>
          <p:nvPr/>
        </p:nvSpPr>
        <p:spPr>
          <a:xfrm>
            <a:off x="96440" y="1399065"/>
            <a:ext cx="4318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3️.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USAR TEXTURAS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Insira as texturas (chão, rachadura etc.)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CTRL + T para ajustar e moldar onde quiser.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Dica: coloque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rachadura abaixo do pé dela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dar impacto.</a:t>
            </a:r>
            <a:endParaRPr sz="1100"/>
          </a:p>
        </p:txBody>
      </p:sp>
      <p:sp>
        <p:nvSpPr>
          <p:cNvPr id="191" name="Google Shape;191;p17"/>
          <p:cNvSpPr/>
          <p:nvPr/>
        </p:nvSpPr>
        <p:spPr>
          <a:xfrm>
            <a:off x="96440" y="2994075"/>
            <a:ext cx="4232700" cy="16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SOMBRAS E REALISMO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a camada da modelo selecionada:</a:t>
            </a:r>
            <a:endParaRPr sz="1100"/>
          </a:p>
          <a:p>
            <a:pPr indent="-22860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com botão direito &gt;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Opções de Mesclagem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Ative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Sombra Projetada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Ajuste distância e ângulo para parecer que ela está no chão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quiser mais realismo: Crie uma camada nova abaixo dela, pinte com pincel preto e borrão.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2025-04-18T19:16:35Z</dcterms:created>
  <dc:creator>leo Souza</dc:creator>
</cp:coreProperties>
</file>