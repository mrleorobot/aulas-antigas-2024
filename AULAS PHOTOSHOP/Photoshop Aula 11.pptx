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715000" cx="9144000"/>
  <p:notesSz cx="6858000" cy="9144000"/>
  <p:embeddedFontLst>
    <p:embeddedFont>
      <p:font typeface="Play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g7eBkth+I8RCPc7Ypf7MJnb8qo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Play-bold.fntdata"/><Relationship Id="rId23" Type="http://schemas.openxmlformats.org/officeDocument/2006/relationships/font" Target="fonts/Play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Google Shape;18;p2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1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2" name="Google Shape;22;p2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3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2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2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p25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9" name="Google Shape;49;p25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" name="Google Shape;50;p2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6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2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1" name="Google Shape;61;p27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2" name="Google Shape;62;p2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28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2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29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2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3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3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3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lay"/>
              <a:buNone/>
              <a:defRPr b="0" i="0" sz="3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5998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5118920" y="748952"/>
            <a:ext cx="3795300" cy="42171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30729" y="2127852"/>
            <a:ext cx="30945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</a:pPr>
            <a:r>
              <a:rPr b="1" i="0" lang="pt-BR" sz="3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PHOTOSHOP</a:t>
            </a:r>
            <a:endParaRPr sz="1100"/>
          </a:p>
        </p:txBody>
      </p:sp>
      <p:sp>
        <p:nvSpPr>
          <p:cNvPr id="90" name="Google Shape;90;p1"/>
          <p:cNvSpPr txBox="1"/>
          <p:nvPr/>
        </p:nvSpPr>
        <p:spPr>
          <a:xfrm>
            <a:off x="530729" y="2695574"/>
            <a:ext cx="3494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100"/>
          </a:p>
        </p:txBody>
      </p:sp>
      <p:pic>
        <p:nvPicPr>
          <p:cNvPr descr="Adobe Photoshop Logo Vector Art, Icons, and Graphics for Free Download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8612" y="1473449"/>
            <a:ext cx="2276001" cy="227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Modelos de Cores RGB e CMYK</a:t>
            </a:r>
            <a:endParaRPr sz="1100"/>
          </a:p>
        </p:txBody>
      </p:sp>
      <p:sp>
        <p:nvSpPr>
          <p:cNvPr id="97" name="Google Shape;97;p2"/>
          <p:cNvSpPr txBox="1"/>
          <p:nvPr/>
        </p:nvSpPr>
        <p:spPr>
          <a:xfrm>
            <a:off x="324453" y="1136679"/>
            <a:ext cx="8495100" cy="4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são?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RGB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CMYK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são dois sistemas de cores usados para diferentes finalidades.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RGB (Red, Green, Blue)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o modelo de cor usado em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telas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(como TV, monitor, celular).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cores são formadas com luz: quanto mais luz, mais claro.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Misturando os 3 (vermelho, verde e azul) no máximo, temos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55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CMYK (Cyan, Magenta, Yellow, Black)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usado em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impressão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(papel, panfletos, cartazes).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Aqui, a mistura das cores é com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tinta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Misturar tudo dá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preto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(ou um tom escuro), por isso o “K” de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black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Atenção!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você fizer um trabalho em RGB e mandar imprimir, as cores podem sair diferentes. Por isso,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escolher o modelo certo desde o começo é importante.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muda isso no Photoshop?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no menu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Imagem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&gt;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Escolha entre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RGB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CMYK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Ajustes no Photoshop</a:t>
            </a:r>
            <a:endParaRPr sz="1100"/>
          </a:p>
        </p:txBody>
      </p:sp>
      <p:sp>
        <p:nvSpPr>
          <p:cNvPr id="103" name="Google Shape;103;p3"/>
          <p:cNvSpPr txBox="1"/>
          <p:nvPr/>
        </p:nvSpPr>
        <p:spPr>
          <a:xfrm>
            <a:off x="298276" y="1064427"/>
            <a:ext cx="84387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são?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Ajustes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são ferramentas que permitem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modificar cor, brilho, contraste, saturação, tons e muito mais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uma imagem.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Eles são essenciais pra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melhorar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uma foto ou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transformar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completamente a aparência de um objeto.</a:t>
            </a:r>
            <a:endParaRPr sz="1100"/>
          </a:p>
        </p:txBody>
      </p:sp>
      <p:sp>
        <p:nvSpPr>
          <p:cNvPr id="104" name="Google Shape;104;p3"/>
          <p:cNvSpPr/>
          <p:nvPr/>
        </p:nvSpPr>
        <p:spPr>
          <a:xfrm>
            <a:off x="298276" y="2223377"/>
            <a:ext cx="85890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 os ajustes?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pode acessar de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duas formas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Imagem &gt; Ajustes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pelo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Painel de Camadas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➜ Clique no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ícone de meia-lua (Nova Camada de Ajuste)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abaixo da aba de camadas.</a:t>
            </a:r>
            <a:endParaRPr sz="1100"/>
          </a:p>
        </p:txBody>
      </p:sp>
      <p:sp>
        <p:nvSpPr>
          <p:cNvPr id="105" name="Google Shape;105;p3"/>
          <p:cNvSpPr txBox="1"/>
          <p:nvPr/>
        </p:nvSpPr>
        <p:spPr>
          <a:xfrm>
            <a:off x="298276" y="3706081"/>
            <a:ext cx="4579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Observação Importante:</a:t>
            </a:r>
            <a:endParaRPr sz="1100"/>
          </a:p>
        </p:txBody>
      </p:sp>
      <p:sp>
        <p:nvSpPr>
          <p:cNvPr id="106" name="Google Shape;106;p3"/>
          <p:cNvSpPr txBox="1"/>
          <p:nvPr/>
        </p:nvSpPr>
        <p:spPr>
          <a:xfrm>
            <a:off x="298276" y="4013858"/>
            <a:ext cx="84387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aula passada, já usamos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Matiz/Saturação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dentro de uma camada de ajuste, pra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mudar a cor da camisa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Hoje vamos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revisar brevemente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aprender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novos ajustes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pra deixar suas imagens com cara de profissional.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Ajustes no Photoshop</a:t>
            </a:r>
            <a:endParaRPr sz="1100"/>
          </a:p>
        </p:txBody>
      </p:sp>
      <p:sp>
        <p:nvSpPr>
          <p:cNvPr id="112" name="Google Shape;112;p4"/>
          <p:cNvSpPr txBox="1"/>
          <p:nvPr/>
        </p:nvSpPr>
        <p:spPr>
          <a:xfrm>
            <a:off x="166752" y="1230175"/>
            <a:ext cx="8654700" cy="39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Alguns dos principais ajustes: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Matiz / Saturação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Usamos na aula passada!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trocar a cor de um objeto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fizemos na atividade da camiseta.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seleciona a área, adiciona uma camada de ajuste e mexe nos controles.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55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Brilho / Contraste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Aumenta ou diminui o brilho e o contraste da imagem. Ideal para imagens escuras ou sem vida.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Níveis (Levels)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Ajusta os tons escuros, médios e claros com mais controle.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55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Curvas (Curves)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Parecido com níveis, mas com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mais precisão e controle fino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sobre os tons.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Misturador de Canais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São ajustes mais específicos e avançados, usados para trabalhar detalhes e efeitos mais criativos.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Trabalhando com Tons no Photoshop</a:t>
            </a:r>
            <a:endParaRPr sz="1100"/>
          </a:p>
        </p:txBody>
      </p:sp>
      <p:sp>
        <p:nvSpPr>
          <p:cNvPr id="119" name="Google Shape;119;p5"/>
          <p:cNvSpPr txBox="1"/>
          <p:nvPr/>
        </p:nvSpPr>
        <p:spPr>
          <a:xfrm>
            <a:off x="404355" y="1033707"/>
            <a:ext cx="83352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são “tons”?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Photoshop,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tons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são os diferentes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níveis de luminosidade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uma imagem.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Eles vão dos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tons escuros (sombras)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passando pelos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tons médios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até 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tons claros (luzes)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20" name="Google Shape;120;p5"/>
          <p:cNvSpPr txBox="1"/>
          <p:nvPr/>
        </p:nvSpPr>
        <p:spPr>
          <a:xfrm>
            <a:off x="404354" y="1960033"/>
            <a:ext cx="83352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que isso importa?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Ajustar os tons melhora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clareza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contraste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qualidade visual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imagem.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Corrige fotos escuras, muito claras ou sem definição.</a:t>
            </a:r>
            <a:endParaRPr sz="1100"/>
          </a:p>
        </p:txBody>
      </p:sp>
      <p:sp>
        <p:nvSpPr>
          <p:cNvPr id="121" name="Google Shape;121;p5"/>
          <p:cNvSpPr txBox="1"/>
          <p:nvPr/>
        </p:nvSpPr>
        <p:spPr>
          <a:xfrm>
            <a:off x="404354" y="2857500"/>
            <a:ext cx="8016000" cy="24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Ferramentas que ajudam a trabalhar os tons: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Brilho/Contraste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Deixa a imagem mais viva ou mais suave.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Aumentar o brilho = imagem mais clara.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Aumentar o contraste = destaca mais as diferenças de tons.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Níveis (Levels)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corrigir sombras, tons médios e luzes separadamente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Muito útil quando uma imagem está "lavada" ou muito escura.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Curvas (Curves)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Mais avançada, permite criar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pontos específicos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ajuste no gráfico dos tons.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 clarear só as luzes ou escurecer só as sombras, por exemplo.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Trabalhando com Tons no Photoshop</a:t>
            </a:r>
            <a:endParaRPr sz="1100"/>
          </a:p>
        </p:txBody>
      </p:sp>
      <p:sp>
        <p:nvSpPr>
          <p:cNvPr id="128" name="Google Shape;128;p6"/>
          <p:cNvSpPr txBox="1"/>
          <p:nvPr/>
        </p:nvSpPr>
        <p:spPr>
          <a:xfrm>
            <a:off x="191023" y="989551"/>
            <a:ext cx="86172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aplicar: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Imagem &gt; Ajustes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pela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 de Ajuste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(ícone de meia-lua na aba de camadas)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 txBox="1"/>
          <p:nvPr/>
        </p:nvSpPr>
        <p:spPr>
          <a:xfrm>
            <a:off x="166752" y="1824619"/>
            <a:ext cx="86415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Ajustando Brilho e Contraste no Photoshop – Passo a Passo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Etapa 1: Abrir a imagem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Abra o Photoshop.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no menu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Arquivo &gt; Abrir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uma imagem do computador e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Abrir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30" name="Google Shape;130;p6"/>
          <p:cNvSpPr txBox="1"/>
          <p:nvPr/>
        </p:nvSpPr>
        <p:spPr>
          <a:xfrm>
            <a:off x="166752" y="3168455"/>
            <a:ext cx="45798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Etapa 2: Acessar o ajuste de Brilho/Contraste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menu superior,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Imagem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 vá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Brilho/Contraste...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166752" y="4168729"/>
            <a:ext cx="88104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Etapa 3: Ajustar brilho e contraste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abrir uma janela com dois controles deslizantes: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Brilho: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aumenta ou diminui a luminosidade da imagem.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Contraste: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aumenta ou diminui a diferença entre as áreas claras e escuras.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Mova os controles com o mouse para a direita ou esquerda e observe a imagem mudar em tempo real.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estiver satisfeito com o resultado,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aplicar.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Trabalhando com Tons no Photoshop</a:t>
            </a:r>
            <a:endParaRPr sz="1100"/>
          </a:p>
        </p:txBody>
      </p:sp>
      <p:sp>
        <p:nvSpPr>
          <p:cNvPr id="138" name="Google Shape;138;p7"/>
          <p:cNvSpPr txBox="1"/>
          <p:nvPr/>
        </p:nvSpPr>
        <p:spPr>
          <a:xfrm>
            <a:off x="267150" y="1522550"/>
            <a:ext cx="86097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Atenção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 ajuste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modifica diretamente a imagem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ou seja, não é possível desfazer depois de salvar e fechar o arquivo.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Existe uma maneira mais segura de fazer isso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usando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Camadas de Ajuste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que permitem apagar ou modificar o efeito a qualquer momento.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Essa forma segura é explicada detalhadamente nas apostilas, então não se preocupem agora!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Equilíbrio de Cores no Photoshop</a:t>
            </a:r>
            <a:endParaRPr sz="1100"/>
          </a:p>
        </p:txBody>
      </p:sp>
      <p:sp>
        <p:nvSpPr>
          <p:cNvPr id="145" name="Google Shape;145;p8"/>
          <p:cNvSpPr txBox="1"/>
          <p:nvPr/>
        </p:nvSpPr>
        <p:spPr>
          <a:xfrm>
            <a:off x="279486" y="998903"/>
            <a:ext cx="85890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Equilíbrio de Cores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 ajustar as cores da imagem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alterando as intensidades de vermelho, verde e azul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muito útil para corrigir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tons indesejados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imagens amareladas ou com excesso de azul.</a:t>
            </a:r>
            <a:endParaRPr sz="1100"/>
          </a:p>
        </p:txBody>
      </p:sp>
      <p:sp>
        <p:nvSpPr>
          <p:cNvPr id="146" name="Google Shape;146;p8"/>
          <p:cNvSpPr txBox="1"/>
          <p:nvPr/>
        </p:nvSpPr>
        <p:spPr>
          <a:xfrm>
            <a:off x="279486" y="1999178"/>
            <a:ext cx="45798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Menu superior: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Imagem &gt; Ajustes &gt; Equilíbrio de Cores...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279486" y="2768619"/>
            <a:ext cx="85851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Ao abrir, você verá controles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Sombras, Tons Médios e Realces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cada área, pode ajustar o nível de: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Ciano / Vermelho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Magenta / Verde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Amarelo / Azul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Arraste os controles para ajustar as cores e observe a imagem mudando em tempo real.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quando estiver satisfeito.</a:t>
            </a:r>
            <a:endParaRPr sz="1100"/>
          </a:p>
        </p:txBody>
      </p:sp>
      <p:sp>
        <p:nvSpPr>
          <p:cNvPr id="148" name="Google Shape;148;p8"/>
          <p:cNvSpPr txBox="1"/>
          <p:nvPr/>
        </p:nvSpPr>
        <p:spPr>
          <a:xfrm>
            <a:off x="279486" y="4720495"/>
            <a:ext cx="87204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importante: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Faça ajustes leves para não perder a naturalidade da imagem.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Experimente mexer principalmente nos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Tons Médios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pois eles influenciam mais na maioria das fotos.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Níveis e Níveis Automáticos no Photoshop</a:t>
            </a:r>
            <a:endParaRPr sz="1100"/>
          </a:p>
        </p:txBody>
      </p:sp>
      <p:sp>
        <p:nvSpPr>
          <p:cNvPr id="155" name="Google Shape;155;p9"/>
          <p:cNvSpPr txBox="1"/>
          <p:nvPr/>
        </p:nvSpPr>
        <p:spPr>
          <a:xfrm>
            <a:off x="301015" y="1564629"/>
            <a:ext cx="86343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são?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Níveis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ajustar sombras (preto), tons médios (cinza) e luzes (branco)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uma imagem.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Níveis Automáticos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fazem esse ajuste de forma automática, com um clique.</a:t>
            </a:r>
            <a:endParaRPr sz="1100"/>
          </a:p>
        </p:txBody>
      </p:sp>
      <p:sp>
        <p:nvSpPr>
          <p:cNvPr id="156" name="Google Shape;156;p9"/>
          <p:cNvSpPr txBox="1"/>
          <p:nvPr/>
        </p:nvSpPr>
        <p:spPr>
          <a:xfrm>
            <a:off x="301015" y="2395234"/>
            <a:ext cx="6266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no menu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Imagem &gt; Ajustes &gt; Níveis...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301015" y="3083860"/>
            <a:ext cx="62667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 os Níveis?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Ao abrir o painel, aparece um gráfico (histograma) com três triângulos abaixo: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Preto (esquerda):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ajusta as sombras.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Cinza (meio):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ajusta os tons médios.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Branco (direita):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ajusta as áreas claras.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Arraste os triângulos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melhorar o contraste e dar mais vida à imagem.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quando terminar.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Curvas no Photoshop</a:t>
            </a:r>
            <a:endParaRPr sz="1100"/>
          </a:p>
        </p:txBody>
      </p:sp>
      <p:sp>
        <p:nvSpPr>
          <p:cNvPr id="164" name="Google Shape;164;p10"/>
          <p:cNvSpPr txBox="1"/>
          <p:nvPr/>
        </p:nvSpPr>
        <p:spPr>
          <a:xfrm>
            <a:off x="221162" y="964513"/>
            <a:ext cx="87018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ferramenta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Curvas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também serve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ajustar luz, sombra e tons médios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imagem,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 com mais precisão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que os Níveis.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ela, você pode controlar exatamente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quais áreas da imagem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quer clarear ou escurecer.</a:t>
            </a:r>
            <a:endParaRPr sz="1100"/>
          </a:p>
        </p:txBody>
      </p:sp>
      <p:sp>
        <p:nvSpPr>
          <p:cNvPr id="165" name="Google Shape;165;p10"/>
          <p:cNvSpPr txBox="1"/>
          <p:nvPr/>
        </p:nvSpPr>
        <p:spPr>
          <a:xfrm>
            <a:off x="221162" y="2052479"/>
            <a:ext cx="4579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Imagem &gt; Ajustes &gt; Curvas...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0"/>
          <p:cNvSpPr txBox="1"/>
          <p:nvPr/>
        </p:nvSpPr>
        <p:spPr>
          <a:xfrm>
            <a:off x="251303" y="2799571"/>
            <a:ext cx="8701800" cy="22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Vai aparecer um gráfico com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linha reta diagonal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(de canto inferior esquerdo até o superior direito).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Você pode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clicar em qualquer ponto da linha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criar um controle.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Clicar no meio → controla os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tons médios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Parte de baixo →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sombras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Parte de cima →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áreas claras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 arraste esses pontos: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 cima →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clareia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área.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 baixo →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escurece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área.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Quando estiver satisfeito,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Curvas no Photoshop</a:t>
            </a:r>
            <a:endParaRPr sz="1100"/>
          </a:p>
        </p:txBody>
      </p:sp>
      <p:sp>
        <p:nvSpPr>
          <p:cNvPr id="173" name="Google Shape;173;p11"/>
          <p:cNvSpPr txBox="1"/>
          <p:nvPr/>
        </p:nvSpPr>
        <p:spPr>
          <a:xfrm>
            <a:off x="608294" y="1169405"/>
            <a:ext cx="80817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para iniciantes: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facilitar, teste a curva em formato 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leve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Isso melhora contraste sem exagero.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(Um ponto em cima puxando um pouco pra cima, e um embaixo puxando levemente pra baixo.)</a:t>
            </a:r>
            <a:endParaRPr sz="1100"/>
          </a:p>
        </p:txBody>
      </p:sp>
      <p:sp>
        <p:nvSpPr>
          <p:cNvPr id="174" name="Google Shape;174;p11"/>
          <p:cNvSpPr txBox="1"/>
          <p:nvPr/>
        </p:nvSpPr>
        <p:spPr>
          <a:xfrm>
            <a:off x="608293" y="2462263"/>
            <a:ext cx="70647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Observação: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Essa ferramenta é mais avançada, então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com calma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Errou? É só apertar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Z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clicar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Cancelar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Substituir Cores no Photoshop</a:t>
            </a:r>
            <a:endParaRPr sz="1100"/>
          </a:p>
        </p:txBody>
      </p:sp>
      <p:sp>
        <p:nvSpPr>
          <p:cNvPr id="181" name="Google Shape;181;p12"/>
          <p:cNvSpPr txBox="1"/>
          <p:nvPr/>
        </p:nvSpPr>
        <p:spPr>
          <a:xfrm>
            <a:off x="373432" y="1117808"/>
            <a:ext cx="85233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ferramenta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Substituir Cor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clicar em uma cor específica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imagem e trocá-la por outra, sem precisar selecionar manualmente.</a:t>
            </a:r>
            <a:endParaRPr sz="1100"/>
          </a:p>
        </p:txBody>
      </p:sp>
      <p:sp>
        <p:nvSpPr>
          <p:cNvPr id="182" name="Google Shape;182;p12"/>
          <p:cNvSpPr txBox="1"/>
          <p:nvPr/>
        </p:nvSpPr>
        <p:spPr>
          <a:xfrm>
            <a:off x="373433" y="2027134"/>
            <a:ext cx="4579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Imagem &gt; Ajustes &gt; Substituir Cor...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2"/>
          <p:cNvSpPr txBox="1"/>
          <p:nvPr/>
        </p:nvSpPr>
        <p:spPr>
          <a:xfrm>
            <a:off x="373432" y="2705628"/>
            <a:ext cx="85233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Vai abrir uma janela com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miniatura em preto e branco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com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conta-gotas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cor que você quer trocar (por exemplo, uma camiseta vermelha).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o controle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Matiz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mudar a cor.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Ajuste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Saturação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Luminosidade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quiser refinar o resultado.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quando estiver satisfeito.</a:t>
            </a:r>
            <a:endParaRPr sz="1100"/>
          </a:p>
        </p:txBody>
      </p:sp>
      <p:sp>
        <p:nvSpPr>
          <p:cNvPr id="184" name="Google Shape;184;p12"/>
          <p:cNvSpPr txBox="1"/>
          <p:nvPr/>
        </p:nvSpPr>
        <p:spPr>
          <a:xfrm>
            <a:off x="373432" y="4307450"/>
            <a:ext cx="85233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botão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“+ conta-gotas”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 adicionar mais tons parecidos (caso a cor tenha variações).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controle 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Tolerância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(Fuzziness) define o quanto de variação de cor será incluído.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Substituir Cores no Photoshop</a:t>
            </a:r>
            <a:endParaRPr sz="1100"/>
          </a:p>
        </p:txBody>
      </p:sp>
      <p:sp>
        <p:nvSpPr>
          <p:cNvPr id="191" name="Google Shape;191;p13"/>
          <p:cNvSpPr txBox="1"/>
          <p:nvPr/>
        </p:nvSpPr>
        <p:spPr>
          <a:xfrm>
            <a:off x="373432" y="1117808"/>
            <a:ext cx="85233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ferramenta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Substituir Cor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clicar em uma cor específica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imagem e trocá-la por outra, sem precisar selecionar manualmente.</a:t>
            </a:r>
            <a:endParaRPr sz="1100"/>
          </a:p>
        </p:txBody>
      </p:sp>
      <p:sp>
        <p:nvSpPr>
          <p:cNvPr id="192" name="Google Shape;192;p13"/>
          <p:cNvSpPr txBox="1"/>
          <p:nvPr/>
        </p:nvSpPr>
        <p:spPr>
          <a:xfrm>
            <a:off x="373433" y="2027134"/>
            <a:ext cx="4579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Imagem &gt; Ajustes &gt; Substituir Cor...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3"/>
          <p:cNvSpPr txBox="1"/>
          <p:nvPr/>
        </p:nvSpPr>
        <p:spPr>
          <a:xfrm>
            <a:off x="373432" y="2705628"/>
            <a:ext cx="85233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Vai abrir uma janela com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miniatura em preto e branco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com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conta-gotas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cor que você quer trocar (por exemplo, uma camiseta vermelha).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o controle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Matiz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mudar a cor.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Ajuste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Saturação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Luminosidade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quiser refinar o resultado.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quando estiver satisfeito.</a:t>
            </a:r>
            <a:endParaRPr sz="1100"/>
          </a:p>
        </p:txBody>
      </p:sp>
      <p:sp>
        <p:nvSpPr>
          <p:cNvPr id="194" name="Google Shape;194;p13"/>
          <p:cNvSpPr txBox="1"/>
          <p:nvPr/>
        </p:nvSpPr>
        <p:spPr>
          <a:xfrm>
            <a:off x="373432" y="4307450"/>
            <a:ext cx="85233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botão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“+ conta-gotas”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 adicionar mais tons parecidos (caso a cor tenha variações).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controle 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Tolerância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(Fuzziness) define o quanto de variação de cor será incluído.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Substituir Cores no Photoshop</a:t>
            </a:r>
            <a:endParaRPr sz="1100"/>
          </a:p>
        </p:txBody>
      </p:sp>
      <p:sp>
        <p:nvSpPr>
          <p:cNvPr id="201" name="Google Shape;201;p14"/>
          <p:cNvSpPr/>
          <p:nvPr/>
        </p:nvSpPr>
        <p:spPr>
          <a:xfrm>
            <a:off x="461897" y="2408659"/>
            <a:ext cx="8220300" cy="8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Observação: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"Essa ferramenta também serve pra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trocar a cor de objetos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fizemos na aula passada, mas com outro caminho.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aula anterior, usamos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Matiz/Saturação com seleção manual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Aqui, o Photoshop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reconhece a cor automaticamente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pelo clique com o conta-gotas."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5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Cor Seletiva no Photoshop</a:t>
            </a:r>
            <a:endParaRPr sz="1100"/>
          </a:p>
        </p:txBody>
      </p:sp>
      <p:sp>
        <p:nvSpPr>
          <p:cNvPr id="208" name="Google Shape;208;p15"/>
          <p:cNvSpPr txBox="1"/>
          <p:nvPr/>
        </p:nvSpPr>
        <p:spPr>
          <a:xfrm>
            <a:off x="288881" y="1116620"/>
            <a:ext cx="86265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 Seletiva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 ajustar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somente uma cor específica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imagem (por exemplo, mudar só os tons vermelhos ou azuis)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 afetar o resto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ideal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refinar cores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corrigir tons exagerados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tipo um céu muito azul ou uma pele muito amarelada.</a:t>
            </a:r>
            <a:endParaRPr sz="1100"/>
          </a:p>
        </p:txBody>
      </p:sp>
      <p:sp>
        <p:nvSpPr>
          <p:cNvPr id="209" name="Google Shape;209;p15"/>
          <p:cNvSpPr txBox="1"/>
          <p:nvPr/>
        </p:nvSpPr>
        <p:spPr>
          <a:xfrm>
            <a:off x="288881" y="2318891"/>
            <a:ext cx="4579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Imagem &gt; Ajustes &gt; Cor Seletiva...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5"/>
          <p:cNvSpPr txBox="1"/>
          <p:nvPr/>
        </p:nvSpPr>
        <p:spPr>
          <a:xfrm>
            <a:off x="288881" y="2905609"/>
            <a:ext cx="8504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Vai abrir uma janela com o menu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“Cores”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topo.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Escolha uma das opções (vermelhos, amarelos, cianos, azuis, pretos, etc.).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Ajuste os controles deslizantes: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Ciano / Magenta / Amarelo / Preto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aumenta ou diminui a presença dessas cores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apenas no tom que você escolheu.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quando estiver satisfeito.</a:t>
            </a:r>
            <a:endParaRPr sz="1100"/>
          </a:p>
        </p:txBody>
      </p:sp>
      <p:sp>
        <p:nvSpPr>
          <p:cNvPr id="211" name="Google Shape;211;p15"/>
          <p:cNvSpPr txBox="1"/>
          <p:nvPr/>
        </p:nvSpPr>
        <p:spPr>
          <a:xfrm>
            <a:off x="288880" y="4714726"/>
            <a:ext cx="85044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com calma: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pequenas mudanças já fazem diferença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Excelente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refinar detalhes de cor em fotos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fazer efeitos mais sutis e profissionais.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Misturador de Canais no Photoshop</a:t>
            </a:r>
            <a:endParaRPr sz="1100"/>
          </a:p>
        </p:txBody>
      </p:sp>
      <p:sp>
        <p:nvSpPr>
          <p:cNvPr id="218" name="Google Shape;218;p16"/>
          <p:cNvSpPr txBox="1"/>
          <p:nvPr/>
        </p:nvSpPr>
        <p:spPr>
          <a:xfrm>
            <a:off x="162842" y="982302"/>
            <a:ext cx="85233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Misturador de Canais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modificar a contribuição das cores primárias (vermelho, verde e azul)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formação de uma imagem.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usado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efeitos criativos, ajustar cores específicas ou converter imagens em preto e branco com controle total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219" name="Google Shape;219;p16"/>
          <p:cNvSpPr txBox="1"/>
          <p:nvPr/>
        </p:nvSpPr>
        <p:spPr>
          <a:xfrm>
            <a:off x="162842" y="2270485"/>
            <a:ext cx="4579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Imagem &gt; Ajustes &gt; Misturador de Canais...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6"/>
          <p:cNvSpPr txBox="1"/>
          <p:nvPr/>
        </p:nvSpPr>
        <p:spPr>
          <a:xfrm>
            <a:off x="129171" y="2809094"/>
            <a:ext cx="8852100" cy="2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abrir uma janela com três canais: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Saída de Canal: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onde você escolhe qual cor vai ajustar (Vermelho, Verde ou Azul).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Abaixo, os controles deslizantes mostram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quanto de cada cor está contribuindo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o canal escolhido.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pode, por exemplo: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Aumentar o vermelho no canal vermelho.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Reduzir o azul no canal verde.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efeitos surreais ou corrigir cores específicas com liberdade.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Misturador de Canais no Photoshop</a:t>
            </a:r>
            <a:endParaRPr sz="1100"/>
          </a:p>
        </p:txBody>
      </p:sp>
      <p:sp>
        <p:nvSpPr>
          <p:cNvPr id="227" name="Google Shape;227;p17"/>
          <p:cNvSpPr txBox="1"/>
          <p:nvPr/>
        </p:nvSpPr>
        <p:spPr>
          <a:xfrm>
            <a:off x="316249" y="1095743"/>
            <a:ext cx="74859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Conversão para preto e branco (P&amp;B) com mais controle: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Marque a opção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“Monocromático”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controles agora mudam para preto e branco.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Ajuste cada canal para controlar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luminosidade de tons específicos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conversão.</a:t>
            </a:r>
            <a:endParaRPr sz="1100"/>
          </a:p>
        </p:txBody>
      </p:sp>
      <p:sp>
        <p:nvSpPr>
          <p:cNvPr id="228" name="Google Shape;228;p17"/>
          <p:cNvSpPr txBox="1"/>
          <p:nvPr/>
        </p:nvSpPr>
        <p:spPr>
          <a:xfrm>
            <a:off x="316249" y="2533646"/>
            <a:ext cx="84402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uma ferramenta mais técnica e criativa, ótima para quem quer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explorar efeitos diferentes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manipular cor de forma avançada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Pode ser usada junto com outros ajustes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refinar o resultado final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imagem.</a:t>
            </a: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5998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8"/>
          <p:cNvSpPr/>
          <p:nvPr/>
        </p:nvSpPr>
        <p:spPr>
          <a:xfrm>
            <a:off x="5118920" y="748952"/>
            <a:ext cx="3795300" cy="42171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8"/>
          <p:cNvSpPr txBox="1"/>
          <p:nvPr/>
        </p:nvSpPr>
        <p:spPr>
          <a:xfrm>
            <a:off x="530729" y="2127852"/>
            <a:ext cx="30945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</a:pPr>
            <a:r>
              <a:rPr b="1" lang="pt-BR" sz="3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PHOTOSHOP</a:t>
            </a:r>
            <a:endParaRPr sz="1100"/>
          </a:p>
        </p:txBody>
      </p:sp>
      <p:sp>
        <p:nvSpPr>
          <p:cNvPr id="235" name="Google Shape;235;p18"/>
          <p:cNvSpPr txBox="1"/>
          <p:nvPr/>
        </p:nvSpPr>
        <p:spPr>
          <a:xfrm>
            <a:off x="530729" y="2695574"/>
            <a:ext cx="3494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100"/>
          </a:p>
        </p:txBody>
      </p:sp>
      <p:pic>
        <p:nvPicPr>
          <p:cNvPr descr="Adobe Photoshop Logo Vector Art, Icons, and Graphics for Free Download" id="236" name="Google Shape;23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8612" y="1473449"/>
            <a:ext cx="2276001" cy="2276001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8"/>
          <p:cNvSpPr txBox="1"/>
          <p:nvPr/>
        </p:nvSpPr>
        <p:spPr>
          <a:xfrm>
            <a:off x="530723" y="3002075"/>
            <a:ext cx="41604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TEÓRICA - IMPRESSA</a:t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2025-04-18T19:16:35Z</dcterms:created>
  <dc:creator>leo Souza</dc:creator>
</cp:coreProperties>
</file>