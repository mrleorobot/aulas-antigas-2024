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715000" cx="9144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keTf2kEFxDSFgm8Djpz+IE+p0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99599" y="225281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318280" y="279356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98199" y="3127031"/>
            <a:ext cx="4934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b="1" i="0" lang="pt-B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endParaRPr sz="1100"/>
          </a:p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b="1" i="0" lang="pt-B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ALTERANDO O ÂNGULO DO TEXTO </a:t>
            </a:r>
            <a:endParaRPr sz="1100"/>
          </a:p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b="1" i="0" lang="pt-B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ALTERANDO A ALTURA DA LINHA E A LARGURA DA COLUNA</a:t>
            </a:r>
            <a:endParaRPr sz="1100"/>
          </a:p>
          <a:p>
            <a:pPr indent="-1397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Alterando o Ângulo do Texto nas Células – Excel</a:t>
            </a:r>
            <a:endParaRPr sz="1100"/>
          </a:p>
        </p:txBody>
      </p:sp>
      <p:sp>
        <p:nvSpPr>
          <p:cNvPr id="99" name="Google Shape;99;p2"/>
          <p:cNvSpPr txBox="1"/>
          <p:nvPr/>
        </p:nvSpPr>
        <p:spPr>
          <a:xfrm>
            <a:off x="213725" y="1263945"/>
            <a:ext cx="87675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vamos aprender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vai aprender a deixar o texto das células "de ladinho", com o ângulo que quiser. Ideal para títulos de colunas ou deixar a planilha mais estilosa!</a:t>
            </a:r>
            <a:endParaRPr sz="1100"/>
          </a:p>
        </p:txBody>
      </p:sp>
      <p:sp>
        <p:nvSpPr>
          <p:cNvPr id="100" name="Google Shape;100;p2"/>
          <p:cNvSpPr txBox="1"/>
          <p:nvPr/>
        </p:nvSpPr>
        <p:spPr>
          <a:xfrm>
            <a:off x="213725" y="2033387"/>
            <a:ext cx="85608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sua planilha no Excel.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a(s) célula(s)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alterar o ângulo do texto.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"Página Inicial"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(Home).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"Alinhamento"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procure uma setinha pequenininha no canto inferior direito do grupo (📎 isso se chama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iniciador de caixa de diálogo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nessa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setinha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🔽. Vai abrir uma janela chamada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Formatar Células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aba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Orientação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Girar o texto usando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ponteiro do relógio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🕒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digitar manualmente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 desejado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45°)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✔️ para aplicar.</a:t>
            </a:r>
            <a:endParaRPr sz="1100"/>
          </a:p>
        </p:txBody>
      </p:sp>
      <p:sp>
        <p:nvSpPr>
          <p:cNvPr id="101" name="Google Shape;101;p2"/>
          <p:cNvSpPr txBox="1"/>
          <p:nvPr/>
        </p:nvSpPr>
        <p:spPr>
          <a:xfrm>
            <a:off x="213725" y="4598192"/>
            <a:ext cx="8532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que serve isso?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Deixa os títulos das colunas na diagonal.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Economiza espaço horizontal.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mais profissional e bonito!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Alterando a Altura da Linha e a Largura da Coluna – Excel</a:t>
            </a:r>
            <a:endParaRPr sz="1100"/>
          </a:p>
        </p:txBody>
      </p:sp>
      <p:sp>
        <p:nvSpPr>
          <p:cNvPr id="108" name="Google Shape;108;p3"/>
          <p:cNvSpPr txBox="1"/>
          <p:nvPr/>
        </p:nvSpPr>
        <p:spPr>
          <a:xfrm>
            <a:off x="194936" y="1274383"/>
            <a:ext cx="8692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vai aprender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deixar suas células maiores ou menores, ajustando a altura das linhas e a largura das colunas. Ideal para organizar melhor os dados da planilha!</a:t>
            </a:r>
            <a:endParaRPr sz="1100"/>
          </a:p>
        </p:txBody>
      </p:sp>
      <p:sp>
        <p:nvSpPr>
          <p:cNvPr id="109" name="Google Shape;109;p3"/>
          <p:cNvSpPr txBox="1"/>
          <p:nvPr/>
        </p:nvSpPr>
        <p:spPr>
          <a:xfrm>
            <a:off x="194936" y="2209238"/>
            <a:ext cx="8692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 – Método Rápido (arrastar com o mouse)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ponteiro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números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(lado esquerdo) ou entre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letras das 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cima).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cursor virar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com duas pontas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↕️ ou ↔️, 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até o tamanho desejado.</a:t>
            </a:r>
            <a:endParaRPr sz="1100"/>
          </a:p>
        </p:txBody>
      </p:sp>
      <p:sp>
        <p:nvSpPr>
          <p:cNvPr id="110" name="Google Shape;110;p3"/>
          <p:cNvSpPr txBox="1"/>
          <p:nvPr/>
        </p:nvSpPr>
        <p:spPr>
          <a:xfrm>
            <a:off x="194936" y="3374924"/>
            <a:ext cx="8617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2 – Usando o Menu Formatar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🏠 Página Inicial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Células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que aparece, escolha: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Altura da linha...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a altura.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Largura da coluna...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a largura.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o valor desejado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✔️.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816190" y="226510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100"/>
          </a:p>
        </p:txBody>
      </p:sp>
      <p:pic>
        <p:nvPicPr>
          <p:cNvPr descr="Ícone&#10;&#10;O conteúdo gerado por IA pode estar incorreto.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278267" y="2793565"/>
            <a:ext cx="4137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125" name="Google Shape;125;p5"/>
          <p:cNvSpPr txBox="1"/>
          <p:nvPr/>
        </p:nvSpPr>
        <p:spPr>
          <a:xfrm>
            <a:off x="285975" y="1392675"/>
            <a:ext cx="8624400" cy="4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O QUE É EXCEL? 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DO QUE O EXCEL É COMPOSTO? </a:t>
            </a:r>
            <a:endParaRPr b="1"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O QUE É CÉLULA? 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O QUE É UMA CÉLULA ATIVA?  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PARA QUE SERVE O EXCEL? 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QUAL A DIFERENÇA DE </a:t>
            </a:r>
            <a:r>
              <a:rPr b="1" i="1" lang="pt-BR" sz="1800">
                <a:solidFill>
                  <a:schemeClr val="dk1"/>
                </a:solidFill>
              </a:rPr>
              <a:t>IR PARA </a:t>
            </a:r>
            <a:r>
              <a:rPr b="1" lang="pt-BR" sz="1800">
                <a:solidFill>
                  <a:schemeClr val="dk1"/>
                </a:solidFill>
              </a:rPr>
              <a:t>E </a:t>
            </a:r>
            <a:r>
              <a:rPr b="1" i="1" lang="pt-BR" sz="1800">
                <a:solidFill>
                  <a:schemeClr val="dk1"/>
                </a:solidFill>
              </a:rPr>
              <a:t>LOCALIZAR? 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QUAL A DIFERENÇA DE MOEDA PARA CONTÁBIL?</a:t>
            </a:r>
            <a:endParaRPr b="1" i="1"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COMO RENOMEAR UMA PLANILHA?</a:t>
            </a:r>
            <a:endParaRPr b="1" i="1"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QUAL A DIFERENÇA DE PLANILHA E PASTA DE TRABALHO?</a:t>
            </a:r>
            <a:endParaRPr b="1" i="1"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COMO INSERIR COMENTÁRIOS EM UMA CÉLULA? </a:t>
            </a:r>
            <a:endParaRPr b="1" i="1"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COMO INSERIR LINHAS E COLUNAS EM UMA PLANILHA?</a:t>
            </a:r>
            <a:r>
              <a:rPr lang="pt-BR" sz="1800">
                <a:solidFill>
                  <a:schemeClr val="dk1"/>
                </a:solidFill>
              </a:rPr>
              <a:t> </a:t>
            </a:r>
            <a:endParaRPr b="1" i="1"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COMO ALTERAR A ALTURA DA LINHA OU A LARGURA DA COLUNA?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COMO SALVAR PLANILHA?</a:t>
            </a:r>
            <a:endParaRPr sz="15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O QUE SÃO OPERADORES?</a:t>
            </a:r>
            <a:r>
              <a:rPr lang="pt-BR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EM QUAL GUIA </a:t>
            </a:r>
            <a:r>
              <a:rPr b="1" lang="pt-BR" sz="1800">
                <a:solidFill>
                  <a:schemeClr val="dk1"/>
                </a:solidFill>
              </a:rPr>
              <a:t>ESTÁ</a:t>
            </a:r>
            <a:r>
              <a:rPr b="1" lang="pt-BR" sz="1800">
                <a:solidFill>
                  <a:schemeClr val="dk1"/>
                </a:solidFill>
              </a:rPr>
              <a:t> LOCALIZADO AUTOSOMA?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2025-04-28T23:09:06Z</dcterms:created>
  <dc:creator>leo Souza</dc:creator>
</cp:coreProperties>
</file>