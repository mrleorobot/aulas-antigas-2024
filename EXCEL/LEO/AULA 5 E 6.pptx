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715000" cx="9144000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nGxrBX7pcjojOm4i/m17PpH3T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7205a165b_0_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87205a165b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87205a165b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7205a165b_0_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87205a165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87205a165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864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532424" y="685017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99599" y="2252818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318280" y="2793565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Ícone&#10;&#10;O conteúdo gerado por IA pode estar incorreto.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6896" y="945542"/>
            <a:ext cx="3326444" cy="332644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89155" y="3019206"/>
            <a:ext cx="5590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LOCALIZAR E SUBSTITUIR DADOS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CONTROLE DE ALTERAÇÕES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PROTEÇÃO E COMPARTILHAMENTO DE PASTAS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EXERCÍCIOS</a:t>
            </a:r>
            <a:endParaRPr b="0" i="0" sz="140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F2F2F2"/>
                </a:solidFill>
              </a:rPr>
              <a:t>ATIVIDADE</a:t>
            </a:r>
            <a:endParaRPr b="1" sz="2500">
              <a:solidFill>
                <a:srgbClr val="F2F2F2"/>
              </a:solidFill>
            </a:endParaRPr>
          </a:p>
        </p:txBody>
      </p:sp>
      <p:pic>
        <p:nvPicPr>
          <p:cNvPr id="99" name="Google Shape;99;p2" title="notas.jpeg"/>
          <p:cNvPicPr preferRelativeResize="0"/>
          <p:nvPr/>
        </p:nvPicPr>
        <p:blipFill rotWithShape="1">
          <a:blip r:embed="rId3">
            <a:alphaModFix/>
          </a:blip>
          <a:srcRect b="0" l="0" r="0" t="4039"/>
          <a:stretch/>
        </p:blipFill>
        <p:spPr>
          <a:xfrm>
            <a:off x="2587588" y="0"/>
            <a:ext cx="396882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7205a165b_0_1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F2F2F2"/>
                </a:solidFill>
              </a:rPr>
              <a:t>ATIVIDADE</a:t>
            </a:r>
            <a:endParaRPr b="1" sz="2500">
              <a:solidFill>
                <a:srgbClr val="F2F2F2"/>
              </a:solidFill>
            </a:endParaRPr>
          </a:p>
        </p:txBody>
      </p:sp>
      <p:pic>
        <p:nvPicPr>
          <p:cNvPr id="106" name="Google Shape;106;g387205a165b_0_10" title="ESCOLA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4025" y="833050"/>
            <a:ext cx="4798774" cy="479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7205a165b_0_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LOCALIZAR E SUBSTITUIR DADOS</a:t>
            </a:r>
            <a:endParaRPr sz="1100"/>
          </a:p>
        </p:txBody>
      </p:sp>
      <p:sp>
        <p:nvSpPr>
          <p:cNvPr id="113" name="Google Shape;113;g387205a165b_0_0"/>
          <p:cNvSpPr txBox="1"/>
          <p:nvPr/>
        </p:nvSpPr>
        <p:spPr>
          <a:xfrm>
            <a:off x="711635" y="1232629"/>
            <a:ext cx="80721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usar?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arquivos com muitos dados, encontrar ou trocar uma palavra/número manualmente pode ser demorado. O Excel tem uma ferramenta rápida para isso!</a:t>
            </a:r>
            <a:endParaRPr sz="1100"/>
          </a:p>
        </p:txBody>
      </p:sp>
      <p:sp>
        <p:nvSpPr>
          <p:cNvPr id="114" name="Google Shape;114;g387205a165b_0_0"/>
          <p:cNvSpPr txBox="1"/>
          <p:nvPr/>
        </p:nvSpPr>
        <p:spPr>
          <a:xfrm>
            <a:off x="711634" y="2180426"/>
            <a:ext cx="8072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1º Passo: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Acesse 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Localizar e Selecionar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(grupo Edição).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buscar texto ou números: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buscar e trocar: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Substituir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15" name="Google Shape;115;g387205a165b_0_0"/>
          <p:cNvSpPr txBox="1"/>
          <p:nvPr/>
        </p:nvSpPr>
        <p:spPr>
          <a:xfrm>
            <a:off x="711634" y="3820719"/>
            <a:ext cx="4579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2º Passo: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janela que abrir: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Digite o termo que deseja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substituir, digite também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novo termo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16" name="Google Shape;116;g387205a165b_0_0"/>
          <p:cNvSpPr txBox="1"/>
          <p:nvPr/>
        </p:nvSpPr>
        <p:spPr>
          <a:xfrm>
            <a:off x="6536237" y="3528474"/>
            <a:ext cx="23697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Opções disponíveis: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Substituir Todos:</a:t>
            </a:r>
            <a:r>
              <a:rPr lang="pt-BR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troca todos os termos encontrados de uma vez.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Localizar Próximo:</a:t>
            </a:r>
            <a:r>
              <a:rPr lang="pt-BR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mostra item por item antes de substituir.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CONTROLE DE ALTERAÇÕES NO EXCEL</a:t>
            </a:r>
            <a:endParaRPr sz="1100"/>
          </a:p>
        </p:txBody>
      </p:sp>
      <p:sp>
        <p:nvSpPr>
          <p:cNvPr id="123" name="Google Shape;123;p3"/>
          <p:cNvSpPr txBox="1"/>
          <p:nvPr/>
        </p:nvSpPr>
        <p:spPr>
          <a:xfrm>
            <a:off x="758606" y="1504028"/>
            <a:ext cx="81285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acompanhar todas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modificações feitas na planilha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ideal para quando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compartilha o arquivo com outras pessoas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24" name="Google Shape;124;p3"/>
          <p:cNvSpPr txBox="1"/>
          <p:nvPr/>
        </p:nvSpPr>
        <p:spPr>
          <a:xfrm>
            <a:off x="758606" y="2503138"/>
            <a:ext cx="79596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ativar: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1º Passo: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Controlar Alterações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depois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Realçar Alterações...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2º Passo: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janela exibida, marque: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"Controlar alterações ao editar. Também compartilha a pasta de trabalho"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configure: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CONTROLE DE ALTERAÇÕES NO EXCEL</a:t>
            </a:r>
            <a:endParaRPr sz="1100"/>
          </a:p>
        </p:txBody>
      </p:sp>
      <p:sp>
        <p:nvSpPr>
          <p:cNvPr id="131" name="Google Shape;131;p4"/>
          <p:cNvSpPr txBox="1"/>
          <p:nvPr/>
        </p:nvSpPr>
        <p:spPr>
          <a:xfrm>
            <a:off x="827108" y="1306355"/>
            <a:ext cx="74241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Configurações disponíveis: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o período das alterações a serem mostradas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(ex: todas, desde a última gravação, não revisadas...).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mostrar mudanças de todos os usuários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todos, exceto você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Defina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intervalo de células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será monitorado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(ou deixe em branco para controlar toda a planilha).</a:t>
            </a:r>
            <a:endParaRPr sz="1100"/>
          </a:p>
        </p:txBody>
      </p:sp>
      <p:sp>
        <p:nvSpPr>
          <p:cNvPr id="132" name="Google Shape;132;p4"/>
          <p:cNvSpPr txBox="1"/>
          <p:nvPr/>
        </p:nvSpPr>
        <p:spPr>
          <a:xfrm>
            <a:off x="827108" y="3793092"/>
            <a:ext cx="74898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opções extras importantes: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Realçar alterações na tela: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as mudanças diretamente na planilha com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no canto da célula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Listar em nova planilha: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as alterações serão salvas em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planilha separada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PROTEÇÃO E COMPARTILHAMENTO DE PASTAS</a:t>
            </a:r>
            <a:endParaRPr sz="1100"/>
          </a:p>
        </p:txBody>
      </p:sp>
      <p:sp>
        <p:nvSpPr>
          <p:cNvPr id="139" name="Google Shape;139;p5"/>
          <p:cNvSpPr txBox="1"/>
          <p:nvPr/>
        </p:nvSpPr>
        <p:spPr>
          <a:xfrm>
            <a:off x="580111" y="1368328"/>
            <a:ext cx="8040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proteger?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Evita que usuários acessem, modifiquem ou apaguem dados acidentalmente. É útil para manter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segurança e integridade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das informações.</a:t>
            </a:r>
            <a:endParaRPr sz="1100"/>
          </a:p>
        </p:txBody>
      </p:sp>
      <p:sp>
        <p:nvSpPr>
          <p:cNvPr id="140" name="Google Shape;140;p5"/>
          <p:cNvSpPr txBox="1"/>
          <p:nvPr/>
        </p:nvSpPr>
        <p:spPr>
          <a:xfrm>
            <a:off x="580111" y="2451824"/>
            <a:ext cx="80400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de proteção disponíveis: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Nível de arquivo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Criptografar com senha: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Bloqueia o arquivo — só pode ser aberto com a senha correta.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senha para abrir/modificar: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acesso somente leitura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diferentes usuários.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PROTEÇÃO E COMPARTILHAMENTO DE PASTAS</a:t>
            </a:r>
            <a:endParaRPr sz="1100"/>
          </a:p>
        </p:txBody>
      </p:sp>
      <p:sp>
        <p:nvSpPr>
          <p:cNvPr id="147" name="Google Shape;147;p6"/>
          <p:cNvSpPr txBox="1"/>
          <p:nvPr/>
        </p:nvSpPr>
        <p:spPr>
          <a:xfrm>
            <a:off x="354642" y="1327169"/>
            <a:ext cx="837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Marcar como Final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 que o documento está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finalizado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desativando edições por outros usuários.</a:t>
            </a:r>
            <a:endParaRPr sz="1100"/>
          </a:p>
        </p:txBody>
      </p:sp>
      <p:sp>
        <p:nvSpPr>
          <p:cNvPr id="148" name="Google Shape;148;p6"/>
          <p:cNvSpPr txBox="1"/>
          <p:nvPr/>
        </p:nvSpPr>
        <p:spPr>
          <a:xfrm>
            <a:off x="354643" y="2241947"/>
            <a:ext cx="8054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Restringir o acesso (IRM)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disponível na organização, você pode aplicar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permissões específicas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cada usuário (como leitura, edição, etc).</a:t>
            </a:r>
            <a:endParaRPr sz="1100"/>
          </a:p>
        </p:txBody>
      </p:sp>
      <p:sp>
        <p:nvSpPr>
          <p:cNvPr id="149" name="Google Shape;149;p6"/>
          <p:cNvSpPr txBox="1"/>
          <p:nvPr/>
        </p:nvSpPr>
        <p:spPr>
          <a:xfrm>
            <a:off x="354642" y="3363698"/>
            <a:ext cx="7716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Assinatura Digital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autenticidade e integridade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arquivo.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 Necessário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certificado digital válido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PROTEÇÃO POR NÍVEIS NO EXCEL</a:t>
            </a:r>
            <a:endParaRPr sz="1100"/>
          </a:p>
        </p:txBody>
      </p:sp>
      <p:sp>
        <p:nvSpPr>
          <p:cNvPr id="156" name="Google Shape;156;p7"/>
          <p:cNvSpPr txBox="1"/>
          <p:nvPr/>
        </p:nvSpPr>
        <p:spPr>
          <a:xfrm>
            <a:off x="570717" y="1324559"/>
            <a:ext cx="743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da proteção geral do arquivo, o Excel permite proteger elementos internos. Isso oferece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controle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o que pode ou não ser modificado.</a:t>
            </a:r>
            <a:endParaRPr sz="1100"/>
          </a:p>
        </p:txBody>
      </p:sp>
      <p:sp>
        <p:nvSpPr>
          <p:cNvPr id="157" name="Google Shape;157;p7"/>
          <p:cNvSpPr txBox="1"/>
          <p:nvPr/>
        </p:nvSpPr>
        <p:spPr>
          <a:xfrm>
            <a:off x="683451" y="2236005"/>
            <a:ext cx="74373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Nível da Pasta de Trabalho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faz?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Bloqueia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pasta.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impede?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Usuários não podem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adicionar, mover, excluir, ocultar ou renomear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planilhas.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Revisão &gt; Proteger Pasta de Trabalho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defina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confirme.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PROTEÇÃO POR NÍVEIS NO EXCEL</a:t>
            </a:r>
            <a:endParaRPr sz="1100"/>
          </a:p>
        </p:txBody>
      </p:sp>
      <p:sp>
        <p:nvSpPr>
          <p:cNvPr id="164" name="Google Shape;164;p8"/>
          <p:cNvSpPr txBox="1"/>
          <p:nvPr/>
        </p:nvSpPr>
        <p:spPr>
          <a:xfrm>
            <a:off x="551928" y="1293357"/>
            <a:ext cx="78468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Nível de Planilha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faz?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ações específicas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os usuários podem executar.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permitir ou impedir: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Inserção de linhas/colunas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de filtros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Edição de células específicas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Alteração de fórmulas e objetos</a:t>
            </a:r>
            <a:endParaRPr sz="1100"/>
          </a:p>
          <a:p>
            <a:pPr indent="-1397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planilha &gt;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Revisão &gt; Proteger Planilha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as permissões desejadas e defina uma senha.</a:t>
            </a:r>
            <a:endParaRPr sz="1100"/>
          </a:p>
        </p:txBody>
      </p:sp>
      <p:sp>
        <p:nvSpPr>
          <p:cNvPr id="165" name="Google Shape;165;p8"/>
          <p:cNvSpPr txBox="1"/>
          <p:nvPr/>
        </p:nvSpPr>
        <p:spPr>
          <a:xfrm>
            <a:off x="551928" y="4429893"/>
            <a:ext cx="808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Antes de proteger, você pode usar 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"Formatar células" &gt; Aba Proteção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desbloquear células que devem continuar editáveis.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QUAL NÍVEL DE PROTEÇÃO DEVO USAR?</a:t>
            </a:r>
            <a:endParaRPr sz="1100"/>
          </a:p>
        </p:txBody>
      </p:sp>
      <p:sp>
        <p:nvSpPr>
          <p:cNvPr id="172" name="Google Shape;172;p9"/>
          <p:cNvSpPr txBox="1"/>
          <p:nvPr/>
        </p:nvSpPr>
        <p:spPr>
          <a:xfrm>
            <a:off x="663506" y="1288102"/>
            <a:ext cx="777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 controlar o acesso e o que cada pessoa pode fazer no seu arquivo?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Veja qual tipo de proteção usar em cada situação:</a:t>
            </a:r>
            <a:endParaRPr sz="1100"/>
          </a:p>
        </p:txBody>
      </p:sp>
      <p:sp>
        <p:nvSpPr>
          <p:cNvPr id="173" name="Google Shape;173;p9"/>
          <p:cNvSpPr txBox="1"/>
          <p:nvPr/>
        </p:nvSpPr>
        <p:spPr>
          <a:xfrm>
            <a:off x="315981" y="2057543"/>
            <a:ext cx="39855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Nível de Arquivo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usar?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impedir que pessoas não autorizadas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abram ou modifiquem o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disponíveis: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Criptografar com senha: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Ninguém abre sem a senha.</a:t>
            </a:r>
            <a:endParaRPr sz="1100"/>
          </a:p>
          <a:p>
            <a:pPr indent="-1397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Senha para abrir/modificar: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Gerentes podem editar, equipe só pode visualizar.</a:t>
            </a:r>
            <a:endParaRPr sz="1100"/>
          </a:p>
        </p:txBody>
      </p:sp>
      <p:sp>
        <p:nvSpPr>
          <p:cNvPr id="174" name="Google Shape;174;p9"/>
          <p:cNvSpPr txBox="1"/>
          <p:nvPr/>
        </p:nvSpPr>
        <p:spPr>
          <a:xfrm>
            <a:off x="4948564" y="2057543"/>
            <a:ext cx="39855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Nível de Pasta de Trabalho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usar?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controlar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geral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mover ou adicionar planilhas.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de uso: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Relatório com planilhas por membro da equipe.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um edita a sua, mas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consegue alterar a estrutura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pasta.</a:t>
            </a:r>
            <a:endParaRPr sz="1100"/>
          </a:p>
        </p:txBody>
      </p:sp>
      <p:sp>
        <p:nvSpPr>
          <p:cNvPr id="175" name="Google Shape;175;p9"/>
          <p:cNvSpPr txBox="1"/>
          <p:nvPr/>
        </p:nvSpPr>
        <p:spPr>
          <a:xfrm>
            <a:off x="888583" y="4673644"/>
            <a:ext cx="7326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Proteção de arquivo: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quem acessa e o que pode fazer com o arquivo.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Proteção de pasta de trabalho: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pode ser feito dentro da estrutura do arquivo.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PROTEÇÃO DE PLANILHA INDIVIDUAL</a:t>
            </a:r>
            <a:endParaRPr sz="1100"/>
          </a:p>
        </p:txBody>
      </p:sp>
      <p:sp>
        <p:nvSpPr>
          <p:cNvPr id="182" name="Google Shape;182;p11"/>
          <p:cNvSpPr txBox="1"/>
          <p:nvPr/>
        </p:nvSpPr>
        <p:spPr>
          <a:xfrm>
            <a:off x="361950" y="1384850"/>
            <a:ext cx="84201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– Revisando o conteúdo das Aulas 5 e 6 de Excel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Responda às questões abaixo de forma clara e objetiva: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1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 a ferramenta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Localizar e Substituir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Excel?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2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encontramos a opção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Localizar e Substituir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do Excel?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3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 botão devemos clicar para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substituir todos os dados encontrados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uma vez?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4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faz a opção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“Localizar próximo”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PROTEÇÃO DE PLANILHA INDIVIDUAL</a:t>
            </a:r>
            <a:endParaRPr sz="1100"/>
          </a:p>
        </p:txBody>
      </p:sp>
      <p:sp>
        <p:nvSpPr>
          <p:cNvPr id="189" name="Google Shape;189;p10"/>
          <p:cNvSpPr txBox="1"/>
          <p:nvPr/>
        </p:nvSpPr>
        <p:spPr>
          <a:xfrm>
            <a:off x="627084" y="1233224"/>
            <a:ext cx="7132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 permitir ações específicas em uma planilha sem comprometer sua estrutura?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proteção no nível da planilha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90" name="Google Shape;190;p10"/>
          <p:cNvSpPr txBox="1"/>
          <p:nvPr/>
        </p:nvSpPr>
        <p:spPr>
          <a:xfrm>
            <a:off x="627084" y="1950783"/>
            <a:ext cx="8203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de uso: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tem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de cabeçalho e um layout padrão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todas as planilhas do relatório.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quer que ninguém altere esse layout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que preencham dados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91" name="Google Shape;191;p10"/>
          <p:cNvSpPr txBox="1"/>
          <p:nvPr/>
        </p:nvSpPr>
        <p:spPr>
          <a:xfrm>
            <a:off x="627084" y="3041437"/>
            <a:ext cx="8278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proteção ativada, você pode escolher o que cada usuário pode fazer: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 dados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permitir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excluir linhas, colunas, fórmulas ❌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Liberar apenas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inserção de hiperlinks ou classificação de dados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🧩</a:t>
            </a:r>
            <a:endParaRPr sz="1100"/>
          </a:p>
        </p:txBody>
      </p:sp>
      <p:sp>
        <p:nvSpPr>
          <p:cNvPr id="192" name="Google Shape;192;p10"/>
          <p:cNvSpPr txBox="1"/>
          <p:nvPr/>
        </p:nvSpPr>
        <p:spPr>
          <a:xfrm>
            <a:off x="499754" y="4106188"/>
            <a:ext cx="79407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final: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combinar vários níveis de proteção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Criptografia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arquivos compartilhados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Proteção de pasta de trabalho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estruturar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Proteção de planilha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ações específicas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sua planilha pessoal, use a proteção da planilha só para evitar exclusão acidental de fórmulas.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2025-04-28T23:09:06Z</dcterms:created>
  <dc:creator>leo Souza</dc:creator>
</cp:coreProperties>
</file>