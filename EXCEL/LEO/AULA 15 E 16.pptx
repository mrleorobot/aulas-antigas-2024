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715000" cx="9144000"/>
  <p:notesSz cx="6858000" cy="9144000"/>
  <p:embeddedFontLst>
    <p:embeddedFont>
      <p:font typeface="Play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htNorbI2++eYUJcOlLuE5bel7p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Play-bold.fntdata"/><Relationship Id="rId6" Type="http://schemas.openxmlformats.org/officeDocument/2006/relationships/slide" Target="slides/slide2.xml"/><Relationship Id="rId18" Type="http://schemas.openxmlformats.org/officeDocument/2006/relationships/font" Target="fonts/Play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920872a2e_0_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6920872a2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6920872a2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2" name="Google Shape;22;p1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1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1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19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p19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" name="Google Shape;50;p1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lay"/>
              <a:buNone/>
              <a:defRPr b="0" i="0" sz="3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864A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4532424" y="685017"/>
            <a:ext cx="3795300" cy="4217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441944" y="2252818"/>
            <a:ext cx="30945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b="1" i="0" lang="pt-BR" sz="3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EXCEL</a:t>
            </a:r>
            <a:endParaRPr sz="1100"/>
          </a:p>
        </p:txBody>
      </p:sp>
      <p:sp>
        <p:nvSpPr>
          <p:cNvPr id="90" name="Google Shape;90;p1"/>
          <p:cNvSpPr txBox="1"/>
          <p:nvPr/>
        </p:nvSpPr>
        <p:spPr>
          <a:xfrm>
            <a:off x="318280" y="2793565"/>
            <a:ext cx="3494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100"/>
          </a:p>
        </p:txBody>
      </p:sp>
      <p:pic>
        <p:nvPicPr>
          <p:cNvPr descr="Ícone&#10;&#10;O conteúdo gerado por IA pode estar incorreto.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6896" y="945542"/>
            <a:ext cx="3326444" cy="332644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634844" y="3127031"/>
            <a:ext cx="42822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VISUALIZAR IMPRESSÃO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IMPRESSÃO DE PÁGINAS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CONTROLE DE ZOOM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ALTERANDO AS MARGENS DA PLANILHA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DEFININDO ÁREA DE TRABALHO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IMPRIMINDO LINHAS DE GRADE NA PLANILHA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INSERIR COMENTÁRIOS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VALIDAÇÃO DE DADOS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1"/>
            <a:ext cx="9144000" cy="8769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VISUALIZAR IMPRESSÃO NO EXCEL</a:t>
            </a:r>
            <a:endParaRPr b="1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144193" y="1347969"/>
            <a:ext cx="64821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que isso é importante?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Muitas vezes criamos uma planilha e só pensamos na impressão no final.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Resultado: Colunas cortadas, páginas mal divididas, bagunça geral.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aprender a visualizar e ajustar isso antes de imprimir!</a:t>
            </a:r>
            <a:endParaRPr sz="1100"/>
          </a:p>
        </p:txBody>
      </p:sp>
      <p:sp>
        <p:nvSpPr>
          <p:cNvPr id="100" name="Google Shape;100;p2"/>
          <p:cNvSpPr/>
          <p:nvPr/>
        </p:nvSpPr>
        <p:spPr>
          <a:xfrm>
            <a:off x="144192" y="3033961"/>
            <a:ext cx="64821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passo: Visualizar impressão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na guia Arquivo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(fica no canto superior esquerdo)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Imprimir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Vai abrir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visualização no lado direito da tela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2"/>
          <p:cNvPicPr preferRelativeResize="0"/>
          <p:nvPr/>
        </p:nvPicPr>
        <p:blipFill rotWithShape="1">
          <a:blip r:embed="rId3">
            <a:alphaModFix/>
          </a:blip>
          <a:srcRect b="28825" l="0" r="65114" t="0"/>
          <a:stretch/>
        </p:blipFill>
        <p:spPr>
          <a:xfrm>
            <a:off x="6626443" y="1226652"/>
            <a:ext cx="2201872" cy="3993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/>
          <p:nvPr/>
        </p:nvSpPr>
        <p:spPr>
          <a:xfrm>
            <a:off x="0" y="1"/>
            <a:ext cx="9144000" cy="8769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IMPRESSÃO DE PÁGINAS (IMPRIMIR SELEÇÃO)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365759" y="1125649"/>
            <a:ext cx="6175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Quer imprimir só uma parte da planilha? Dá pra fazer isso!</a:t>
            </a:r>
            <a:endParaRPr sz="1100"/>
          </a:p>
        </p:txBody>
      </p:sp>
      <p:sp>
        <p:nvSpPr>
          <p:cNvPr id="109" name="Google Shape;109;p3"/>
          <p:cNvSpPr/>
          <p:nvPr/>
        </p:nvSpPr>
        <p:spPr>
          <a:xfrm>
            <a:off x="365759" y="1682253"/>
            <a:ext cx="63024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passo: Imprimir somente uma parte da planilha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com o mouse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células que você deseja imprimir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(ex: só a tabela, sem os gráficos ou observações)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até a guia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Arquivo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Imprimir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365759" y="3270534"/>
            <a:ext cx="6175800" cy="19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Configuração importante: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menu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Configurações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clique na caixa onde está escrito: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"Imprimir Planilha Inteira"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 startAt="2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Mude para: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"Imprimir Seleção"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 startAt="3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Agora, a visualização do lado direito só mostra a parte selecionada ✔️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 startAt="3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Ajuste as outras configurações se precisar (margens, orientação etc.)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 startAt="3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Imprimir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3"/>
          <p:cNvPicPr preferRelativeResize="0"/>
          <p:nvPr/>
        </p:nvPicPr>
        <p:blipFill rotWithShape="1">
          <a:blip r:embed="rId3">
            <a:alphaModFix/>
          </a:blip>
          <a:srcRect b="35671" l="11143" r="65533" t="4404"/>
          <a:stretch/>
        </p:blipFill>
        <p:spPr>
          <a:xfrm>
            <a:off x="6897102" y="1017303"/>
            <a:ext cx="1828800" cy="4176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0" y="1"/>
            <a:ext cx="9144000" cy="8769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CONTROLE DE ZOOM NO EXCEL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302455" y="1017303"/>
            <a:ext cx="624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Aumente ou diminua a visão da planilha do jeito que quiser!</a:t>
            </a:r>
            <a:endParaRPr sz="1100"/>
          </a:p>
        </p:txBody>
      </p:sp>
      <p:sp>
        <p:nvSpPr>
          <p:cNvPr id="119" name="Google Shape;119;p4"/>
          <p:cNvSpPr/>
          <p:nvPr/>
        </p:nvSpPr>
        <p:spPr>
          <a:xfrm>
            <a:off x="302455" y="1465561"/>
            <a:ext cx="6249600" cy="16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 o Zoom?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na guia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Exibição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Exibir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dependendo da versão)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Procure o grupo chamado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Zoom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Lá você verá opções como: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🔘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Zoom personalizado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🔘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🔘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Zoom na seleção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(aplica zoom só no que estiver selecionado)</a:t>
            </a:r>
            <a:endParaRPr sz="1100"/>
          </a:p>
        </p:txBody>
      </p:sp>
      <p:sp>
        <p:nvSpPr>
          <p:cNvPr id="120" name="Google Shape;120;p4"/>
          <p:cNvSpPr/>
          <p:nvPr/>
        </p:nvSpPr>
        <p:spPr>
          <a:xfrm>
            <a:off x="302455" y="3856406"/>
            <a:ext cx="55104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Outra forma de usar o Zoom: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canto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inferior direito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Excel tem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controle deslizante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Arraste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esquerda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diminuir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Arraste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direita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aumentar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 método é rápido e muito usado!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4"/>
          <p:cNvPicPr preferRelativeResize="0"/>
          <p:nvPr/>
        </p:nvPicPr>
        <p:blipFill rotWithShape="1">
          <a:blip r:embed="rId3">
            <a:alphaModFix/>
          </a:blip>
          <a:srcRect b="84449" l="43744" r="43959" t="0"/>
          <a:stretch/>
        </p:blipFill>
        <p:spPr>
          <a:xfrm>
            <a:off x="6520007" y="1115230"/>
            <a:ext cx="2351306" cy="2643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4"/>
          <p:cNvPicPr preferRelativeResize="0"/>
          <p:nvPr/>
        </p:nvPicPr>
        <p:blipFill rotWithShape="1">
          <a:blip r:embed="rId4">
            <a:alphaModFix/>
          </a:blip>
          <a:srcRect b="2777" l="76290" r="0" t="90452"/>
          <a:stretch/>
        </p:blipFill>
        <p:spPr>
          <a:xfrm>
            <a:off x="5475515" y="4471959"/>
            <a:ext cx="3395798" cy="861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/>
          <p:nvPr/>
        </p:nvSpPr>
        <p:spPr>
          <a:xfrm>
            <a:off x="0" y="1"/>
            <a:ext cx="9144000" cy="8769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ALTERAR AS MARGENS DA PLANILHA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414338" y="956247"/>
            <a:ext cx="74865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Deixe a impressão da sua planilha mais organizada e ajustada ao papel!</a:t>
            </a:r>
            <a:endParaRPr sz="1100"/>
          </a:p>
        </p:txBody>
      </p:sp>
      <p:sp>
        <p:nvSpPr>
          <p:cNvPr id="130" name="Google Shape;130;p5"/>
          <p:cNvSpPr/>
          <p:nvPr/>
        </p:nvSpPr>
        <p:spPr>
          <a:xfrm>
            <a:off x="414338" y="1359779"/>
            <a:ext cx="6657300" cy="19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passo: Como alterar as margens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até a guia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Layout da Página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na opção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Margens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(ícone com setinhas em um papel)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Você verá três opções prontas do Excel: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Margens Normais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Margens Largas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Margens Estreitas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quiser algo diferente, clique em: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Margens Personalizadas...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14338" y="3297592"/>
            <a:ext cx="6657300" cy="8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Margens Personalizadas você pode: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Ajustar as margens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superior, inferior, esquerda e direita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Escolher onde o conteúdo será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centralizado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Visualizar como ficará antes de imprimir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436108" y="4283657"/>
            <a:ext cx="6655500" cy="13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prático: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Sua planilha está quase cortando ao imprimir?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em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Layout da Página &gt; Margens &gt; Estreita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tudo se ajusta melhor ao papel!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Quer deixar mais espaço no topo para colocar um carimbo ou logo?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Margens Personalizadas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aumente a margem superior!</a:t>
            </a:r>
            <a:endParaRPr sz="1100"/>
          </a:p>
        </p:txBody>
      </p:sp>
      <p:pic>
        <p:nvPicPr>
          <p:cNvPr id="133" name="Google Shape;133;p5"/>
          <p:cNvPicPr preferRelativeResize="0"/>
          <p:nvPr/>
        </p:nvPicPr>
        <p:blipFill rotWithShape="1">
          <a:blip r:embed="rId3">
            <a:alphaModFix/>
          </a:blip>
          <a:srcRect b="61903" l="10015" r="65405" t="2562"/>
          <a:stretch/>
        </p:blipFill>
        <p:spPr>
          <a:xfrm>
            <a:off x="7071611" y="1097311"/>
            <a:ext cx="1816854" cy="2334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5"/>
          <p:cNvPicPr preferRelativeResize="0"/>
          <p:nvPr/>
        </p:nvPicPr>
        <p:blipFill rotWithShape="1">
          <a:blip r:embed="rId4">
            <a:alphaModFix/>
          </a:blip>
          <a:srcRect b="27890" l="51148" r="11194" t="28019"/>
          <a:stretch/>
        </p:blipFill>
        <p:spPr>
          <a:xfrm>
            <a:off x="7091603" y="3834816"/>
            <a:ext cx="1618768" cy="1662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/>
          <p:nvPr/>
        </p:nvSpPr>
        <p:spPr>
          <a:xfrm>
            <a:off x="0" y="1"/>
            <a:ext cx="9144000" cy="8769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IMPRIMINDO LINHAS DE GRADE E TÍTULOS NO EXCEL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348343" y="1063173"/>
            <a:ext cx="8436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são linhas de grade?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linhas de grade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são aquelas linhas cinzas que aparecem entre as células no Excel, mas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são impressas por padrão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42" name="Google Shape;142;p6"/>
          <p:cNvSpPr/>
          <p:nvPr/>
        </p:nvSpPr>
        <p:spPr>
          <a:xfrm>
            <a:off x="348343" y="2018964"/>
            <a:ext cx="68361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ativar as linhas de grade para impressão: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até a guia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Layout da Página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grupo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Opções da Planilha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você verá duas caixinhas: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Linhas de Grade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exibe as linhas na tela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Imprimir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imprime as linhas junto com a planilha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Marque as duas opções!</a:t>
            </a:r>
            <a:endParaRPr sz="1100"/>
          </a:p>
        </p:txBody>
      </p:sp>
      <p:sp>
        <p:nvSpPr>
          <p:cNvPr id="143" name="Google Shape;143;p6"/>
          <p:cNvSpPr/>
          <p:nvPr/>
        </p:nvSpPr>
        <p:spPr>
          <a:xfrm>
            <a:off x="348343" y="3667253"/>
            <a:ext cx="80772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para imprimir os títulos das colunas e linhas (A, B, C... / 1, 2, 3...)?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Ainda na guia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Layout da Página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mesmo grupo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Opções da Planilha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marque também: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Títulos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Imprimir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/>
          <p:nvPr/>
        </p:nvSpPr>
        <p:spPr>
          <a:xfrm>
            <a:off x="0" y="1"/>
            <a:ext cx="9144000" cy="8769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INSERIR COMENTÁRIO NO EXCEL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250371" y="1027910"/>
            <a:ext cx="7358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Perfeito para deixar recados, avisos ou instruções dentro da planilha!</a:t>
            </a:r>
            <a:endParaRPr sz="1100"/>
          </a:p>
        </p:txBody>
      </p:sp>
      <p:sp>
        <p:nvSpPr>
          <p:cNvPr id="151" name="Google Shape;151;p7"/>
          <p:cNvSpPr/>
          <p:nvPr/>
        </p:nvSpPr>
        <p:spPr>
          <a:xfrm>
            <a:off x="250371" y="1486774"/>
            <a:ext cx="84255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usar?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Planilhas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compartilhadas com colegas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Anotações sobre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erros, fórmulas ou sugestões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explicar valores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ações futuras</a:t>
            </a:r>
            <a:endParaRPr sz="1100"/>
          </a:p>
        </p:txBody>
      </p:sp>
      <p:sp>
        <p:nvSpPr>
          <p:cNvPr id="152" name="Google Shape;152;p7"/>
          <p:cNvSpPr/>
          <p:nvPr/>
        </p:nvSpPr>
        <p:spPr>
          <a:xfrm>
            <a:off x="250371" y="2596863"/>
            <a:ext cx="84255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inserir um comentário: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Abra o Excel e vá até a célula onde quer deixar um recado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com o botão direito do mouse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célula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a opção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“Inserir Comentário"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250371" y="3801798"/>
            <a:ext cx="84255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Escrevendo o recado: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 box (caixa de texto) vai abrir na lateral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Digite o recado normalmente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finalizar, clique 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seta verde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(ícone de enviar)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/>
          <p:nvPr/>
        </p:nvSpPr>
        <p:spPr>
          <a:xfrm>
            <a:off x="0" y="1"/>
            <a:ext cx="9144000" cy="8769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INSERIR COMENTÁRIO NO EXCEL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239485" y="1006188"/>
            <a:ext cx="86976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Dicas úteis: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célula com comentário terá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marcador colorido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canto superior direito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Passe o mouse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por cima para ler o comentário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comentário: clique em "Editar" no próprio box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excluir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clique nos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três pontinhos (...)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&gt;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Excluir thread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239484" y="3088613"/>
            <a:ext cx="86976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Organização automática dos comentários: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comentário vem com: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👤 Nome do autor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📍 Localização (ex: Célula B3)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🕒 Data e hora da postagem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/>
          <p:nvPr/>
        </p:nvSpPr>
        <p:spPr>
          <a:xfrm>
            <a:off x="0" y="1"/>
            <a:ext cx="9144000" cy="8769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VALIDAÇÃO DE DADOS NO EXCEL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326570" y="1040005"/>
            <a:ext cx="849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Evite erros! Deixe o Excel aceitar só o que você permitir.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326570" y="1578614"/>
            <a:ext cx="84909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Validação de Dados é um recurso que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limita o que pode ser digitado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uma célula.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define o tipo de informação permitido (número, texto, lista, etc.), evitando erros como: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Colocar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letras onde deveria ser número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Digitar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valores fora do limite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Escrever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 diferente do que foi pedido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326570" y="3838518"/>
            <a:ext cx="8490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que usar?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Impede erros de digitação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Deixa sua planilha mais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profissional e organizada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Torna o preenchimento mais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rápido e seguro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/>
          <p:nvPr/>
        </p:nvSpPr>
        <p:spPr>
          <a:xfrm>
            <a:off x="0" y="1"/>
            <a:ext cx="9144000" cy="8769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VALIDAÇÃO DE DADOS NO EXCEL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315685" y="994093"/>
            <a:ext cx="85779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usar?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Controle de tarefas com opções como: "Concluído", "Em andamento", "Pendente"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Campos com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limite de valores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idade de 18 a 60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Horários dentro do expediente: das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08:00 às 18:00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Campos como telefone, que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devem aceitar letras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315685" y="2342469"/>
            <a:ext cx="8577900" cy="29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aplicar Validação de Dados: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a célula ou intervalo de células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até a guia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"Dados"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Validação de Dados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janela que abrir: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Permitir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escolha o tipo de dado:</a:t>
            </a:r>
            <a:endParaRPr sz="1100"/>
          </a:p>
          <a:p>
            <a:pPr indent="-177800" lvl="2" marL="889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Número inteiro</a:t>
            </a:r>
            <a:endParaRPr sz="1100"/>
          </a:p>
          <a:p>
            <a:pPr indent="-177800" lvl="2" marL="889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Decimal</a:t>
            </a:r>
            <a:endParaRPr sz="1100"/>
          </a:p>
          <a:p>
            <a:pPr indent="-177800" lvl="2" marL="889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Lista</a:t>
            </a:r>
            <a:endParaRPr sz="1100"/>
          </a:p>
          <a:p>
            <a:pPr indent="-177800" lvl="2" marL="889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/ Hora</a:t>
            </a:r>
            <a:endParaRPr sz="1100"/>
          </a:p>
          <a:p>
            <a:pPr indent="-177800" lvl="2" marL="889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 com comprimento limitado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Configure os critérios (ex: mínimo, máximo, valores permitidos)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(Opcional) Vá na aba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Mensagem de Entrada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exibir uma dica ao clicar na célula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(Opcional) Vá na aba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Alerta de Erro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mostrar uma mensagem se o dado estiver errado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/>
          <p:nvPr/>
        </p:nvSpPr>
        <p:spPr>
          <a:xfrm>
            <a:off x="0" y="1"/>
            <a:ext cx="9144000" cy="8769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108857" y="1056613"/>
            <a:ext cx="8773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Lista de Compras com Validação de Dados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Criar uma planilha de compras usando validação de dados para impedir erros de digitação e facilitar o preenchimento automático de campos.</a:t>
            </a:r>
            <a:endParaRPr sz="1100"/>
          </a:p>
        </p:txBody>
      </p:sp>
      <p:sp>
        <p:nvSpPr>
          <p:cNvPr id="186" name="Google Shape;186;p11"/>
          <p:cNvSpPr/>
          <p:nvPr/>
        </p:nvSpPr>
        <p:spPr>
          <a:xfrm>
            <a:off x="108856" y="2178970"/>
            <a:ext cx="5061900" cy="31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listas suspensas (validação de dados):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Categoria (coluna B)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uma lista de categorias (fora da tabela principal, por exemplo nas células H1 até H5):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Alimento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Bebida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Higiene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Limpeza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Outros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selecione as células da coluna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(B3 até B21).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até a guia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"Dados"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&gt; grupo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"Ferramentas de Dados"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&gt; clique em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"Validação de Dados"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janela que abrir: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Permitir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escolha: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"Lista"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Origem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faça a seleção com o mouse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7626" y="1758600"/>
            <a:ext cx="3456828" cy="357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/>
          <p:nvPr/>
        </p:nvSpPr>
        <p:spPr>
          <a:xfrm>
            <a:off x="0" y="1"/>
            <a:ext cx="9144000" cy="8769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228599" y="1017632"/>
            <a:ext cx="8686800" cy="16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Unidade: coluna C)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Repita o mesmo processo usando outra lista auxiliar (ex: células I1 até I4):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Unidade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Pacote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Caixa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Litro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Gramas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2"/>
          <p:cNvSpPr/>
          <p:nvPr/>
        </p:nvSpPr>
        <p:spPr>
          <a:xfrm>
            <a:off x="228599" y="2710403"/>
            <a:ext cx="3524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Aplique a validação nas células da coluna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920872a2e_0_0"/>
          <p:cNvSpPr/>
          <p:nvPr/>
        </p:nvSpPr>
        <p:spPr>
          <a:xfrm>
            <a:off x="0" y="1"/>
            <a:ext cx="9144000" cy="8769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6920872a2e_0_0"/>
          <p:cNvSpPr txBox="1"/>
          <p:nvPr/>
        </p:nvSpPr>
        <p:spPr>
          <a:xfrm>
            <a:off x="519025" y="876900"/>
            <a:ext cx="7666800" cy="49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pt-BR" sz="1700"/>
              <a:t>O que é o Excel e para que ele serve?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pt-BR" sz="1700"/>
              <a:t>Onde digitamos os dados no Excel?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pt-BR" sz="1700"/>
              <a:t>O que acontece quando usamos a tecla TAB dentro de uma célula?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pt-BR" sz="1700"/>
              <a:t>O que é uma célula no Excel?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pt-BR" sz="1700"/>
              <a:t>Qual fórmula usamos para somar valores no Excel? Dê um exemplo.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pt-BR" sz="1700"/>
              <a:t>Como a gente faz para começar qualquer fórmula no Excel?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pt-BR" sz="1700"/>
              <a:t>Qual o atalho de teclado para deixar as letras em negrito?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pt-BR" sz="1700"/>
              <a:t>O que devemos fazer para ajustar a largura de uma coluna automaticamente?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pt-BR" sz="1700"/>
              <a:t>Qual o nome da barra que mostra o conteúdo da célula selecionada?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pt-BR" sz="1700"/>
              <a:t>Cite uma função ou conta simples que conseguimos fazer no Excel.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pt-BR" sz="1700"/>
              <a:t>Como se chama a planilha que criamos no projeto do “Churrasco da Vitória”?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pt-BR" sz="1700"/>
              <a:t>Como podemos transformar um número em valor de moeda (R$)?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pt-BR" sz="1700"/>
              <a:t>O que significa “mesclar células”? Quando é útil usar isso?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pt-BR" sz="1700"/>
              <a:t>Dê um exemplo de algo que podemos personalizar em uma planilha.</a:t>
            </a:r>
            <a:endParaRPr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2025-04-28T23:09:06Z</dcterms:created>
  <dc:creator>leo Souza</dc:creator>
</cp:coreProperties>
</file>