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Lst>
  <p:sldSz cy="5715000" cx="9144000"/>
  <p:notesSz cx="6858000" cy="9144000"/>
  <p:embeddedFontLst>
    <p:embeddedFont>
      <p:font typeface="Play"/>
      <p:regular r:id="rId23"/>
      <p:bold r:id="rId2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5" roundtripDataSignature="AMtx7mgLq32jn3vSHxmsLBv58D87zIk47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font" Target="fonts/Play-bold.fntdata"/><Relationship Id="rId23" Type="http://schemas.openxmlformats.org/officeDocument/2006/relationships/font" Target="fonts/Play-regular.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5" Type="http://customschemas.google.com/relationships/presentationmetadata" Target="metadata"/><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960120" y="1143000"/>
            <a:ext cx="49377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pt-BR"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6" name="Google Shape;86;p1:notes"/>
          <p:cNvSpPr/>
          <p:nvPr>
            <p:ph idx="2" type="sldImg"/>
          </p:nvPr>
        </p:nvSpPr>
        <p:spPr>
          <a:xfrm>
            <a:off x="960438" y="1143000"/>
            <a:ext cx="4937125"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4" name="Google Shape;94;p3:notes"/>
          <p:cNvSpPr/>
          <p:nvPr>
            <p:ph idx="2" type="sldImg"/>
          </p:nvPr>
        </p:nvSpPr>
        <p:spPr>
          <a:xfrm>
            <a:off x="960438" y="1143000"/>
            <a:ext cx="4937125"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p3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1" name="Google Shape;101;p37:notes"/>
          <p:cNvSpPr/>
          <p:nvPr>
            <p:ph idx="2" type="sldImg"/>
          </p:nvPr>
        </p:nvSpPr>
        <p:spPr>
          <a:xfrm>
            <a:off x="960438" y="1143000"/>
            <a:ext cx="4937125"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9" name="Google Shape;109;p4:notes"/>
          <p:cNvSpPr/>
          <p:nvPr>
            <p:ph idx="2" type="sldImg"/>
          </p:nvPr>
        </p:nvSpPr>
        <p:spPr>
          <a:xfrm>
            <a:off x="960438" y="1143000"/>
            <a:ext cx="4937125"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p3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6" name="Google Shape;116;p38:notes"/>
          <p:cNvSpPr/>
          <p:nvPr>
            <p:ph idx="2" type="sldImg"/>
          </p:nvPr>
        </p:nvSpPr>
        <p:spPr>
          <a:xfrm>
            <a:off x="960438" y="1143000"/>
            <a:ext cx="4937125"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3" name="Google Shape;123;p5:notes"/>
          <p:cNvSpPr/>
          <p:nvPr>
            <p:ph idx="2" type="sldImg"/>
          </p:nvPr>
        </p:nvSpPr>
        <p:spPr>
          <a:xfrm>
            <a:off x="960438" y="1143000"/>
            <a:ext cx="4937125"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p3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1" name="Google Shape;131;p39:notes"/>
          <p:cNvSpPr/>
          <p:nvPr>
            <p:ph idx="2" type="sldImg"/>
          </p:nvPr>
        </p:nvSpPr>
        <p:spPr>
          <a:xfrm>
            <a:off x="960438" y="1143000"/>
            <a:ext cx="4937125"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p4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8" name="Google Shape;138;p40:notes"/>
          <p:cNvSpPr/>
          <p:nvPr>
            <p:ph idx="2" type="sldImg"/>
          </p:nvPr>
        </p:nvSpPr>
        <p:spPr>
          <a:xfrm>
            <a:off x="960438" y="1143000"/>
            <a:ext cx="4937125"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5" name="Google Shape;145;p7:notes"/>
          <p:cNvSpPr/>
          <p:nvPr>
            <p:ph idx="2" type="sldImg"/>
          </p:nvPr>
        </p:nvSpPr>
        <p:spPr>
          <a:xfrm>
            <a:off x="960438" y="1143000"/>
            <a:ext cx="4937125"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p4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2" name="Google Shape;152;p41:notes"/>
          <p:cNvSpPr/>
          <p:nvPr>
            <p:ph idx="2" type="sldImg"/>
          </p:nvPr>
        </p:nvSpPr>
        <p:spPr>
          <a:xfrm>
            <a:off x="960438" y="1143000"/>
            <a:ext cx="4937125"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p4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9" name="Google Shape;159;p42:notes"/>
          <p:cNvSpPr/>
          <p:nvPr>
            <p:ph idx="2" type="sldImg"/>
          </p:nvPr>
        </p:nvSpPr>
        <p:spPr>
          <a:xfrm>
            <a:off x="960438" y="1143000"/>
            <a:ext cx="4937125"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p4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6" name="Google Shape;166;p43:notes"/>
          <p:cNvSpPr/>
          <p:nvPr>
            <p:ph idx="2" type="sldImg"/>
          </p:nvPr>
        </p:nvSpPr>
        <p:spPr>
          <a:xfrm>
            <a:off x="960438" y="1143000"/>
            <a:ext cx="4937125"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3" name="Google Shape;173;p8:notes"/>
          <p:cNvSpPr/>
          <p:nvPr>
            <p:ph idx="2" type="sldImg"/>
          </p:nvPr>
        </p:nvSpPr>
        <p:spPr>
          <a:xfrm>
            <a:off x="960438" y="1143000"/>
            <a:ext cx="4937125"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1" name="Google Shape;181;p9:notes"/>
          <p:cNvSpPr/>
          <p:nvPr>
            <p:ph idx="2" type="sldImg"/>
          </p:nvPr>
        </p:nvSpPr>
        <p:spPr>
          <a:xfrm>
            <a:off x="960438" y="1143000"/>
            <a:ext cx="4937125"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8" name="Google Shape;188;p6:notes"/>
          <p:cNvSpPr/>
          <p:nvPr>
            <p:ph idx="2" type="sldImg"/>
          </p:nvPr>
        </p:nvSpPr>
        <p:spPr>
          <a:xfrm>
            <a:off x="960438" y="1143000"/>
            <a:ext cx="4937125"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5" name="Google Shape;195;p10:notes"/>
          <p:cNvSpPr/>
          <p:nvPr>
            <p:ph idx="2" type="sldImg"/>
          </p:nvPr>
        </p:nvSpPr>
        <p:spPr>
          <a:xfrm>
            <a:off x="960438" y="1143000"/>
            <a:ext cx="4937125"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2" name="Google Shape;202;p11:notes"/>
          <p:cNvSpPr/>
          <p:nvPr>
            <p:ph idx="2" type="sldImg"/>
          </p:nvPr>
        </p:nvSpPr>
        <p:spPr>
          <a:xfrm>
            <a:off x="960438" y="1143000"/>
            <a:ext cx="4937125"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p4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3" name="Google Shape;213;p44:notes"/>
          <p:cNvSpPr/>
          <p:nvPr>
            <p:ph idx="2" type="sldImg"/>
          </p:nvPr>
        </p:nvSpPr>
        <p:spPr>
          <a:xfrm>
            <a:off x="960438" y="1143000"/>
            <a:ext cx="4937125"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m Branco" type="blank">
  <p:cSld name="BLANK">
    <p:spTree>
      <p:nvGrpSpPr>
        <p:cNvPr id="15" name="Shape 15"/>
        <p:cNvGrpSpPr/>
        <p:nvPr/>
      </p:nvGrpSpPr>
      <p:grpSpPr>
        <a:xfrm>
          <a:off x="0" y="0"/>
          <a:ext cx="0" cy="0"/>
          <a:chOff x="0" y="0"/>
          <a:chExt cx="0" cy="0"/>
        </a:xfrm>
      </p:grpSpPr>
      <p:sp>
        <p:nvSpPr>
          <p:cNvPr id="16" name="Google Shape;16;p26"/>
          <p:cNvSpPr txBox="1"/>
          <p:nvPr>
            <p:ph idx="10" type="dt"/>
          </p:nvPr>
        </p:nvSpPr>
        <p:spPr>
          <a:xfrm>
            <a:off x="628650" y="5296958"/>
            <a:ext cx="2057400" cy="304200"/>
          </a:xfrm>
          <a:prstGeom prst="rect">
            <a:avLst/>
          </a:prstGeom>
          <a:noFill/>
          <a:ln>
            <a:noFill/>
          </a:ln>
        </p:spPr>
        <p:txBody>
          <a:bodyPr anchorCtr="0" anchor="ctr" bIns="35550" lIns="71100" spcFirstLastPara="1" rIns="71100" wrap="square" tIns="35550">
            <a:noAutofit/>
          </a:bodyPr>
          <a:lstStyle>
            <a:lvl1pPr lvl="0" algn="l">
              <a:lnSpc>
                <a:spcPct val="100000"/>
              </a:lnSpc>
              <a:spcBef>
                <a:spcPts val="0"/>
              </a:spcBef>
              <a:spcAft>
                <a:spcPts val="0"/>
              </a:spcAft>
              <a:buSzPts val="1089"/>
              <a:buNone/>
              <a:defRPr sz="933"/>
            </a:lvl1pPr>
            <a:lvl2pPr lvl="1" algn="l">
              <a:lnSpc>
                <a:spcPct val="100000"/>
              </a:lnSpc>
              <a:spcBef>
                <a:spcPts val="0"/>
              </a:spcBef>
              <a:spcAft>
                <a:spcPts val="0"/>
              </a:spcAft>
              <a:buSzPts val="1089"/>
              <a:buNone/>
              <a:defRPr sz="1400"/>
            </a:lvl2pPr>
            <a:lvl3pPr lvl="2" algn="l">
              <a:lnSpc>
                <a:spcPct val="100000"/>
              </a:lnSpc>
              <a:spcBef>
                <a:spcPts val="0"/>
              </a:spcBef>
              <a:spcAft>
                <a:spcPts val="0"/>
              </a:spcAft>
              <a:buSzPts val="1089"/>
              <a:buNone/>
              <a:defRPr sz="1400"/>
            </a:lvl3pPr>
            <a:lvl4pPr lvl="3" algn="l">
              <a:lnSpc>
                <a:spcPct val="100000"/>
              </a:lnSpc>
              <a:spcBef>
                <a:spcPts val="0"/>
              </a:spcBef>
              <a:spcAft>
                <a:spcPts val="0"/>
              </a:spcAft>
              <a:buSzPts val="1089"/>
              <a:buNone/>
              <a:defRPr sz="1400"/>
            </a:lvl4pPr>
            <a:lvl5pPr lvl="4" algn="l">
              <a:lnSpc>
                <a:spcPct val="100000"/>
              </a:lnSpc>
              <a:spcBef>
                <a:spcPts val="0"/>
              </a:spcBef>
              <a:spcAft>
                <a:spcPts val="0"/>
              </a:spcAft>
              <a:buSzPts val="1089"/>
              <a:buNone/>
              <a:defRPr sz="1400"/>
            </a:lvl5pPr>
            <a:lvl6pPr lvl="5" algn="l">
              <a:lnSpc>
                <a:spcPct val="100000"/>
              </a:lnSpc>
              <a:spcBef>
                <a:spcPts val="0"/>
              </a:spcBef>
              <a:spcAft>
                <a:spcPts val="0"/>
              </a:spcAft>
              <a:buSzPts val="1089"/>
              <a:buNone/>
              <a:defRPr sz="1400"/>
            </a:lvl6pPr>
            <a:lvl7pPr lvl="6" algn="l">
              <a:lnSpc>
                <a:spcPct val="100000"/>
              </a:lnSpc>
              <a:spcBef>
                <a:spcPts val="0"/>
              </a:spcBef>
              <a:spcAft>
                <a:spcPts val="0"/>
              </a:spcAft>
              <a:buSzPts val="1089"/>
              <a:buNone/>
              <a:defRPr sz="1400"/>
            </a:lvl7pPr>
            <a:lvl8pPr lvl="7" algn="l">
              <a:lnSpc>
                <a:spcPct val="100000"/>
              </a:lnSpc>
              <a:spcBef>
                <a:spcPts val="0"/>
              </a:spcBef>
              <a:spcAft>
                <a:spcPts val="0"/>
              </a:spcAft>
              <a:buSzPts val="1089"/>
              <a:buNone/>
              <a:defRPr sz="1400"/>
            </a:lvl8pPr>
            <a:lvl9pPr lvl="8" algn="l">
              <a:lnSpc>
                <a:spcPct val="100000"/>
              </a:lnSpc>
              <a:spcBef>
                <a:spcPts val="0"/>
              </a:spcBef>
              <a:spcAft>
                <a:spcPts val="0"/>
              </a:spcAft>
              <a:buSzPts val="1089"/>
              <a:buNone/>
              <a:defRPr sz="1400"/>
            </a:lvl9pPr>
          </a:lstStyle>
          <a:p/>
        </p:txBody>
      </p:sp>
      <p:sp>
        <p:nvSpPr>
          <p:cNvPr id="17" name="Google Shape;17;p26"/>
          <p:cNvSpPr txBox="1"/>
          <p:nvPr>
            <p:ph idx="11" type="ftr"/>
          </p:nvPr>
        </p:nvSpPr>
        <p:spPr>
          <a:xfrm>
            <a:off x="3028950" y="5296958"/>
            <a:ext cx="3086100" cy="304200"/>
          </a:xfrm>
          <a:prstGeom prst="rect">
            <a:avLst/>
          </a:prstGeom>
          <a:noFill/>
          <a:ln>
            <a:noFill/>
          </a:ln>
        </p:spPr>
        <p:txBody>
          <a:bodyPr anchorCtr="0" anchor="ctr" bIns="35550" lIns="71100" spcFirstLastPara="1" rIns="71100" wrap="square" tIns="35550">
            <a:noAutofit/>
          </a:bodyPr>
          <a:lstStyle>
            <a:lvl1pPr lvl="0" algn="ctr">
              <a:lnSpc>
                <a:spcPct val="100000"/>
              </a:lnSpc>
              <a:spcBef>
                <a:spcPts val="0"/>
              </a:spcBef>
              <a:spcAft>
                <a:spcPts val="0"/>
              </a:spcAft>
              <a:buSzPts val="1089"/>
              <a:buNone/>
              <a:defRPr sz="933"/>
            </a:lvl1pPr>
            <a:lvl2pPr lvl="1" algn="l">
              <a:lnSpc>
                <a:spcPct val="100000"/>
              </a:lnSpc>
              <a:spcBef>
                <a:spcPts val="0"/>
              </a:spcBef>
              <a:spcAft>
                <a:spcPts val="0"/>
              </a:spcAft>
              <a:buSzPts val="1089"/>
              <a:buNone/>
              <a:defRPr sz="1400"/>
            </a:lvl2pPr>
            <a:lvl3pPr lvl="2" algn="l">
              <a:lnSpc>
                <a:spcPct val="100000"/>
              </a:lnSpc>
              <a:spcBef>
                <a:spcPts val="0"/>
              </a:spcBef>
              <a:spcAft>
                <a:spcPts val="0"/>
              </a:spcAft>
              <a:buSzPts val="1089"/>
              <a:buNone/>
              <a:defRPr sz="1400"/>
            </a:lvl3pPr>
            <a:lvl4pPr lvl="3" algn="l">
              <a:lnSpc>
                <a:spcPct val="100000"/>
              </a:lnSpc>
              <a:spcBef>
                <a:spcPts val="0"/>
              </a:spcBef>
              <a:spcAft>
                <a:spcPts val="0"/>
              </a:spcAft>
              <a:buSzPts val="1089"/>
              <a:buNone/>
              <a:defRPr sz="1400"/>
            </a:lvl4pPr>
            <a:lvl5pPr lvl="4" algn="l">
              <a:lnSpc>
                <a:spcPct val="100000"/>
              </a:lnSpc>
              <a:spcBef>
                <a:spcPts val="0"/>
              </a:spcBef>
              <a:spcAft>
                <a:spcPts val="0"/>
              </a:spcAft>
              <a:buSzPts val="1089"/>
              <a:buNone/>
              <a:defRPr sz="1400"/>
            </a:lvl5pPr>
            <a:lvl6pPr lvl="5" algn="l">
              <a:lnSpc>
                <a:spcPct val="100000"/>
              </a:lnSpc>
              <a:spcBef>
                <a:spcPts val="0"/>
              </a:spcBef>
              <a:spcAft>
                <a:spcPts val="0"/>
              </a:spcAft>
              <a:buSzPts val="1089"/>
              <a:buNone/>
              <a:defRPr sz="1400"/>
            </a:lvl6pPr>
            <a:lvl7pPr lvl="6" algn="l">
              <a:lnSpc>
                <a:spcPct val="100000"/>
              </a:lnSpc>
              <a:spcBef>
                <a:spcPts val="0"/>
              </a:spcBef>
              <a:spcAft>
                <a:spcPts val="0"/>
              </a:spcAft>
              <a:buSzPts val="1089"/>
              <a:buNone/>
              <a:defRPr sz="1400"/>
            </a:lvl7pPr>
            <a:lvl8pPr lvl="7" algn="l">
              <a:lnSpc>
                <a:spcPct val="100000"/>
              </a:lnSpc>
              <a:spcBef>
                <a:spcPts val="0"/>
              </a:spcBef>
              <a:spcAft>
                <a:spcPts val="0"/>
              </a:spcAft>
              <a:buSzPts val="1089"/>
              <a:buNone/>
              <a:defRPr sz="1400"/>
            </a:lvl8pPr>
            <a:lvl9pPr lvl="8" algn="l">
              <a:lnSpc>
                <a:spcPct val="100000"/>
              </a:lnSpc>
              <a:spcBef>
                <a:spcPts val="0"/>
              </a:spcBef>
              <a:spcAft>
                <a:spcPts val="0"/>
              </a:spcAft>
              <a:buSzPts val="1089"/>
              <a:buNone/>
              <a:defRPr sz="1400"/>
            </a:lvl9pPr>
          </a:lstStyle>
          <a:p/>
        </p:txBody>
      </p:sp>
      <p:sp>
        <p:nvSpPr>
          <p:cNvPr id="18" name="Google Shape;18;p26"/>
          <p:cNvSpPr txBox="1"/>
          <p:nvPr>
            <p:ph idx="12" type="sldNum"/>
          </p:nvPr>
        </p:nvSpPr>
        <p:spPr>
          <a:xfrm>
            <a:off x="6457950" y="5296958"/>
            <a:ext cx="2057400" cy="304200"/>
          </a:xfrm>
          <a:prstGeom prst="rect">
            <a:avLst/>
          </a:prstGeom>
          <a:noFill/>
          <a:ln>
            <a:noFill/>
          </a:ln>
        </p:spPr>
        <p:txBody>
          <a:bodyPr anchorCtr="0" anchor="ctr" bIns="35550" lIns="71100" spcFirstLastPara="1" rIns="71100" wrap="square" tIns="35550">
            <a:noAutofit/>
          </a:bodyPr>
          <a:lstStyle>
            <a:lvl1pPr indent="0" lvl="0" marL="0" marR="0" algn="r">
              <a:lnSpc>
                <a:spcPct val="100000"/>
              </a:lnSpc>
              <a:spcBef>
                <a:spcPts val="0"/>
              </a:spcBef>
              <a:spcAft>
                <a:spcPts val="0"/>
              </a:spcAft>
              <a:buClr>
                <a:srgbClr val="000000"/>
              </a:buClr>
              <a:buSzPts val="933"/>
              <a:buFont typeface="Arial"/>
              <a:buNone/>
              <a:defRPr b="0" i="0" sz="933"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933"/>
              <a:buFont typeface="Arial"/>
              <a:buNone/>
              <a:defRPr b="0" i="0" sz="933"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933"/>
              <a:buFont typeface="Arial"/>
              <a:buNone/>
              <a:defRPr b="0" i="0" sz="933"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933"/>
              <a:buFont typeface="Arial"/>
              <a:buNone/>
              <a:defRPr b="0" i="0" sz="933"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933"/>
              <a:buFont typeface="Arial"/>
              <a:buNone/>
              <a:defRPr b="0" i="0" sz="933"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933"/>
              <a:buFont typeface="Arial"/>
              <a:buNone/>
              <a:defRPr b="0" i="0" sz="933"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933"/>
              <a:buFont typeface="Arial"/>
              <a:buNone/>
              <a:defRPr b="0" i="0" sz="933"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933"/>
              <a:buFont typeface="Arial"/>
              <a:buNone/>
              <a:defRPr b="0" i="0" sz="933"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933"/>
              <a:buFont typeface="Arial"/>
              <a:buNone/>
              <a:defRPr b="0" i="0" sz="933"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transition spd="slow">
    <p:push/>
  </p:transition>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de Título" type="title">
  <p:cSld name="TITLE">
    <p:spTree>
      <p:nvGrpSpPr>
        <p:cNvPr id="19" name="Shape 19"/>
        <p:cNvGrpSpPr/>
        <p:nvPr/>
      </p:nvGrpSpPr>
      <p:grpSpPr>
        <a:xfrm>
          <a:off x="0" y="0"/>
          <a:ext cx="0" cy="0"/>
          <a:chOff x="0" y="0"/>
          <a:chExt cx="0" cy="0"/>
        </a:xfrm>
      </p:grpSpPr>
      <p:sp>
        <p:nvSpPr>
          <p:cNvPr id="20" name="Google Shape;20;p27"/>
          <p:cNvSpPr txBox="1"/>
          <p:nvPr>
            <p:ph type="ctrTitle"/>
          </p:nvPr>
        </p:nvSpPr>
        <p:spPr>
          <a:xfrm>
            <a:off x="1143000" y="935303"/>
            <a:ext cx="6858000" cy="1989600"/>
          </a:xfrm>
          <a:prstGeom prst="rect">
            <a:avLst/>
          </a:prstGeom>
          <a:noFill/>
          <a:ln>
            <a:noFill/>
          </a:ln>
        </p:spPr>
        <p:txBody>
          <a:bodyPr anchorCtr="0" anchor="b" bIns="35550" lIns="71100" spcFirstLastPara="1" rIns="71100" wrap="square" tIns="35550">
            <a:normAutofit/>
          </a:bodyPr>
          <a:lstStyle>
            <a:lvl1pPr lvl="0" algn="ctr">
              <a:lnSpc>
                <a:spcPct val="90000"/>
              </a:lnSpc>
              <a:spcBef>
                <a:spcPts val="0"/>
              </a:spcBef>
              <a:spcAft>
                <a:spcPts val="0"/>
              </a:spcAft>
              <a:buClr>
                <a:schemeClr val="dk1"/>
              </a:buClr>
              <a:buSzPts val="4667"/>
              <a:buFont typeface="Play"/>
              <a:buNone/>
              <a:defRPr sz="4666"/>
            </a:lvl1pPr>
            <a:lvl2pPr lvl="1" algn="l">
              <a:lnSpc>
                <a:spcPct val="100000"/>
              </a:lnSpc>
              <a:spcBef>
                <a:spcPts val="0"/>
              </a:spcBef>
              <a:spcAft>
                <a:spcPts val="0"/>
              </a:spcAft>
              <a:buSzPts val="1089"/>
              <a:buNone/>
              <a:defRPr sz="1400"/>
            </a:lvl2pPr>
            <a:lvl3pPr lvl="2" algn="l">
              <a:lnSpc>
                <a:spcPct val="100000"/>
              </a:lnSpc>
              <a:spcBef>
                <a:spcPts val="0"/>
              </a:spcBef>
              <a:spcAft>
                <a:spcPts val="0"/>
              </a:spcAft>
              <a:buSzPts val="1089"/>
              <a:buNone/>
              <a:defRPr sz="1400"/>
            </a:lvl3pPr>
            <a:lvl4pPr lvl="3" algn="l">
              <a:lnSpc>
                <a:spcPct val="100000"/>
              </a:lnSpc>
              <a:spcBef>
                <a:spcPts val="0"/>
              </a:spcBef>
              <a:spcAft>
                <a:spcPts val="0"/>
              </a:spcAft>
              <a:buSzPts val="1089"/>
              <a:buNone/>
              <a:defRPr sz="1400"/>
            </a:lvl4pPr>
            <a:lvl5pPr lvl="4" algn="l">
              <a:lnSpc>
                <a:spcPct val="100000"/>
              </a:lnSpc>
              <a:spcBef>
                <a:spcPts val="0"/>
              </a:spcBef>
              <a:spcAft>
                <a:spcPts val="0"/>
              </a:spcAft>
              <a:buSzPts val="1089"/>
              <a:buNone/>
              <a:defRPr sz="1400"/>
            </a:lvl5pPr>
            <a:lvl6pPr lvl="5" algn="l">
              <a:lnSpc>
                <a:spcPct val="100000"/>
              </a:lnSpc>
              <a:spcBef>
                <a:spcPts val="0"/>
              </a:spcBef>
              <a:spcAft>
                <a:spcPts val="0"/>
              </a:spcAft>
              <a:buSzPts val="1089"/>
              <a:buNone/>
              <a:defRPr sz="1400"/>
            </a:lvl6pPr>
            <a:lvl7pPr lvl="6" algn="l">
              <a:lnSpc>
                <a:spcPct val="100000"/>
              </a:lnSpc>
              <a:spcBef>
                <a:spcPts val="0"/>
              </a:spcBef>
              <a:spcAft>
                <a:spcPts val="0"/>
              </a:spcAft>
              <a:buSzPts val="1089"/>
              <a:buNone/>
              <a:defRPr sz="1400"/>
            </a:lvl7pPr>
            <a:lvl8pPr lvl="7" algn="l">
              <a:lnSpc>
                <a:spcPct val="100000"/>
              </a:lnSpc>
              <a:spcBef>
                <a:spcPts val="0"/>
              </a:spcBef>
              <a:spcAft>
                <a:spcPts val="0"/>
              </a:spcAft>
              <a:buSzPts val="1089"/>
              <a:buNone/>
              <a:defRPr sz="1400"/>
            </a:lvl8pPr>
            <a:lvl9pPr lvl="8" algn="l">
              <a:lnSpc>
                <a:spcPct val="100000"/>
              </a:lnSpc>
              <a:spcBef>
                <a:spcPts val="0"/>
              </a:spcBef>
              <a:spcAft>
                <a:spcPts val="0"/>
              </a:spcAft>
              <a:buSzPts val="1089"/>
              <a:buNone/>
              <a:defRPr sz="1400"/>
            </a:lvl9pPr>
          </a:lstStyle>
          <a:p/>
        </p:txBody>
      </p:sp>
      <p:sp>
        <p:nvSpPr>
          <p:cNvPr id="21" name="Google Shape;21;p27"/>
          <p:cNvSpPr txBox="1"/>
          <p:nvPr>
            <p:ph idx="1" type="subTitle"/>
          </p:nvPr>
        </p:nvSpPr>
        <p:spPr>
          <a:xfrm>
            <a:off x="1143000" y="3001698"/>
            <a:ext cx="6858000" cy="1379700"/>
          </a:xfrm>
          <a:prstGeom prst="rect">
            <a:avLst/>
          </a:prstGeom>
          <a:noFill/>
          <a:ln>
            <a:noFill/>
          </a:ln>
        </p:spPr>
        <p:txBody>
          <a:bodyPr anchorCtr="0" anchor="t" bIns="35550" lIns="71100" spcFirstLastPara="1" rIns="71100" wrap="square" tIns="35550">
            <a:normAutofit/>
          </a:bodyPr>
          <a:lstStyle>
            <a:lvl1pPr lvl="0" algn="ctr">
              <a:lnSpc>
                <a:spcPct val="90000"/>
              </a:lnSpc>
              <a:spcBef>
                <a:spcPts val="778"/>
              </a:spcBef>
              <a:spcAft>
                <a:spcPts val="0"/>
              </a:spcAft>
              <a:buClr>
                <a:schemeClr val="dk1"/>
              </a:buClr>
              <a:buSzPts val="1867"/>
              <a:buNone/>
              <a:defRPr sz="1866"/>
            </a:lvl1pPr>
            <a:lvl2pPr lvl="1" algn="ctr">
              <a:lnSpc>
                <a:spcPct val="90000"/>
              </a:lnSpc>
              <a:spcBef>
                <a:spcPts val="389"/>
              </a:spcBef>
              <a:spcAft>
                <a:spcPts val="0"/>
              </a:spcAft>
              <a:buClr>
                <a:schemeClr val="dk1"/>
              </a:buClr>
              <a:buSzPts val="1556"/>
              <a:buNone/>
              <a:defRPr sz="1555"/>
            </a:lvl2pPr>
            <a:lvl3pPr lvl="2" algn="ctr">
              <a:lnSpc>
                <a:spcPct val="90000"/>
              </a:lnSpc>
              <a:spcBef>
                <a:spcPts val="389"/>
              </a:spcBef>
              <a:spcAft>
                <a:spcPts val="0"/>
              </a:spcAft>
              <a:buClr>
                <a:schemeClr val="dk1"/>
              </a:buClr>
              <a:buSzPts val="1400"/>
              <a:buNone/>
              <a:defRPr sz="1400"/>
            </a:lvl3pPr>
            <a:lvl4pPr lvl="3" algn="ctr">
              <a:lnSpc>
                <a:spcPct val="90000"/>
              </a:lnSpc>
              <a:spcBef>
                <a:spcPts val="389"/>
              </a:spcBef>
              <a:spcAft>
                <a:spcPts val="0"/>
              </a:spcAft>
              <a:buClr>
                <a:schemeClr val="dk1"/>
              </a:buClr>
              <a:buSzPts val="1244"/>
              <a:buNone/>
              <a:defRPr sz="1244"/>
            </a:lvl4pPr>
            <a:lvl5pPr lvl="4" algn="ctr">
              <a:lnSpc>
                <a:spcPct val="90000"/>
              </a:lnSpc>
              <a:spcBef>
                <a:spcPts val="389"/>
              </a:spcBef>
              <a:spcAft>
                <a:spcPts val="0"/>
              </a:spcAft>
              <a:buClr>
                <a:schemeClr val="dk1"/>
              </a:buClr>
              <a:buSzPts val="1244"/>
              <a:buNone/>
              <a:defRPr sz="1244"/>
            </a:lvl5pPr>
            <a:lvl6pPr lvl="5" algn="ctr">
              <a:lnSpc>
                <a:spcPct val="90000"/>
              </a:lnSpc>
              <a:spcBef>
                <a:spcPts val="389"/>
              </a:spcBef>
              <a:spcAft>
                <a:spcPts val="0"/>
              </a:spcAft>
              <a:buClr>
                <a:schemeClr val="dk1"/>
              </a:buClr>
              <a:buSzPts val="1244"/>
              <a:buNone/>
              <a:defRPr sz="1244"/>
            </a:lvl6pPr>
            <a:lvl7pPr lvl="6" algn="ctr">
              <a:lnSpc>
                <a:spcPct val="90000"/>
              </a:lnSpc>
              <a:spcBef>
                <a:spcPts val="389"/>
              </a:spcBef>
              <a:spcAft>
                <a:spcPts val="0"/>
              </a:spcAft>
              <a:buClr>
                <a:schemeClr val="dk1"/>
              </a:buClr>
              <a:buSzPts val="1244"/>
              <a:buNone/>
              <a:defRPr sz="1244"/>
            </a:lvl7pPr>
            <a:lvl8pPr lvl="7" algn="ctr">
              <a:lnSpc>
                <a:spcPct val="90000"/>
              </a:lnSpc>
              <a:spcBef>
                <a:spcPts val="389"/>
              </a:spcBef>
              <a:spcAft>
                <a:spcPts val="0"/>
              </a:spcAft>
              <a:buClr>
                <a:schemeClr val="dk1"/>
              </a:buClr>
              <a:buSzPts val="1244"/>
              <a:buNone/>
              <a:defRPr sz="1244"/>
            </a:lvl8pPr>
            <a:lvl9pPr lvl="8" algn="ctr">
              <a:lnSpc>
                <a:spcPct val="90000"/>
              </a:lnSpc>
              <a:spcBef>
                <a:spcPts val="389"/>
              </a:spcBef>
              <a:spcAft>
                <a:spcPts val="0"/>
              </a:spcAft>
              <a:buClr>
                <a:schemeClr val="dk1"/>
              </a:buClr>
              <a:buSzPts val="1244"/>
              <a:buNone/>
              <a:defRPr sz="1244"/>
            </a:lvl9pPr>
          </a:lstStyle>
          <a:p/>
        </p:txBody>
      </p:sp>
      <p:sp>
        <p:nvSpPr>
          <p:cNvPr id="22" name="Google Shape;22;p27"/>
          <p:cNvSpPr txBox="1"/>
          <p:nvPr>
            <p:ph idx="10" type="dt"/>
          </p:nvPr>
        </p:nvSpPr>
        <p:spPr>
          <a:xfrm>
            <a:off x="628650" y="5296958"/>
            <a:ext cx="2057400" cy="304200"/>
          </a:xfrm>
          <a:prstGeom prst="rect">
            <a:avLst/>
          </a:prstGeom>
          <a:noFill/>
          <a:ln>
            <a:noFill/>
          </a:ln>
        </p:spPr>
        <p:txBody>
          <a:bodyPr anchorCtr="0" anchor="ctr" bIns="35550" lIns="71100" spcFirstLastPara="1" rIns="71100" wrap="square" tIns="35550">
            <a:noAutofit/>
          </a:bodyPr>
          <a:lstStyle>
            <a:lvl1pPr lvl="0" algn="l">
              <a:lnSpc>
                <a:spcPct val="100000"/>
              </a:lnSpc>
              <a:spcBef>
                <a:spcPts val="0"/>
              </a:spcBef>
              <a:spcAft>
                <a:spcPts val="0"/>
              </a:spcAft>
              <a:buSzPts val="1089"/>
              <a:buNone/>
              <a:defRPr sz="933"/>
            </a:lvl1pPr>
            <a:lvl2pPr lvl="1" algn="l">
              <a:lnSpc>
                <a:spcPct val="100000"/>
              </a:lnSpc>
              <a:spcBef>
                <a:spcPts val="0"/>
              </a:spcBef>
              <a:spcAft>
                <a:spcPts val="0"/>
              </a:spcAft>
              <a:buSzPts val="1089"/>
              <a:buNone/>
              <a:defRPr sz="1400"/>
            </a:lvl2pPr>
            <a:lvl3pPr lvl="2" algn="l">
              <a:lnSpc>
                <a:spcPct val="100000"/>
              </a:lnSpc>
              <a:spcBef>
                <a:spcPts val="0"/>
              </a:spcBef>
              <a:spcAft>
                <a:spcPts val="0"/>
              </a:spcAft>
              <a:buSzPts val="1089"/>
              <a:buNone/>
              <a:defRPr sz="1400"/>
            </a:lvl3pPr>
            <a:lvl4pPr lvl="3" algn="l">
              <a:lnSpc>
                <a:spcPct val="100000"/>
              </a:lnSpc>
              <a:spcBef>
                <a:spcPts val="0"/>
              </a:spcBef>
              <a:spcAft>
                <a:spcPts val="0"/>
              </a:spcAft>
              <a:buSzPts val="1089"/>
              <a:buNone/>
              <a:defRPr sz="1400"/>
            </a:lvl4pPr>
            <a:lvl5pPr lvl="4" algn="l">
              <a:lnSpc>
                <a:spcPct val="100000"/>
              </a:lnSpc>
              <a:spcBef>
                <a:spcPts val="0"/>
              </a:spcBef>
              <a:spcAft>
                <a:spcPts val="0"/>
              </a:spcAft>
              <a:buSzPts val="1089"/>
              <a:buNone/>
              <a:defRPr sz="1400"/>
            </a:lvl5pPr>
            <a:lvl6pPr lvl="5" algn="l">
              <a:lnSpc>
                <a:spcPct val="100000"/>
              </a:lnSpc>
              <a:spcBef>
                <a:spcPts val="0"/>
              </a:spcBef>
              <a:spcAft>
                <a:spcPts val="0"/>
              </a:spcAft>
              <a:buSzPts val="1089"/>
              <a:buNone/>
              <a:defRPr sz="1400"/>
            </a:lvl6pPr>
            <a:lvl7pPr lvl="6" algn="l">
              <a:lnSpc>
                <a:spcPct val="100000"/>
              </a:lnSpc>
              <a:spcBef>
                <a:spcPts val="0"/>
              </a:spcBef>
              <a:spcAft>
                <a:spcPts val="0"/>
              </a:spcAft>
              <a:buSzPts val="1089"/>
              <a:buNone/>
              <a:defRPr sz="1400"/>
            </a:lvl7pPr>
            <a:lvl8pPr lvl="7" algn="l">
              <a:lnSpc>
                <a:spcPct val="100000"/>
              </a:lnSpc>
              <a:spcBef>
                <a:spcPts val="0"/>
              </a:spcBef>
              <a:spcAft>
                <a:spcPts val="0"/>
              </a:spcAft>
              <a:buSzPts val="1089"/>
              <a:buNone/>
              <a:defRPr sz="1400"/>
            </a:lvl8pPr>
            <a:lvl9pPr lvl="8" algn="l">
              <a:lnSpc>
                <a:spcPct val="100000"/>
              </a:lnSpc>
              <a:spcBef>
                <a:spcPts val="0"/>
              </a:spcBef>
              <a:spcAft>
                <a:spcPts val="0"/>
              </a:spcAft>
              <a:buSzPts val="1089"/>
              <a:buNone/>
              <a:defRPr sz="1400"/>
            </a:lvl9pPr>
          </a:lstStyle>
          <a:p/>
        </p:txBody>
      </p:sp>
      <p:sp>
        <p:nvSpPr>
          <p:cNvPr id="23" name="Google Shape;23;p27"/>
          <p:cNvSpPr txBox="1"/>
          <p:nvPr>
            <p:ph idx="11" type="ftr"/>
          </p:nvPr>
        </p:nvSpPr>
        <p:spPr>
          <a:xfrm>
            <a:off x="3028950" y="5296958"/>
            <a:ext cx="3086100" cy="304200"/>
          </a:xfrm>
          <a:prstGeom prst="rect">
            <a:avLst/>
          </a:prstGeom>
          <a:noFill/>
          <a:ln>
            <a:noFill/>
          </a:ln>
        </p:spPr>
        <p:txBody>
          <a:bodyPr anchorCtr="0" anchor="ctr" bIns="35550" lIns="71100" spcFirstLastPara="1" rIns="71100" wrap="square" tIns="35550">
            <a:noAutofit/>
          </a:bodyPr>
          <a:lstStyle>
            <a:lvl1pPr lvl="0" algn="ctr">
              <a:lnSpc>
                <a:spcPct val="100000"/>
              </a:lnSpc>
              <a:spcBef>
                <a:spcPts val="0"/>
              </a:spcBef>
              <a:spcAft>
                <a:spcPts val="0"/>
              </a:spcAft>
              <a:buSzPts val="1089"/>
              <a:buNone/>
              <a:defRPr sz="933"/>
            </a:lvl1pPr>
            <a:lvl2pPr lvl="1" algn="l">
              <a:lnSpc>
                <a:spcPct val="100000"/>
              </a:lnSpc>
              <a:spcBef>
                <a:spcPts val="0"/>
              </a:spcBef>
              <a:spcAft>
                <a:spcPts val="0"/>
              </a:spcAft>
              <a:buSzPts val="1089"/>
              <a:buNone/>
              <a:defRPr sz="1400"/>
            </a:lvl2pPr>
            <a:lvl3pPr lvl="2" algn="l">
              <a:lnSpc>
                <a:spcPct val="100000"/>
              </a:lnSpc>
              <a:spcBef>
                <a:spcPts val="0"/>
              </a:spcBef>
              <a:spcAft>
                <a:spcPts val="0"/>
              </a:spcAft>
              <a:buSzPts val="1089"/>
              <a:buNone/>
              <a:defRPr sz="1400"/>
            </a:lvl3pPr>
            <a:lvl4pPr lvl="3" algn="l">
              <a:lnSpc>
                <a:spcPct val="100000"/>
              </a:lnSpc>
              <a:spcBef>
                <a:spcPts val="0"/>
              </a:spcBef>
              <a:spcAft>
                <a:spcPts val="0"/>
              </a:spcAft>
              <a:buSzPts val="1089"/>
              <a:buNone/>
              <a:defRPr sz="1400"/>
            </a:lvl4pPr>
            <a:lvl5pPr lvl="4" algn="l">
              <a:lnSpc>
                <a:spcPct val="100000"/>
              </a:lnSpc>
              <a:spcBef>
                <a:spcPts val="0"/>
              </a:spcBef>
              <a:spcAft>
                <a:spcPts val="0"/>
              </a:spcAft>
              <a:buSzPts val="1089"/>
              <a:buNone/>
              <a:defRPr sz="1400"/>
            </a:lvl5pPr>
            <a:lvl6pPr lvl="5" algn="l">
              <a:lnSpc>
                <a:spcPct val="100000"/>
              </a:lnSpc>
              <a:spcBef>
                <a:spcPts val="0"/>
              </a:spcBef>
              <a:spcAft>
                <a:spcPts val="0"/>
              </a:spcAft>
              <a:buSzPts val="1089"/>
              <a:buNone/>
              <a:defRPr sz="1400"/>
            </a:lvl6pPr>
            <a:lvl7pPr lvl="6" algn="l">
              <a:lnSpc>
                <a:spcPct val="100000"/>
              </a:lnSpc>
              <a:spcBef>
                <a:spcPts val="0"/>
              </a:spcBef>
              <a:spcAft>
                <a:spcPts val="0"/>
              </a:spcAft>
              <a:buSzPts val="1089"/>
              <a:buNone/>
              <a:defRPr sz="1400"/>
            </a:lvl7pPr>
            <a:lvl8pPr lvl="7" algn="l">
              <a:lnSpc>
                <a:spcPct val="100000"/>
              </a:lnSpc>
              <a:spcBef>
                <a:spcPts val="0"/>
              </a:spcBef>
              <a:spcAft>
                <a:spcPts val="0"/>
              </a:spcAft>
              <a:buSzPts val="1089"/>
              <a:buNone/>
              <a:defRPr sz="1400"/>
            </a:lvl8pPr>
            <a:lvl9pPr lvl="8" algn="l">
              <a:lnSpc>
                <a:spcPct val="100000"/>
              </a:lnSpc>
              <a:spcBef>
                <a:spcPts val="0"/>
              </a:spcBef>
              <a:spcAft>
                <a:spcPts val="0"/>
              </a:spcAft>
              <a:buSzPts val="1089"/>
              <a:buNone/>
              <a:defRPr sz="1400"/>
            </a:lvl9pPr>
          </a:lstStyle>
          <a:p/>
        </p:txBody>
      </p:sp>
      <p:sp>
        <p:nvSpPr>
          <p:cNvPr id="24" name="Google Shape;24;p27"/>
          <p:cNvSpPr txBox="1"/>
          <p:nvPr>
            <p:ph idx="12" type="sldNum"/>
          </p:nvPr>
        </p:nvSpPr>
        <p:spPr>
          <a:xfrm>
            <a:off x="6457950" y="5296958"/>
            <a:ext cx="2057400" cy="304200"/>
          </a:xfrm>
          <a:prstGeom prst="rect">
            <a:avLst/>
          </a:prstGeom>
          <a:noFill/>
          <a:ln>
            <a:noFill/>
          </a:ln>
        </p:spPr>
        <p:txBody>
          <a:bodyPr anchorCtr="0" anchor="ctr" bIns="35550" lIns="71100" spcFirstLastPara="1" rIns="71100" wrap="square" tIns="35550">
            <a:noAutofit/>
          </a:bodyPr>
          <a:lstStyle>
            <a:lvl1pPr indent="0" lvl="0" marL="0" marR="0" algn="r">
              <a:lnSpc>
                <a:spcPct val="100000"/>
              </a:lnSpc>
              <a:spcBef>
                <a:spcPts val="0"/>
              </a:spcBef>
              <a:spcAft>
                <a:spcPts val="0"/>
              </a:spcAft>
              <a:buClr>
                <a:srgbClr val="000000"/>
              </a:buClr>
              <a:buSzPts val="933"/>
              <a:buFont typeface="Arial"/>
              <a:buNone/>
              <a:defRPr b="0" i="0" sz="933"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933"/>
              <a:buFont typeface="Arial"/>
              <a:buNone/>
              <a:defRPr b="0" i="0" sz="933"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933"/>
              <a:buFont typeface="Arial"/>
              <a:buNone/>
              <a:defRPr b="0" i="0" sz="933"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933"/>
              <a:buFont typeface="Arial"/>
              <a:buNone/>
              <a:defRPr b="0" i="0" sz="933"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933"/>
              <a:buFont typeface="Arial"/>
              <a:buNone/>
              <a:defRPr b="0" i="0" sz="933"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933"/>
              <a:buFont typeface="Arial"/>
              <a:buNone/>
              <a:defRPr b="0" i="0" sz="933"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933"/>
              <a:buFont typeface="Arial"/>
              <a:buNone/>
              <a:defRPr b="0" i="0" sz="933"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933"/>
              <a:buFont typeface="Arial"/>
              <a:buNone/>
              <a:defRPr b="0" i="0" sz="933"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933"/>
              <a:buFont typeface="Arial"/>
              <a:buNone/>
              <a:defRPr b="0" i="0" sz="933"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transition spd="slow">
    <p:push/>
  </p:transition>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e Conteúdo" type="obj">
  <p:cSld name="OBJECT">
    <p:spTree>
      <p:nvGrpSpPr>
        <p:cNvPr id="25" name="Shape 25"/>
        <p:cNvGrpSpPr/>
        <p:nvPr/>
      </p:nvGrpSpPr>
      <p:grpSpPr>
        <a:xfrm>
          <a:off x="0" y="0"/>
          <a:ext cx="0" cy="0"/>
          <a:chOff x="0" y="0"/>
          <a:chExt cx="0" cy="0"/>
        </a:xfrm>
      </p:grpSpPr>
      <p:sp>
        <p:nvSpPr>
          <p:cNvPr id="26" name="Google Shape;26;p28"/>
          <p:cNvSpPr txBox="1"/>
          <p:nvPr>
            <p:ph type="title"/>
          </p:nvPr>
        </p:nvSpPr>
        <p:spPr>
          <a:xfrm>
            <a:off x="628650" y="304271"/>
            <a:ext cx="7886700" cy="1104600"/>
          </a:xfrm>
          <a:prstGeom prst="rect">
            <a:avLst/>
          </a:prstGeom>
          <a:noFill/>
          <a:ln>
            <a:noFill/>
          </a:ln>
        </p:spPr>
        <p:txBody>
          <a:bodyPr anchorCtr="0" anchor="ctr" bIns="35550" lIns="71100" spcFirstLastPara="1" rIns="71100" wrap="square" tIns="35550">
            <a:normAutofit/>
          </a:bodyPr>
          <a:lstStyle>
            <a:lvl1pPr lvl="0" algn="l">
              <a:lnSpc>
                <a:spcPct val="90000"/>
              </a:lnSpc>
              <a:spcBef>
                <a:spcPts val="0"/>
              </a:spcBef>
              <a:spcAft>
                <a:spcPts val="0"/>
              </a:spcAft>
              <a:buClr>
                <a:schemeClr val="dk1"/>
              </a:buClr>
              <a:buSzPts val="1400"/>
              <a:buNone/>
              <a:defRPr sz="3422"/>
            </a:lvl1pPr>
            <a:lvl2pPr lvl="1" algn="l">
              <a:lnSpc>
                <a:spcPct val="100000"/>
              </a:lnSpc>
              <a:spcBef>
                <a:spcPts val="0"/>
              </a:spcBef>
              <a:spcAft>
                <a:spcPts val="0"/>
              </a:spcAft>
              <a:buSzPts val="1089"/>
              <a:buNone/>
              <a:defRPr sz="1400"/>
            </a:lvl2pPr>
            <a:lvl3pPr lvl="2" algn="l">
              <a:lnSpc>
                <a:spcPct val="100000"/>
              </a:lnSpc>
              <a:spcBef>
                <a:spcPts val="0"/>
              </a:spcBef>
              <a:spcAft>
                <a:spcPts val="0"/>
              </a:spcAft>
              <a:buSzPts val="1089"/>
              <a:buNone/>
              <a:defRPr sz="1400"/>
            </a:lvl3pPr>
            <a:lvl4pPr lvl="3" algn="l">
              <a:lnSpc>
                <a:spcPct val="100000"/>
              </a:lnSpc>
              <a:spcBef>
                <a:spcPts val="0"/>
              </a:spcBef>
              <a:spcAft>
                <a:spcPts val="0"/>
              </a:spcAft>
              <a:buSzPts val="1089"/>
              <a:buNone/>
              <a:defRPr sz="1400"/>
            </a:lvl4pPr>
            <a:lvl5pPr lvl="4" algn="l">
              <a:lnSpc>
                <a:spcPct val="100000"/>
              </a:lnSpc>
              <a:spcBef>
                <a:spcPts val="0"/>
              </a:spcBef>
              <a:spcAft>
                <a:spcPts val="0"/>
              </a:spcAft>
              <a:buSzPts val="1089"/>
              <a:buNone/>
              <a:defRPr sz="1400"/>
            </a:lvl5pPr>
            <a:lvl6pPr lvl="5" algn="l">
              <a:lnSpc>
                <a:spcPct val="100000"/>
              </a:lnSpc>
              <a:spcBef>
                <a:spcPts val="0"/>
              </a:spcBef>
              <a:spcAft>
                <a:spcPts val="0"/>
              </a:spcAft>
              <a:buSzPts val="1089"/>
              <a:buNone/>
              <a:defRPr sz="1400"/>
            </a:lvl6pPr>
            <a:lvl7pPr lvl="6" algn="l">
              <a:lnSpc>
                <a:spcPct val="100000"/>
              </a:lnSpc>
              <a:spcBef>
                <a:spcPts val="0"/>
              </a:spcBef>
              <a:spcAft>
                <a:spcPts val="0"/>
              </a:spcAft>
              <a:buSzPts val="1089"/>
              <a:buNone/>
              <a:defRPr sz="1400"/>
            </a:lvl7pPr>
            <a:lvl8pPr lvl="7" algn="l">
              <a:lnSpc>
                <a:spcPct val="100000"/>
              </a:lnSpc>
              <a:spcBef>
                <a:spcPts val="0"/>
              </a:spcBef>
              <a:spcAft>
                <a:spcPts val="0"/>
              </a:spcAft>
              <a:buSzPts val="1089"/>
              <a:buNone/>
              <a:defRPr sz="1400"/>
            </a:lvl8pPr>
            <a:lvl9pPr lvl="8" algn="l">
              <a:lnSpc>
                <a:spcPct val="100000"/>
              </a:lnSpc>
              <a:spcBef>
                <a:spcPts val="0"/>
              </a:spcBef>
              <a:spcAft>
                <a:spcPts val="0"/>
              </a:spcAft>
              <a:buSzPts val="1089"/>
              <a:buNone/>
              <a:defRPr sz="1400"/>
            </a:lvl9pPr>
          </a:lstStyle>
          <a:p/>
        </p:txBody>
      </p:sp>
      <p:sp>
        <p:nvSpPr>
          <p:cNvPr id="27" name="Google Shape;27;p28"/>
          <p:cNvSpPr txBox="1"/>
          <p:nvPr>
            <p:ph idx="1" type="body"/>
          </p:nvPr>
        </p:nvSpPr>
        <p:spPr>
          <a:xfrm>
            <a:off x="628650" y="1521354"/>
            <a:ext cx="7886700" cy="3626100"/>
          </a:xfrm>
          <a:prstGeom prst="rect">
            <a:avLst/>
          </a:prstGeom>
          <a:noFill/>
          <a:ln>
            <a:noFill/>
          </a:ln>
        </p:spPr>
        <p:txBody>
          <a:bodyPr anchorCtr="0" anchor="t" bIns="35550" lIns="71100" spcFirstLastPara="1" rIns="71100" wrap="square" tIns="35550">
            <a:normAutofit/>
          </a:bodyPr>
          <a:lstStyle>
            <a:lvl1pPr indent="-317500" lvl="0" marL="457200" algn="l">
              <a:lnSpc>
                <a:spcPct val="90000"/>
              </a:lnSpc>
              <a:spcBef>
                <a:spcPts val="778"/>
              </a:spcBef>
              <a:spcAft>
                <a:spcPts val="0"/>
              </a:spcAft>
              <a:buClr>
                <a:schemeClr val="dk1"/>
              </a:buClr>
              <a:buSzPts val="1400"/>
              <a:buChar char="•"/>
              <a:defRPr sz="2177"/>
            </a:lvl1pPr>
            <a:lvl2pPr indent="-317500" lvl="1" marL="914400" algn="l">
              <a:lnSpc>
                <a:spcPct val="90000"/>
              </a:lnSpc>
              <a:spcBef>
                <a:spcPts val="389"/>
              </a:spcBef>
              <a:spcAft>
                <a:spcPts val="0"/>
              </a:spcAft>
              <a:buClr>
                <a:schemeClr val="dk1"/>
              </a:buClr>
              <a:buSzPts val="1400"/>
              <a:buChar char="•"/>
              <a:defRPr sz="1866"/>
            </a:lvl2pPr>
            <a:lvl3pPr indent="-317500" lvl="2" marL="1371600" algn="l">
              <a:lnSpc>
                <a:spcPct val="90000"/>
              </a:lnSpc>
              <a:spcBef>
                <a:spcPts val="389"/>
              </a:spcBef>
              <a:spcAft>
                <a:spcPts val="0"/>
              </a:spcAft>
              <a:buClr>
                <a:schemeClr val="dk1"/>
              </a:buClr>
              <a:buSzPts val="1400"/>
              <a:buChar char="•"/>
              <a:defRPr sz="1555"/>
            </a:lvl3pPr>
            <a:lvl4pPr indent="-317500" lvl="3" marL="1828800" algn="l">
              <a:lnSpc>
                <a:spcPct val="90000"/>
              </a:lnSpc>
              <a:spcBef>
                <a:spcPts val="389"/>
              </a:spcBef>
              <a:spcAft>
                <a:spcPts val="0"/>
              </a:spcAft>
              <a:buClr>
                <a:schemeClr val="dk1"/>
              </a:buClr>
              <a:buSzPts val="1400"/>
              <a:buChar char="•"/>
              <a:defRPr sz="1400"/>
            </a:lvl4pPr>
            <a:lvl5pPr indent="-317500" lvl="4" marL="2286000" algn="l">
              <a:lnSpc>
                <a:spcPct val="90000"/>
              </a:lnSpc>
              <a:spcBef>
                <a:spcPts val="389"/>
              </a:spcBef>
              <a:spcAft>
                <a:spcPts val="0"/>
              </a:spcAft>
              <a:buClr>
                <a:schemeClr val="dk1"/>
              </a:buClr>
              <a:buSzPts val="1400"/>
              <a:buChar char="•"/>
              <a:defRPr sz="1400"/>
            </a:lvl5pPr>
            <a:lvl6pPr indent="-317500" lvl="5" marL="2743200" algn="l">
              <a:lnSpc>
                <a:spcPct val="90000"/>
              </a:lnSpc>
              <a:spcBef>
                <a:spcPts val="389"/>
              </a:spcBef>
              <a:spcAft>
                <a:spcPts val="0"/>
              </a:spcAft>
              <a:buClr>
                <a:schemeClr val="dk1"/>
              </a:buClr>
              <a:buSzPts val="1400"/>
              <a:buChar char="•"/>
              <a:defRPr sz="1400"/>
            </a:lvl6pPr>
            <a:lvl7pPr indent="-317500" lvl="6" marL="3200400" algn="l">
              <a:lnSpc>
                <a:spcPct val="90000"/>
              </a:lnSpc>
              <a:spcBef>
                <a:spcPts val="389"/>
              </a:spcBef>
              <a:spcAft>
                <a:spcPts val="0"/>
              </a:spcAft>
              <a:buClr>
                <a:schemeClr val="dk1"/>
              </a:buClr>
              <a:buSzPts val="1400"/>
              <a:buChar char="•"/>
              <a:defRPr sz="1400"/>
            </a:lvl7pPr>
            <a:lvl8pPr indent="-317500" lvl="7" marL="3657600" algn="l">
              <a:lnSpc>
                <a:spcPct val="90000"/>
              </a:lnSpc>
              <a:spcBef>
                <a:spcPts val="389"/>
              </a:spcBef>
              <a:spcAft>
                <a:spcPts val="0"/>
              </a:spcAft>
              <a:buClr>
                <a:schemeClr val="dk1"/>
              </a:buClr>
              <a:buSzPts val="1400"/>
              <a:buChar char="•"/>
              <a:defRPr sz="1400"/>
            </a:lvl8pPr>
            <a:lvl9pPr indent="-317500" lvl="8" marL="4114800" algn="l">
              <a:lnSpc>
                <a:spcPct val="90000"/>
              </a:lnSpc>
              <a:spcBef>
                <a:spcPts val="389"/>
              </a:spcBef>
              <a:spcAft>
                <a:spcPts val="0"/>
              </a:spcAft>
              <a:buClr>
                <a:schemeClr val="dk1"/>
              </a:buClr>
              <a:buSzPts val="1400"/>
              <a:buChar char="•"/>
              <a:defRPr sz="1400"/>
            </a:lvl9pPr>
          </a:lstStyle>
          <a:p/>
        </p:txBody>
      </p:sp>
      <p:sp>
        <p:nvSpPr>
          <p:cNvPr id="28" name="Google Shape;28;p28"/>
          <p:cNvSpPr txBox="1"/>
          <p:nvPr>
            <p:ph idx="10" type="dt"/>
          </p:nvPr>
        </p:nvSpPr>
        <p:spPr>
          <a:xfrm>
            <a:off x="628650" y="5296958"/>
            <a:ext cx="2057400" cy="304200"/>
          </a:xfrm>
          <a:prstGeom prst="rect">
            <a:avLst/>
          </a:prstGeom>
          <a:noFill/>
          <a:ln>
            <a:noFill/>
          </a:ln>
        </p:spPr>
        <p:txBody>
          <a:bodyPr anchorCtr="0" anchor="ctr" bIns="35550" lIns="71100" spcFirstLastPara="1" rIns="71100" wrap="square" tIns="35550">
            <a:noAutofit/>
          </a:bodyPr>
          <a:lstStyle>
            <a:lvl1pPr lvl="0" algn="l">
              <a:lnSpc>
                <a:spcPct val="100000"/>
              </a:lnSpc>
              <a:spcBef>
                <a:spcPts val="0"/>
              </a:spcBef>
              <a:spcAft>
                <a:spcPts val="0"/>
              </a:spcAft>
              <a:buSzPts val="1089"/>
              <a:buNone/>
              <a:defRPr sz="933"/>
            </a:lvl1pPr>
            <a:lvl2pPr lvl="1" algn="l">
              <a:lnSpc>
                <a:spcPct val="100000"/>
              </a:lnSpc>
              <a:spcBef>
                <a:spcPts val="0"/>
              </a:spcBef>
              <a:spcAft>
                <a:spcPts val="0"/>
              </a:spcAft>
              <a:buSzPts val="1089"/>
              <a:buNone/>
              <a:defRPr sz="1400"/>
            </a:lvl2pPr>
            <a:lvl3pPr lvl="2" algn="l">
              <a:lnSpc>
                <a:spcPct val="100000"/>
              </a:lnSpc>
              <a:spcBef>
                <a:spcPts val="0"/>
              </a:spcBef>
              <a:spcAft>
                <a:spcPts val="0"/>
              </a:spcAft>
              <a:buSzPts val="1089"/>
              <a:buNone/>
              <a:defRPr sz="1400"/>
            </a:lvl3pPr>
            <a:lvl4pPr lvl="3" algn="l">
              <a:lnSpc>
                <a:spcPct val="100000"/>
              </a:lnSpc>
              <a:spcBef>
                <a:spcPts val="0"/>
              </a:spcBef>
              <a:spcAft>
                <a:spcPts val="0"/>
              </a:spcAft>
              <a:buSzPts val="1089"/>
              <a:buNone/>
              <a:defRPr sz="1400"/>
            </a:lvl4pPr>
            <a:lvl5pPr lvl="4" algn="l">
              <a:lnSpc>
                <a:spcPct val="100000"/>
              </a:lnSpc>
              <a:spcBef>
                <a:spcPts val="0"/>
              </a:spcBef>
              <a:spcAft>
                <a:spcPts val="0"/>
              </a:spcAft>
              <a:buSzPts val="1089"/>
              <a:buNone/>
              <a:defRPr sz="1400"/>
            </a:lvl5pPr>
            <a:lvl6pPr lvl="5" algn="l">
              <a:lnSpc>
                <a:spcPct val="100000"/>
              </a:lnSpc>
              <a:spcBef>
                <a:spcPts val="0"/>
              </a:spcBef>
              <a:spcAft>
                <a:spcPts val="0"/>
              </a:spcAft>
              <a:buSzPts val="1089"/>
              <a:buNone/>
              <a:defRPr sz="1400"/>
            </a:lvl6pPr>
            <a:lvl7pPr lvl="6" algn="l">
              <a:lnSpc>
                <a:spcPct val="100000"/>
              </a:lnSpc>
              <a:spcBef>
                <a:spcPts val="0"/>
              </a:spcBef>
              <a:spcAft>
                <a:spcPts val="0"/>
              </a:spcAft>
              <a:buSzPts val="1089"/>
              <a:buNone/>
              <a:defRPr sz="1400"/>
            </a:lvl7pPr>
            <a:lvl8pPr lvl="7" algn="l">
              <a:lnSpc>
                <a:spcPct val="100000"/>
              </a:lnSpc>
              <a:spcBef>
                <a:spcPts val="0"/>
              </a:spcBef>
              <a:spcAft>
                <a:spcPts val="0"/>
              </a:spcAft>
              <a:buSzPts val="1089"/>
              <a:buNone/>
              <a:defRPr sz="1400"/>
            </a:lvl8pPr>
            <a:lvl9pPr lvl="8" algn="l">
              <a:lnSpc>
                <a:spcPct val="100000"/>
              </a:lnSpc>
              <a:spcBef>
                <a:spcPts val="0"/>
              </a:spcBef>
              <a:spcAft>
                <a:spcPts val="0"/>
              </a:spcAft>
              <a:buSzPts val="1089"/>
              <a:buNone/>
              <a:defRPr sz="1400"/>
            </a:lvl9pPr>
          </a:lstStyle>
          <a:p/>
        </p:txBody>
      </p:sp>
      <p:sp>
        <p:nvSpPr>
          <p:cNvPr id="29" name="Google Shape;29;p28"/>
          <p:cNvSpPr txBox="1"/>
          <p:nvPr>
            <p:ph idx="11" type="ftr"/>
          </p:nvPr>
        </p:nvSpPr>
        <p:spPr>
          <a:xfrm>
            <a:off x="3028950" y="5296958"/>
            <a:ext cx="3086100" cy="304200"/>
          </a:xfrm>
          <a:prstGeom prst="rect">
            <a:avLst/>
          </a:prstGeom>
          <a:noFill/>
          <a:ln>
            <a:noFill/>
          </a:ln>
        </p:spPr>
        <p:txBody>
          <a:bodyPr anchorCtr="0" anchor="ctr" bIns="35550" lIns="71100" spcFirstLastPara="1" rIns="71100" wrap="square" tIns="35550">
            <a:noAutofit/>
          </a:bodyPr>
          <a:lstStyle>
            <a:lvl1pPr lvl="0" algn="ctr">
              <a:lnSpc>
                <a:spcPct val="100000"/>
              </a:lnSpc>
              <a:spcBef>
                <a:spcPts val="0"/>
              </a:spcBef>
              <a:spcAft>
                <a:spcPts val="0"/>
              </a:spcAft>
              <a:buSzPts val="1089"/>
              <a:buNone/>
              <a:defRPr sz="933"/>
            </a:lvl1pPr>
            <a:lvl2pPr lvl="1" algn="l">
              <a:lnSpc>
                <a:spcPct val="100000"/>
              </a:lnSpc>
              <a:spcBef>
                <a:spcPts val="0"/>
              </a:spcBef>
              <a:spcAft>
                <a:spcPts val="0"/>
              </a:spcAft>
              <a:buSzPts val="1089"/>
              <a:buNone/>
              <a:defRPr sz="1400"/>
            </a:lvl2pPr>
            <a:lvl3pPr lvl="2" algn="l">
              <a:lnSpc>
                <a:spcPct val="100000"/>
              </a:lnSpc>
              <a:spcBef>
                <a:spcPts val="0"/>
              </a:spcBef>
              <a:spcAft>
                <a:spcPts val="0"/>
              </a:spcAft>
              <a:buSzPts val="1089"/>
              <a:buNone/>
              <a:defRPr sz="1400"/>
            </a:lvl3pPr>
            <a:lvl4pPr lvl="3" algn="l">
              <a:lnSpc>
                <a:spcPct val="100000"/>
              </a:lnSpc>
              <a:spcBef>
                <a:spcPts val="0"/>
              </a:spcBef>
              <a:spcAft>
                <a:spcPts val="0"/>
              </a:spcAft>
              <a:buSzPts val="1089"/>
              <a:buNone/>
              <a:defRPr sz="1400"/>
            </a:lvl4pPr>
            <a:lvl5pPr lvl="4" algn="l">
              <a:lnSpc>
                <a:spcPct val="100000"/>
              </a:lnSpc>
              <a:spcBef>
                <a:spcPts val="0"/>
              </a:spcBef>
              <a:spcAft>
                <a:spcPts val="0"/>
              </a:spcAft>
              <a:buSzPts val="1089"/>
              <a:buNone/>
              <a:defRPr sz="1400"/>
            </a:lvl5pPr>
            <a:lvl6pPr lvl="5" algn="l">
              <a:lnSpc>
                <a:spcPct val="100000"/>
              </a:lnSpc>
              <a:spcBef>
                <a:spcPts val="0"/>
              </a:spcBef>
              <a:spcAft>
                <a:spcPts val="0"/>
              </a:spcAft>
              <a:buSzPts val="1089"/>
              <a:buNone/>
              <a:defRPr sz="1400"/>
            </a:lvl6pPr>
            <a:lvl7pPr lvl="6" algn="l">
              <a:lnSpc>
                <a:spcPct val="100000"/>
              </a:lnSpc>
              <a:spcBef>
                <a:spcPts val="0"/>
              </a:spcBef>
              <a:spcAft>
                <a:spcPts val="0"/>
              </a:spcAft>
              <a:buSzPts val="1089"/>
              <a:buNone/>
              <a:defRPr sz="1400"/>
            </a:lvl7pPr>
            <a:lvl8pPr lvl="7" algn="l">
              <a:lnSpc>
                <a:spcPct val="100000"/>
              </a:lnSpc>
              <a:spcBef>
                <a:spcPts val="0"/>
              </a:spcBef>
              <a:spcAft>
                <a:spcPts val="0"/>
              </a:spcAft>
              <a:buSzPts val="1089"/>
              <a:buNone/>
              <a:defRPr sz="1400"/>
            </a:lvl8pPr>
            <a:lvl9pPr lvl="8" algn="l">
              <a:lnSpc>
                <a:spcPct val="100000"/>
              </a:lnSpc>
              <a:spcBef>
                <a:spcPts val="0"/>
              </a:spcBef>
              <a:spcAft>
                <a:spcPts val="0"/>
              </a:spcAft>
              <a:buSzPts val="1089"/>
              <a:buNone/>
              <a:defRPr sz="1400"/>
            </a:lvl9pPr>
          </a:lstStyle>
          <a:p/>
        </p:txBody>
      </p:sp>
      <p:sp>
        <p:nvSpPr>
          <p:cNvPr id="30" name="Google Shape;30;p28"/>
          <p:cNvSpPr txBox="1"/>
          <p:nvPr>
            <p:ph idx="12" type="sldNum"/>
          </p:nvPr>
        </p:nvSpPr>
        <p:spPr>
          <a:xfrm>
            <a:off x="6457950" y="5296958"/>
            <a:ext cx="2057400" cy="304200"/>
          </a:xfrm>
          <a:prstGeom prst="rect">
            <a:avLst/>
          </a:prstGeom>
          <a:noFill/>
          <a:ln>
            <a:noFill/>
          </a:ln>
        </p:spPr>
        <p:txBody>
          <a:bodyPr anchorCtr="0" anchor="ctr" bIns="35550" lIns="71100" spcFirstLastPara="1" rIns="71100" wrap="square" tIns="35550">
            <a:noAutofit/>
          </a:bodyPr>
          <a:lstStyle>
            <a:lvl1pPr indent="0" lvl="0" marL="0" marR="0" algn="r">
              <a:lnSpc>
                <a:spcPct val="100000"/>
              </a:lnSpc>
              <a:spcBef>
                <a:spcPts val="0"/>
              </a:spcBef>
              <a:spcAft>
                <a:spcPts val="0"/>
              </a:spcAft>
              <a:buClr>
                <a:srgbClr val="000000"/>
              </a:buClr>
              <a:buSzPts val="933"/>
              <a:buFont typeface="Arial"/>
              <a:buNone/>
              <a:defRPr b="0" i="0" sz="933"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933"/>
              <a:buFont typeface="Arial"/>
              <a:buNone/>
              <a:defRPr b="0" i="0" sz="933"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933"/>
              <a:buFont typeface="Arial"/>
              <a:buNone/>
              <a:defRPr b="0" i="0" sz="933"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933"/>
              <a:buFont typeface="Arial"/>
              <a:buNone/>
              <a:defRPr b="0" i="0" sz="933"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933"/>
              <a:buFont typeface="Arial"/>
              <a:buNone/>
              <a:defRPr b="0" i="0" sz="933"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933"/>
              <a:buFont typeface="Arial"/>
              <a:buNone/>
              <a:defRPr b="0" i="0" sz="933"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933"/>
              <a:buFont typeface="Arial"/>
              <a:buNone/>
              <a:defRPr b="0" i="0" sz="933"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933"/>
              <a:buFont typeface="Arial"/>
              <a:buNone/>
              <a:defRPr b="0" i="0" sz="933"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933"/>
              <a:buFont typeface="Arial"/>
              <a:buNone/>
              <a:defRPr b="0" i="0" sz="933"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transition spd="slow">
    <p:push/>
  </p:transition>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beçalho da Seção" type="secHead">
  <p:cSld name="SECTION_HEADER">
    <p:spTree>
      <p:nvGrpSpPr>
        <p:cNvPr id="31" name="Shape 31"/>
        <p:cNvGrpSpPr/>
        <p:nvPr/>
      </p:nvGrpSpPr>
      <p:grpSpPr>
        <a:xfrm>
          <a:off x="0" y="0"/>
          <a:ext cx="0" cy="0"/>
          <a:chOff x="0" y="0"/>
          <a:chExt cx="0" cy="0"/>
        </a:xfrm>
      </p:grpSpPr>
      <p:sp>
        <p:nvSpPr>
          <p:cNvPr id="32" name="Google Shape;32;p29"/>
          <p:cNvSpPr txBox="1"/>
          <p:nvPr>
            <p:ph type="title"/>
          </p:nvPr>
        </p:nvSpPr>
        <p:spPr>
          <a:xfrm>
            <a:off x="623888" y="1424782"/>
            <a:ext cx="7886700" cy="2377200"/>
          </a:xfrm>
          <a:prstGeom prst="rect">
            <a:avLst/>
          </a:prstGeom>
          <a:noFill/>
          <a:ln>
            <a:noFill/>
          </a:ln>
        </p:spPr>
        <p:txBody>
          <a:bodyPr anchorCtr="0" anchor="b" bIns="35550" lIns="71100" spcFirstLastPara="1" rIns="71100" wrap="square" tIns="35550">
            <a:normAutofit/>
          </a:bodyPr>
          <a:lstStyle>
            <a:lvl1pPr lvl="0" algn="l">
              <a:lnSpc>
                <a:spcPct val="90000"/>
              </a:lnSpc>
              <a:spcBef>
                <a:spcPts val="0"/>
              </a:spcBef>
              <a:spcAft>
                <a:spcPts val="0"/>
              </a:spcAft>
              <a:buClr>
                <a:schemeClr val="dk1"/>
              </a:buClr>
              <a:buSzPts val="4667"/>
              <a:buFont typeface="Play"/>
              <a:buNone/>
              <a:defRPr sz="4666"/>
            </a:lvl1pPr>
            <a:lvl2pPr lvl="1" algn="l">
              <a:lnSpc>
                <a:spcPct val="100000"/>
              </a:lnSpc>
              <a:spcBef>
                <a:spcPts val="0"/>
              </a:spcBef>
              <a:spcAft>
                <a:spcPts val="0"/>
              </a:spcAft>
              <a:buSzPts val="1089"/>
              <a:buNone/>
              <a:defRPr sz="1400"/>
            </a:lvl2pPr>
            <a:lvl3pPr lvl="2" algn="l">
              <a:lnSpc>
                <a:spcPct val="100000"/>
              </a:lnSpc>
              <a:spcBef>
                <a:spcPts val="0"/>
              </a:spcBef>
              <a:spcAft>
                <a:spcPts val="0"/>
              </a:spcAft>
              <a:buSzPts val="1089"/>
              <a:buNone/>
              <a:defRPr sz="1400"/>
            </a:lvl3pPr>
            <a:lvl4pPr lvl="3" algn="l">
              <a:lnSpc>
                <a:spcPct val="100000"/>
              </a:lnSpc>
              <a:spcBef>
                <a:spcPts val="0"/>
              </a:spcBef>
              <a:spcAft>
                <a:spcPts val="0"/>
              </a:spcAft>
              <a:buSzPts val="1089"/>
              <a:buNone/>
              <a:defRPr sz="1400"/>
            </a:lvl4pPr>
            <a:lvl5pPr lvl="4" algn="l">
              <a:lnSpc>
                <a:spcPct val="100000"/>
              </a:lnSpc>
              <a:spcBef>
                <a:spcPts val="0"/>
              </a:spcBef>
              <a:spcAft>
                <a:spcPts val="0"/>
              </a:spcAft>
              <a:buSzPts val="1089"/>
              <a:buNone/>
              <a:defRPr sz="1400"/>
            </a:lvl5pPr>
            <a:lvl6pPr lvl="5" algn="l">
              <a:lnSpc>
                <a:spcPct val="100000"/>
              </a:lnSpc>
              <a:spcBef>
                <a:spcPts val="0"/>
              </a:spcBef>
              <a:spcAft>
                <a:spcPts val="0"/>
              </a:spcAft>
              <a:buSzPts val="1089"/>
              <a:buNone/>
              <a:defRPr sz="1400"/>
            </a:lvl6pPr>
            <a:lvl7pPr lvl="6" algn="l">
              <a:lnSpc>
                <a:spcPct val="100000"/>
              </a:lnSpc>
              <a:spcBef>
                <a:spcPts val="0"/>
              </a:spcBef>
              <a:spcAft>
                <a:spcPts val="0"/>
              </a:spcAft>
              <a:buSzPts val="1089"/>
              <a:buNone/>
              <a:defRPr sz="1400"/>
            </a:lvl7pPr>
            <a:lvl8pPr lvl="7" algn="l">
              <a:lnSpc>
                <a:spcPct val="100000"/>
              </a:lnSpc>
              <a:spcBef>
                <a:spcPts val="0"/>
              </a:spcBef>
              <a:spcAft>
                <a:spcPts val="0"/>
              </a:spcAft>
              <a:buSzPts val="1089"/>
              <a:buNone/>
              <a:defRPr sz="1400"/>
            </a:lvl8pPr>
            <a:lvl9pPr lvl="8" algn="l">
              <a:lnSpc>
                <a:spcPct val="100000"/>
              </a:lnSpc>
              <a:spcBef>
                <a:spcPts val="0"/>
              </a:spcBef>
              <a:spcAft>
                <a:spcPts val="0"/>
              </a:spcAft>
              <a:buSzPts val="1089"/>
              <a:buNone/>
              <a:defRPr sz="1400"/>
            </a:lvl9pPr>
          </a:lstStyle>
          <a:p/>
        </p:txBody>
      </p:sp>
      <p:sp>
        <p:nvSpPr>
          <p:cNvPr id="33" name="Google Shape;33;p29"/>
          <p:cNvSpPr txBox="1"/>
          <p:nvPr>
            <p:ph idx="1" type="body"/>
          </p:nvPr>
        </p:nvSpPr>
        <p:spPr>
          <a:xfrm>
            <a:off x="623888" y="3824553"/>
            <a:ext cx="7886700" cy="1250100"/>
          </a:xfrm>
          <a:prstGeom prst="rect">
            <a:avLst/>
          </a:prstGeom>
          <a:noFill/>
          <a:ln>
            <a:noFill/>
          </a:ln>
        </p:spPr>
        <p:txBody>
          <a:bodyPr anchorCtr="0" anchor="t" bIns="35550" lIns="71100" spcFirstLastPara="1" rIns="71100" wrap="square" tIns="35550">
            <a:normAutofit/>
          </a:bodyPr>
          <a:lstStyle>
            <a:lvl1pPr indent="-228600" lvl="0" marL="457200" algn="l">
              <a:lnSpc>
                <a:spcPct val="90000"/>
              </a:lnSpc>
              <a:spcBef>
                <a:spcPts val="778"/>
              </a:spcBef>
              <a:spcAft>
                <a:spcPts val="0"/>
              </a:spcAft>
              <a:buClr>
                <a:srgbClr val="757575"/>
              </a:buClr>
              <a:buSzPts val="1867"/>
              <a:buNone/>
              <a:defRPr sz="1866">
                <a:solidFill>
                  <a:srgbClr val="757575"/>
                </a:solidFill>
              </a:defRPr>
            </a:lvl1pPr>
            <a:lvl2pPr indent="-228600" lvl="1" marL="914400" algn="l">
              <a:lnSpc>
                <a:spcPct val="90000"/>
              </a:lnSpc>
              <a:spcBef>
                <a:spcPts val="389"/>
              </a:spcBef>
              <a:spcAft>
                <a:spcPts val="0"/>
              </a:spcAft>
              <a:buClr>
                <a:srgbClr val="757575"/>
              </a:buClr>
              <a:buSzPts val="1556"/>
              <a:buNone/>
              <a:defRPr sz="1555">
                <a:solidFill>
                  <a:srgbClr val="757575"/>
                </a:solidFill>
              </a:defRPr>
            </a:lvl2pPr>
            <a:lvl3pPr indent="-228600" lvl="2" marL="1371600" algn="l">
              <a:lnSpc>
                <a:spcPct val="90000"/>
              </a:lnSpc>
              <a:spcBef>
                <a:spcPts val="389"/>
              </a:spcBef>
              <a:spcAft>
                <a:spcPts val="0"/>
              </a:spcAft>
              <a:buClr>
                <a:srgbClr val="757575"/>
              </a:buClr>
              <a:buSzPts val="1400"/>
              <a:buNone/>
              <a:defRPr sz="1400">
                <a:solidFill>
                  <a:srgbClr val="757575"/>
                </a:solidFill>
              </a:defRPr>
            </a:lvl3pPr>
            <a:lvl4pPr indent="-228600" lvl="3" marL="1828800" algn="l">
              <a:lnSpc>
                <a:spcPct val="90000"/>
              </a:lnSpc>
              <a:spcBef>
                <a:spcPts val="389"/>
              </a:spcBef>
              <a:spcAft>
                <a:spcPts val="0"/>
              </a:spcAft>
              <a:buClr>
                <a:srgbClr val="757575"/>
              </a:buClr>
              <a:buSzPts val="1244"/>
              <a:buNone/>
              <a:defRPr sz="1244">
                <a:solidFill>
                  <a:srgbClr val="757575"/>
                </a:solidFill>
              </a:defRPr>
            </a:lvl4pPr>
            <a:lvl5pPr indent="-228600" lvl="4" marL="2286000" algn="l">
              <a:lnSpc>
                <a:spcPct val="90000"/>
              </a:lnSpc>
              <a:spcBef>
                <a:spcPts val="389"/>
              </a:spcBef>
              <a:spcAft>
                <a:spcPts val="0"/>
              </a:spcAft>
              <a:buClr>
                <a:srgbClr val="757575"/>
              </a:buClr>
              <a:buSzPts val="1244"/>
              <a:buNone/>
              <a:defRPr sz="1244">
                <a:solidFill>
                  <a:srgbClr val="757575"/>
                </a:solidFill>
              </a:defRPr>
            </a:lvl5pPr>
            <a:lvl6pPr indent="-228600" lvl="5" marL="2743200" algn="l">
              <a:lnSpc>
                <a:spcPct val="90000"/>
              </a:lnSpc>
              <a:spcBef>
                <a:spcPts val="389"/>
              </a:spcBef>
              <a:spcAft>
                <a:spcPts val="0"/>
              </a:spcAft>
              <a:buClr>
                <a:srgbClr val="757575"/>
              </a:buClr>
              <a:buSzPts val="1244"/>
              <a:buNone/>
              <a:defRPr sz="1244">
                <a:solidFill>
                  <a:srgbClr val="757575"/>
                </a:solidFill>
              </a:defRPr>
            </a:lvl6pPr>
            <a:lvl7pPr indent="-228600" lvl="6" marL="3200400" algn="l">
              <a:lnSpc>
                <a:spcPct val="90000"/>
              </a:lnSpc>
              <a:spcBef>
                <a:spcPts val="389"/>
              </a:spcBef>
              <a:spcAft>
                <a:spcPts val="0"/>
              </a:spcAft>
              <a:buClr>
                <a:srgbClr val="757575"/>
              </a:buClr>
              <a:buSzPts val="1244"/>
              <a:buNone/>
              <a:defRPr sz="1244">
                <a:solidFill>
                  <a:srgbClr val="757575"/>
                </a:solidFill>
              </a:defRPr>
            </a:lvl7pPr>
            <a:lvl8pPr indent="-228600" lvl="7" marL="3657600" algn="l">
              <a:lnSpc>
                <a:spcPct val="90000"/>
              </a:lnSpc>
              <a:spcBef>
                <a:spcPts val="389"/>
              </a:spcBef>
              <a:spcAft>
                <a:spcPts val="0"/>
              </a:spcAft>
              <a:buClr>
                <a:srgbClr val="757575"/>
              </a:buClr>
              <a:buSzPts val="1244"/>
              <a:buNone/>
              <a:defRPr sz="1244">
                <a:solidFill>
                  <a:srgbClr val="757575"/>
                </a:solidFill>
              </a:defRPr>
            </a:lvl8pPr>
            <a:lvl9pPr indent="-228600" lvl="8" marL="4114800" algn="l">
              <a:lnSpc>
                <a:spcPct val="90000"/>
              </a:lnSpc>
              <a:spcBef>
                <a:spcPts val="389"/>
              </a:spcBef>
              <a:spcAft>
                <a:spcPts val="0"/>
              </a:spcAft>
              <a:buClr>
                <a:srgbClr val="757575"/>
              </a:buClr>
              <a:buSzPts val="1244"/>
              <a:buNone/>
              <a:defRPr sz="1244">
                <a:solidFill>
                  <a:srgbClr val="757575"/>
                </a:solidFill>
              </a:defRPr>
            </a:lvl9pPr>
          </a:lstStyle>
          <a:p/>
        </p:txBody>
      </p:sp>
      <p:sp>
        <p:nvSpPr>
          <p:cNvPr id="34" name="Google Shape;34;p29"/>
          <p:cNvSpPr txBox="1"/>
          <p:nvPr>
            <p:ph idx="10" type="dt"/>
          </p:nvPr>
        </p:nvSpPr>
        <p:spPr>
          <a:xfrm>
            <a:off x="628650" y="5296958"/>
            <a:ext cx="2057400" cy="304200"/>
          </a:xfrm>
          <a:prstGeom prst="rect">
            <a:avLst/>
          </a:prstGeom>
          <a:noFill/>
          <a:ln>
            <a:noFill/>
          </a:ln>
        </p:spPr>
        <p:txBody>
          <a:bodyPr anchorCtr="0" anchor="ctr" bIns="35550" lIns="71100" spcFirstLastPara="1" rIns="71100" wrap="square" tIns="35550">
            <a:noAutofit/>
          </a:bodyPr>
          <a:lstStyle>
            <a:lvl1pPr lvl="0" algn="l">
              <a:lnSpc>
                <a:spcPct val="100000"/>
              </a:lnSpc>
              <a:spcBef>
                <a:spcPts val="0"/>
              </a:spcBef>
              <a:spcAft>
                <a:spcPts val="0"/>
              </a:spcAft>
              <a:buSzPts val="1089"/>
              <a:buNone/>
              <a:defRPr sz="933"/>
            </a:lvl1pPr>
            <a:lvl2pPr lvl="1" algn="l">
              <a:lnSpc>
                <a:spcPct val="100000"/>
              </a:lnSpc>
              <a:spcBef>
                <a:spcPts val="0"/>
              </a:spcBef>
              <a:spcAft>
                <a:spcPts val="0"/>
              </a:spcAft>
              <a:buSzPts val="1089"/>
              <a:buNone/>
              <a:defRPr sz="1400"/>
            </a:lvl2pPr>
            <a:lvl3pPr lvl="2" algn="l">
              <a:lnSpc>
                <a:spcPct val="100000"/>
              </a:lnSpc>
              <a:spcBef>
                <a:spcPts val="0"/>
              </a:spcBef>
              <a:spcAft>
                <a:spcPts val="0"/>
              </a:spcAft>
              <a:buSzPts val="1089"/>
              <a:buNone/>
              <a:defRPr sz="1400"/>
            </a:lvl3pPr>
            <a:lvl4pPr lvl="3" algn="l">
              <a:lnSpc>
                <a:spcPct val="100000"/>
              </a:lnSpc>
              <a:spcBef>
                <a:spcPts val="0"/>
              </a:spcBef>
              <a:spcAft>
                <a:spcPts val="0"/>
              </a:spcAft>
              <a:buSzPts val="1089"/>
              <a:buNone/>
              <a:defRPr sz="1400"/>
            </a:lvl4pPr>
            <a:lvl5pPr lvl="4" algn="l">
              <a:lnSpc>
                <a:spcPct val="100000"/>
              </a:lnSpc>
              <a:spcBef>
                <a:spcPts val="0"/>
              </a:spcBef>
              <a:spcAft>
                <a:spcPts val="0"/>
              </a:spcAft>
              <a:buSzPts val="1089"/>
              <a:buNone/>
              <a:defRPr sz="1400"/>
            </a:lvl5pPr>
            <a:lvl6pPr lvl="5" algn="l">
              <a:lnSpc>
                <a:spcPct val="100000"/>
              </a:lnSpc>
              <a:spcBef>
                <a:spcPts val="0"/>
              </a:spcBef>
              <a:spcAft>
                <a:spcPts val="0"/>
              </a:spcAft>
              <a:buSzPts val="1089"/>
              <a:buNone/>
              <a:defRPr sz="1400"/>
            </a:lvl6pPr>
            <a:lvl7pPr lvl="6" algn="l">
              <a:lnSpc>
                <a:spcPct val="100000"/>
              </a:lnSpc>
              <a:spcBef>
                <a:spcPts val="0"/>
              </a:spcBef>
              <a:spcAft>
                <a:spcPts val="0"/>
              </a:spcAft>
              <a:buSzPts val="1089"/>
              <a:buNone/>
              <a:defRPr sz="1400"/>
            </a:lvl7pPr>
            <a:lvl8pPr lvl="7" algn="l">
              <a:lnSpc>
                <a:spcPct val="100000"/>
              </a:lnSpc>
              <a:spcBef>
                <a:spcPts val="0"/>
              </a:spcBef>
              <a:spcAft>
                <a:spcPts val="0"/>
              </a:spcAft>
              <a:buSzPts val="1089"/>
              <a:buNone/>
              <a:defRPr sz="1400"/>
            </a:lvl8pPr>
            <a:lvl9pPr lvl="8" algn="l">
              <a:lnSpc>
                <a:spcPct val="100000"/>
              </a:lnSpc>
              <a:spcBef>
                <a:spcPts val="0"/>
              </a:spcBef>
              <a:spcAft>
                <a:spcPts val="0"/>
              </a:spcAft>
              <a:buSzPts val="1089"/>
              <a:buNone/>
              <a:defRPr sz="1400"/>
            </a:lvl9pPr>
          </a:lstStyle>
          <a:p/>
        </p:txBody>
      </p:sp>
      <p:sp>
        <p:nvSpPr>
          <p:cNvPr id="35" name="Google Shape;35;p29"/>
          <p:cNvSpPr txBox="1"/>
          <p:nvPr>
            <p:ph idx="11" type="ftr"/>
          </p:nvPr>
        </p:nvSpPr>
        <p:spPr>
          <a:xfrm>
            <a:off x="3028950" y="5296958"/>
            <a:ext cx="3086100" cy="304200"/>
          </a:xfrm>
          <a:prstGeom prst="rect">
            <a:avLst/>
          </a:prstGeom>
          <a:noFill/>
          <a:ln>
            <a:noFill/>
          </a:ln>
        </p:spPr>
        <p:txBody>
          <a:bodyPr anchorCtr="0" anchor="ctr" bIns="35550" lIns="71100" spcFirstLastPara="1" rIns="71100" wrap="square" tIns="35550">
            <a:noAutofit/>
          </a:bodyPr>
          <a:lstStyle>
            <a:lvl1pPr lvl="0" algn="ctr">
              <a:lnSpc>
                <a:spcPct val="100000"/>
              </a:lnSpc>
              <a:spcBef>
                <a:spcPts val="0"/>
              </a:spcBef>
              <a:spcAft>
                <a:spcPts val="0"/>
              </a:spcAft>
              <a:buSzPts val="1089"/>
              <a:buNone/>
              <a:defRPr sz="933"/>
            </a:lvl1pPr>
            <a:lvl2pPr lvl="1" algn="l">
              <a:lnSpc>
                <a:spcPct val="100000"/>
              </a:lnSpc>
              <a:spcBef>
                <a:spcPts val="0"/>
              </a:spcBef>
              <a:spcAft>
                <a:spcPts val="0"/>
              </a:spcAft>
              <a:buSzPts val="1089"/>
              <a:buNone/>
              <a:defRPr sz="1400"/>
            </a:lvl2pPr>
            <a:lvl3pPr lvl="2" algn="l">
              <a:lnSpc>
                <a:spcPct val="100000"/>
              </a:lnSpc>
              <a:spcBef>
                <a:spcPts val="0"/>
              </a:spcBef>
              <a:spcAft>
                <a:spcPts val="0"/>
              </a:spcAft>
              <a:buSzPts val="1089"/>
              <a:buNone/>
              <a:defRPr sz="1400"/>
            </a:lvl3pPr>
            <a:lvl4pPr lvl="3" algn="l">
              <a:lnSpc>
                <a:spcPct val="100000"/>
              </a:lnSpc>
              <a:spcBef>
                <a:spcPts val="0"/>
              </a:spcBef>
              <a:spcAft>
                <a:spcPts val="0"/>
              </a:spcAft>
              <a:buSzPts val="1089"/>
              <a:buNone/>
              <a:defRPr sz="1400"/>
            </a:lvl4pPr>
            <a:lvl5pPr lvl="4" algn="l">
              <a:lnSpc>
                <a:spcPct val="100000"/>
              </a:lnSpc>
              <a:spcBef>
                <a:spcPts val="0"/>
              </a:spcBef>
              <a:spcAft>
                <a:spcPts val="0"/>
              </a:spcAft>
              <a:buSzPts val="1089"/>
              <a:buNone/>
              <a:defRPr sz="1400"/>
            </a:lvl5pPr>
            <a:lvl6pPr lvl="5" algn="l">
              <a:lnSpc>
                <a:spcPct val="100000"/>
              </a:lnSpc>
              <a:spcBef>
                <a:spcPts val="0"/>
              </a:spcBef>
              <a:spcAft>
                <a:spcPts val="0"/>
              </a:spcAft>
              <a:buSzPts val="1089"/>
              <a:buNone/>
              <a:defRPr sz="1400"/>
            </a:lvl6pPr>
            <a:lvl7pPr lvl="6" algn="l">
              <a:lnSpc>
                <a:spcPct val="100000"/>
              </a:lnSpc>
              <a:spcBef>
                <a:spcPts val="0"/>
              </a:spcBef>
              <a:spcAft>
                <a:spcPts val="0"/>
              </a:spcAft>
              <a:buSzPts val="1089"/>
              <a:buNone/>
              <a:defRPr sz="1400"/>
            </a:lvl7pPr>
            <a:lvl8pPr lvl="7" algn="l">
              <a:lnSpc>
                <a:spcPct val="100000"/>
              </a:lnSpc>
              <a:spcBef>
                <a:spcPts val="0"/>
              </a:spcBef>
              <a:spcAft>
                <a:spcPts val="0"/>
              </a:spcAft>
              <a:buSzPts val="1089"/>
              <a:buNone/>
              <a:defRPr sz="1400"/>
            </a:lvl8pPr>
            <a:lvl9pPr lvl="8" algn="l">
              <a:lnSpc>
                <a:spcPct val="100000"/>
              </a:lnSpc>
              <a:spcBef>
                <a:spcPts val="0"/>
              </a:spcBef>
              <a:spcAft>
                <a:spcPts val="0"/>
              </a:spcAft>
              <a:buSzPts val="1089"/>
              <a:buNone/>
              <a:defRPr sz="1400"/>
            </a:lvl9pPr>
          </a:lstStyle>
          <a:p/>
        </p:txBody>
      </p:sp>
      <p:sp>
        <p:nvSpPr>
          <p:cNvPr id="36" name="Google Shape;36;p29"/>
          <p:cNvSpPr txBox="1"/>
          <p:nvPr>
            <p:ph idx="12" type="sldNum"/>
          </p:nvPr>
        </p:nvSpPr>
        <p:spPr>
          <a:xfrm>
            <a:off x="6457950" y="5296958"/>
            <a:ext cx="2057400" cy="304200"/>
          </a:xfrm>
          <a:prstGeom prst="rect">
            <a:avLst/>
          </a:prstGeom>
          <a:noFill/>
          <a:ln>
            <a:noFill/>
          </a:ln>
        </p:spPr>
        <p:txBody>
          <a:bodyPr anchorCtr="0" anchor="ctr" bIns="35550" lIns="71100" spcFirstLastPara="1" rIns="71100" wrap="square" tIns="35550">
            <a:noAutofit/>
          </a:bodyPr>
          <a:lstStyle>
            <a:lvl1pPr indent="0" lvl="0" marL="0" marR="0" algn="r">
              <a:lnSpc>
                <a:spcPct val="100000"/>
              </a:lnSpc>
              <a:spcBef>
                <a:spcPts val="0"/>
              </a:spcBef>
              <a:spcAft>
                <a:spcPts val="0"/>
              </a:spcAft>
              <a:buClr>
                <a:srgbClr val="000000"/>
              </a:buClr>
              <a:buSzPts val="933"/>
              <a:buFont typeface="Arial"/>
              <a:buNone/>
              <a:defRPr b="0" i="0" sz="933"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933"/>
              <a:buFont typeface="Arial"/>
              <a:buNone/>
              <a:defRPr b="0" i="0" sz="933"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933"/>
              <a:buFont typeface="Arial"/>
              <a:buNone/>
              <a:defRPr b="0" i="0" sz="933"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933"/>
              <a:buFont typeface="Arial"/>
              <a:buNone/>
              <a:defRPr b="0" i="0" sz="933"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933"/>
              <a:buFont typeface="Arial"/>
              <a:buNone/>
              <a:defRPr b="0" i="0" sz="933"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933"/>
              <a:buFont typeface="Arial"/>
              <a:buNone/>
              <a:defRPr b="0" i="0" sz="933"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933"/>
              <a:buFont typeface="Arial"/>
              <a:buNone/>
              <a:defRPr b="0" i="0" sz="933"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933"/>
              <a:buFont typeface="Arial"/>
              <a:buNone/>
              <a:defRPr b="0" i="0" sz="933"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933"/>
              <a:buFont typeface="Arial"/>
              <a:buNone/>
              <a:defRPr b="0" i="0" sz="933"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transition spd="slow">
    <p:push/>
  </p:transition>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uas Partes de Conteúdo" type="twoObj">
  <p:cSld name="TWO_OBJECTS">
    <p:spTree>
      <p:nvGrpSpPr>
        <p:cNvPr id="37" name="Shape 37"/>
        <p:cNvGrpSpPr/>
        <p:nvPr/>
      </p:nvGrpSpPr>
      <p:grpSpPr>
        <a:xfrm>
          <a:off x="0" y="0"/>
          <a:ext cx="0" cy="0"/>
          <a:chOff x="0" y="0"/>
          <a:chExt cx="0" cy="0"/>
        </a:xfrm>
      </p:grpSpPr>
      <p:sp>
        <p:nvSpPr>
          <p:cNvPr id="38" name="Google Shape;38;p30"/>
          <p:cNvSpPr txBox="1"/>
          <p:nvPr>
            <p:ph type="title"/>
          </p:nvPr>
        </p:nvSpPr>
        <p:spPr>
          <a:xfrm>
            <a:off x="628650" y="304271"/>
            <a:ext cx="7886700" cy="1104600"/>
          </a:xfrm>
          <a:prstGeom prst="rect">
            <a:avLst/>
          </a:prstGeom>
          <a:noFill/>
          <a:ln>
            <a:noFill/>
          </a:ln>
        </p:spPr>
        <p:txBody>
          <a:bodyPr anchorCtr="0" anchor="ctr" bIns="35550" lIns="71100" spcFirstLastPara="1" rIns="71100" wrap="square" tIns="35550">
            <a:normAutofit/>
          </a:bodyPr>
          <a:lstStyle>
            <a:lvl1pPr lvl="0" algn="l">
              <a:lnSpc>
                <a:spcPct val="90000"/>
              </a:lnSpc>
              <a:spcBef>
                <a:spcPts val="0"/>
              </a:spcBef>
              <a:spcAft>
                <a:spcPts val="0"/>
              </a:spcAft>
              <a:buClr>
                <a:schemeClr val="dk1"/>
              </a:buClr>
              <a:buSzPts val="1400"/>
              <a:buNone/>
              <a:defRPr sz="3422"/>
            </a:lvl1pPr>
            <a:lvl2pPr lvl="1" algn="l">
              <a:lnSpc>
                <a:spcPct val="100000"/>
              </a:lnSpc>
              <a:spcBef>
                <a:spcPts val="0"/>
              </a:spcBef>
              <a:spcAft>
                <a:spcPts val="0"/>
              </a:spcAft>
              <a:buSzPts val="1089"/>
              <a:buNone/>
              <a:defRPr sz="1400"/>
            </a:lvl2pPr>
            <a:lvl3pPr lvl="2" algn="l">
              <a:lnSpc>
                <a:spcPct val="100000"/>
              </a:lnSpc>
              <a:spcBef>
                <a:spcPts val="0"/>
              </a:spcBef>
              <a:spcAft>
                <a:spcPts val="0"/>
              </a:spcAft>
              <a:buSzPts val="1089"/>
              <a:buNone/>
              <a:defRPr sz="1400"/>
            </a:lvl3pPr>
            <a:lvl4pPr lvl="3" algn="l">
              <a:lnSpc>
                <a:spcPct val="100000"/>
              </a:lnSpc>
              <a:spcBef>
                <a:spcPts val="0"/>
              </a:spcBef>
              <a:spcAft>
                <a:spcPts val="0"/>
              </a:spcAft>
              <a:buSzPts val="1089"/>
              <a:buNone/>
              <a:defRPr sz="1400"/>
            </a:lvl4pPr>
            <a:lvl5pPr lvl="4" algn="l">
              <a:lnSpc>
                <a:spcPct val="100000"/>
              </a:lnSpc>
              <a:spcBef>
                <a:spcPts val="0"/>
              </a:spcBef>
              <a:spcAft>
                <a:spcPts val="0"/>
              </a:spcAft>
              <a:buSzPts val="1089"/>
              <a:buNone/>
              <a:defRPr sz="1400"/>
            </a:lvl5pPr>
            <a:lvl6pPr lvl="5" algn="l">
              <a:lnSpc>
                <a:spcPct val="100000"/>
              </a:lnSpc>
              <a:spcBef>
                <a:spcPts val="0"/>
              </a:spcBef>
              <a:spcAft>
                <a:spcPts val="0"/>
              </a:spcAft>
              <a:buSzPts val="1089"/>
              <a:buNone/>
              <a:defRPr sz="1400"/>
            </a:lvl6pPr>
            <a:lvl7pPr lvl="6" algn="l">
              <a:lnSpc>
                <a:spcPct val="100000"/>
              </a:lnSpc>
              <a:spcBef>
                <a:spcPts val="0"/>
              </a:spcBef>
              <a:spcAft>
                <a:spcPts val="0"/>
              </a:spcAft>
              <a:buSzPts val="1089"/>
              <a:buNone/>
              <a:defRPr sz="1400"/>
            </a:lvl7pPr>
            <a:lvl8pPr lvl="7" algn="l">
              <a:lnSpc>
                <a:spcPct val="100000"/>
              </a:lnSpc>
              <a:spcBef>
                <a:spcPts val="0"/>
              </a:spcBef>
              <a:spcAft>
                <a:spcPts val="0"/>
              </a:spcAft>
              <a:buSzPts val="1089"/>
              <a:buNone/>
              <a:defRPr sz="1400"/>
            </a:lvl8pPr>
            <a:lvl9pPr lvl="8" algn="l">
              <a:lnSpc>
                <a:spcPct val="100000"/>
              </a:lnSpc>
              <a:spcBef>
                <a:spcPts val="0"/>
              </a:spcBef>
              <a:spcAft>
                <a:spcPts val="0"/>
              </a:spcAft>
              <a:buSzPts val="1089"/>
              <a:buNone/>
              <a:defRPr sz="1400"/>
            </a:lvl9pPr>
          </a:lstStyle>
          <a:p/>
        </p:txBody>
      </p:sp>
      <p:sp>
        <p:nvSpPr>
          <p:cNvPr id="39" name="Google Shape;39;p30"/>
          <p:cNvSpPr txBox="1"/>
          <p:nvPr>
            <p:ph idx="1" type="body"/>
          </p:nvPr>
        </p:nvSpPr>
        <p:spPr>
          <a:xfrm>
            <a:off x="628650" y="1521354"/>
            <a:ext cx="3886200" cy="3626100"/>
          </a:xfrm>
          <a:prstGeom prst="rect">
            <a:avLst/>
          </a:prstGeom>
          <a:noFill/>
          <a:ln>
            <a:noFill/>
          </a:ln>
        </p:spPr>
        <p:txBody>
          <a:bodyPr anchorCtr="0" anchor="t" bIns="35550" lIns="71100" spcFirstLastPara="1" rIns="71100" wrap="square" tIns="35550">
            <a:normAutofit/>
          </a:bodyPr>
          <a:lstStyle>
            <a:lvl1pPr indent="-317500" lvl="0" marL="457200" algn="l">
              <a:lnSpc>
                <a:spcPct val="90000"/>
              </a:lnSpc>
              <a:spcBef>
                <a:spcPts val="778"/>
              </a:spcBef>
              <a:spcAft>
                <a:spcPts val="0"/>
              </a:spcAft>
              <a:buClr>
                <a:schemeClr val="dk1"/>
              </a:buClr>
              <a:buSzPts val="1400"/>
              <a:buChar char="•"/>
              <a:defRPr sz="2177"/>
            </a:lvl1pPr>
            <a:lvl2pPr indent="-317500" lvl="1" marL="914400" algn="l">
              <a:lnSpc>
                <a:spcPct val="90000"/>
              </a:lnSpc>
              <a:spcBef>
                <a:spcPts val="389"/>
              </a:spcBef>
              <a:spcAft>
                <a:spcPts val="0"/>
              </a:spcAft>
              <a:buClr>
                <a:schemeClr val="dk1"/>
              </a:buClr>
              <a:buSzPts val="1400"/>
              <a:buChar char="•"/>
              <a:defRPr sz="1866"/>
            </a:lvl2pPr>
            <a:lvl3pPr indent="-317500" lvl="2" marL="1371600" algn="l">
              <a:lnSpc>
                <a:spcPct val="90000"/>
              </a:lnSpc>
              <a:spcBef>
                <a:spcPts val="389"/>
              </a:spcBef>
              <a:spcAft>
                <a:spcPts val="0"/>
              </a:spcAft>
              <a:buClr>
                <a:schemeClr val="dk1"/>
              </a:buClr>
              <a:buSzPts val="1400"/>
              <a:buChar char="•"/>
              <a:defRPr sz="1555"/>
            </a:lvl3pPr>
            <a:lvl4pPr indent="-317500" lvl="3" marL="1828800" algn="l">
              <a:lnSpc>
                <a:spcPct val="90000"/>
              </a:lnSpc>
              <a:spcBef>
                <a:spcPts val="389"/>
              </a:spcBef>
              <a:spcAft>
                <a:spcPts val="0"/>
              </a:spcAft>
              <a:buClr>
                <a:schemeClr val="dk1"/>
              </a:buClr>
              <a:buSzPts val="1400"/>
              <a:buChar char="•"/>
              <a:defRPr sz="1400"/>
            </a:lvl4pPr>
            <a:lvl5pPr indent="-317500" lvl="4" marL="2286000" algn="l">
              <a:lnSpc>
                <a:spcPct val="90000"/>
              </a:lnSpc>
              <a:spcBef>
                <a:spcPts val="389"/>
              </a:spcBef>
              <a:spcAft>
                <a:spcPts val="0"/>
              </a:spcAft>
              <a:buClr>
                <a:schemeClr val="dk1"/>
              </a:buClr>
              <a:buSzPts val="1400"/>
              <a:buChar char="•"/>
              <a:defRPr sz="1400"/>
            </a:lvl5pPr>
            <a:lvl6pPr indent="-317500" lvl="5" marL="2743200" algn="l">
              <a:lnSpc>
                <a:spcPct val="90000"/>
              </a:lnSpc>
              <a:spcBef>
                <a:spcPts val="389"/>
              </a:spcBef>
              <a:spcAft>
                <a:spcPts val="0"/>
              </a:spcAft>
              <a:buClr>
                <a:schemeClr val="dk1"/>
              </a:buClr>
              <a:buSzPts val="1400"/>
              <a:buChar char="•"/>
              <a:defRPr sz="1400"/>
            </a:lvl6pPr>
            <a:lvl7pPr indent="-317500" lvl="6" marL="3200400" algn="l">
              <a:lnSpc>
                <a:spcPct val="90000"/>
              </a:lnSpc>
              <a:spcBef>
                <a:spcPts val="389"/>
              </a:spcBef>
              <a:spcAft>
                <a:spcPts val="0"/>
              </a:spcAft>
              <a:buClr>
                <a:schemeClr val="dk1"/>
              </a:buClr>
              <a:buSzPts val="1400"/>
              <a:buChar char="•"/>
              <a:defRPr sz="1400"/>
            </a:lvl7pPr>
            <a:lvl8pPr indent="-317500" lvl="7" marL="3657600" algn="l">
              <a:lnSpc>
                <a:spcPct val="90000"/>
              </a:lnSpc>
              <a:spcBef>
                <a:spcPts val="389"/>
              </a:spcBef>
              <a:spcAft>
                <a:spcPts val="0"/>
              </a:spcAft>
              <a:buClr>
                <a:schemeClr val="dk1"/>
              </a:buClr>
              <a:buSzPts val="1400"/>
              <a:buChar char="•"/>
              <a:defRPr sz="1400"/>
            </a:lvl8pPr>
            <a:lvl9pPr indent="-317500" lvl="8" marL="4114800" algn="l">
              <a:lnSpc>
                <a:spcPct val="90000"/>
              </a:lnSpc>
              <a:spcBef>
                <a:spcPts val="389"/>
              </a:spcBef>
              <a:spcAft>
                <a:spcPts val="0"/>
              </a:spcAft>
              <a:buClr>
                <a:schemeClr val="dk1"/>
              </a:buClr>
              <a:buSzPts val="1400"/>
              <a:buChar char="•"/>
              <a:defRPr sz="1400"/>
            </a:lvl9pPr>
          </a:lstStyle>
          <a:p/>
        </p:txBody>
      </p:sp>
      <p:sp>
        <p:nvSpPr>
          <p:cNvPr id="40" name="Google Shape;40;p30"/>
          <p:cNvSpPr txBox="1"/>
          <p:nvPr>
            <p:ph idx="2" type="body"/>
          </p:nvPr>
        </p:nvSpPr>
        <p:spPr>
          <a:xfrm>
            <a:off x="4629150" y="1521354"/>
            <a:ext cx="3886200" cy="3626100"/>
          </a:xfrm>
          <a:prstGeom prst="rect">
            <a:avLst/>
          </a:prstGeom>
          <a:noFill/>
          <a:ln>
            <a:noFill/>
          </a:ln>
        </p:spPr>
        <p:txBody>
          <a:bodyPr anchorCtr="0" anchor="t" bIns="35550" lIns="71100" spcFirstLastPara="1" rIns="71100" wrap="square" tIns="35550">
            <a:normAutofit/>
          </a:bodyPr>
          <a:lstStyle>
            <a:lvl1pPr indent="-317500" lvl="0" marL="457200" algn="l">
              <a:lnSpc>
                <a:spcPct val="90000"/>
              </a:lnSpc>
              <a:spcBef>
                <a:spcPts val="778"/>
              </a:spcBef>
              <a:spcAft>
                <a:spcPts val="0"/>
              </a:spcAft>
              <a:buClr>
                <a:schemeClr val="dk1"/>
              </a:buClr>
              <a:buSzPts val="1400"/>
              <a:buChar char="•"/>
              <a:defRPr sz="2177"/>
            </a:lvl1pPr>
            <a:lvl2pPr indent="-317500" lvl="1" marL="914400" algn="l">
              <a:lnSpc>
                <a:spcPct val="90000"/>
              </a:lnSpc>
              <a:spcBef>
                <a:spcPts val="389"/>
              </a:spcBef>
              <a:spcAft>
                <a:spcPts val="0"/>
              </a:spcAft>
              <a:buClr>
                <a:schemeClr val="dk1"/>
              </a:buClr>
              <a:buSzPts val="1400"/>
              <a:buChar char="•"/>
              <a:defRPr sz="1866"/>
            </a:lvl2pPr>
            <a:lvl3pPr indent="-317500" lvl="2" marL="1371600" algn="l">
              <a:lnSpc>
                <a:spcPct val="90000"/>
              </a:lnSpc>
              <a:spcBef>
                <a:spcPts val="389"/>
              </a:spcBef>
              <a:spcAft>
                <a:spcPts val="0"/>
              </a:spcAft>
              <a:buClr>
                <a:schemeClr val="dk1"/>
              </a:buClr>
              <a:buSzPts val="1400"/>
              <a:buChar char="•"/>
              <a:defRPr sz="1555"/>
            </a:lvl3pPr>
            <a:lvl4pPr indent="-317500" lvl="3" marL="1828800" algn="l">
              <a:lnSpc>
                <a:spcPct val="90000"/>
              </a:lnSpc>
              <a:spcBef>
                <a:spcPts val="389"/>
              </a:spcBef>
              <a:spcAft>
                <a:spcPts val="0"/>
              </a:spcAft>
              <a:buClr>
                <a:schemeClr val="dk1"/>
              </a:buClr>
              <a:buSzPts val="1400"/>
              <a:buChar char="•"/>
              <a:defRPr sz="1400"/>
            </a:lvl4pPr>
            <a:lvl5pPr indent="-317500" lvl="4" marL="2286000" algn="l">
              <a:lnSpc>
                <a:spcPct val="90000"/>
              </a:lnSpc>
              <a:spcBef>
                <a:spcPts val="389"/>
              </a:spcBef>
              <a:spcAft>
                <a:spcPts val="0"/>
              </a:spcAft>
              <a:buClr>
                <a:schemeClr val="dk1"/>
              </a:buClr>
              <a:buSzPts val="1400"/>
              <a:buChar char="•"/>
              <a:defRPr sz="1400"/>
            </a:lvl5pPr>
            <a:lvl6pPr indent="-317500" lvl="5" marL="2743200" algn="l">
              <a:lnSpc>
                <a:spcPct val="90000"/>
              </a:lnSpc>
              <a:spcBef>
                <a:spcPts val="389"/>
              </a:spcBef>
              <a:spcAft>
                <a:spcPts val="0"/>
              </a:spcAft>
              <a:buClr>
                <a:schemeClr val="dk1"/>
              </a:buClr>
              <a:buSzPts val="1400"/>
              <a:buChar char="•"/>
              <a:defRPr sz="1400"/>
            </a:lvl6pPr>
            <a:lvl7pPr indent="-317500" lvl="6" marL="3200400" algn="l">
              <a:lnSpc>
                <a:spcPct val="90000"/>
              </a:lnSpc>
              <a:spcBef>
                <a:spcPts val="389"/>
              </a:spcBef>
              <a:spcAft>
                <a:spcPts val="0"/>
              </a:spcAft>
              <a:buClr>
                <a:schemeClr val="dk1"/>
              </a:buClr>
              <a:buSzPts val="1400"/>
              <a:buChar char="•"/>
              <a:defRPr sz="1400"/>
            </a:lvl7pPr>
            <a:lvl8pPr indent="-317500" lvl="7" marL="3657600" algn="l">
              <a:lnSpc>
                <a:spcPct val="90000"/>
              </a:lnSpc>
              <a:spcBef>
                <a:spcPts val="389"/>
              </a:spcBef>
              <a:spcAft>
                <a:spcPts val="0"/>
              </a:spcAft>
              <a:buClr>
                <a:schemeClr val="dk1"/>
              </a:buClr>
              <a:buSzPts val="1400"/>
              <a:buChar char="•"/>
              <a:defRPr sz="1400"/>
            </a:lvl8pPr>
            <a:lvl9pPr indent="-317500" lvl="8" marL="4114800" algn="l">
              <a:lnSpc>
                <a:spcPct val="90000"/>
              </a:lnSpc>
              <a:spcBef>
                <a:spcPts val="389"/>
              </a:spcBef>
              <a:spcAft>
                <a:spcPts val="0"/>
              </a:spcAft>
              <a:buClr>
                <a:schemeClr val="dk1"/>
              </a:buClr>
              <a:buSzPts val="1400"/>
              <a:buChar char="•"/>
              <a:defRPr sz="1400"/>
            </a:lvl9pPr>
          </a:lstStyle>
          <a:p/>
        </p:txBody>
      </p:sp>
      <p:sp>
        <p:nvSpPr>
          <p:cNvPr id="41" name="Google Shape;41;p30"/>
          <p:cNvSpPr txBox="1"/>
          <p:nvPr>
            <p:ph idx="10" type="dt"/>
          </p:nvPr>
        </p:nvSpPr>
        <p:spPr>
          <a:xfrm>
            <a:off x="628650" y="5296958"/>
            <a:ext cx="2057400" cy="304200"/>
          </a:xfrm>
          <a:prstGeom prst="rect">
            <a:avLst/>
          </a:prstGeom>
          <a:noFill/>
          <a:ln>
            <a:noFill/>
          </a:ln>
        </p:spPr>
        <p:txBody>
          <a:bodyPr anchorCtr="0" anchor="ctr" bIns="35550" lIns="71100" spcFirstLastPara="1" rIns="71100" wrap="square" tIns="35550">
            <a:noAutofit/>
          </a:bodyPr>
          <a:lstStyle>
            <a:lvl1pPr lvl="0" algn="l">
              <a:lnSpc>
                <a:spcPct val="100000"/>
              </a:lnSpc>
              <a:spcBef>
                <a:spcPts val="0"/>
              </a:spcBef>
              <a:spcAft>
                <a:spcPts val="0"/>
              </a:spcAft>
              <a:buSzPts val="1089"/>
              <a:buNone/>
              <a:defRPr sz="933"/>
            </a:lvl1pPr>
            <a:lvl2pPr lvl="1" algn="l">
              <a:lnSpc>
                <a:spcPct val="100000"/>
              </a:lnSpc>
              <a:spcBef>
                <a:spcPts val="0"/>
              </a:spcBef>
              <a:spcAft>
                <a:spcPts val="0"/>
              </a:spcAft>
              <a:buSzPts val="1089"/>
              <a:buNone/>
              <a:defRPr sz="1400"/>
            </a:lvl2pPr>
            <a:lvl3pPr lvl="2" algn="l">
              <a:lnSpc>
                <a:spcPct val="100000"/>
              </a:lnSpc>
              <a:spcBef>
                <a:spcPts val="0"/>
              </a:spcBef>
              <a:spcAft>
                <a:spcPts val="0"/>
              </a:spcAft>
              <a:buSzPts val="1089"/>
              <a:buNone/>
              <a:defRPr sz="1400"/>
            </a:lvl3pPr>
            <a:lvl4pPr lvl="3" algn="l">
              <a:lnSpc>
                <a:spcPct val="100000"/>
              </a:lnSpc>
              <a:spcBef>
                <a:spcPts val="0"/>
              </a:spcBef>
              <a:spcAft>
                <a:spcPts val="0"/>
              </a:spcAft>
              <a:buSzPts val="1089"/>
              <a:buNone/>
              <a:defRPr sz="1400"/>
            </a:lvl4pPr>
            <a:lvl5pPr lvl="4" algn="l">
              <a:lnSpc>
                <a:spcPct val="100000"/>
              </a:lnSpc>
              <a:spcBef>
                <a:spcPts val="0"/>
              </a:spcBef>
              <a:spcAft>
                <a:spcPts val="0"/>
              </a:spcAft>
              <a:buSzPts val="1089"/>
              <a:buNone/>
              <a:defRPr sz="1400"/>
            </a:lvl5pPr>
            <a:lvl6pPr lvl="5" algn="l">
              <a:lnSpc>
                <a:spcPct val="100000"/>
              </a:lnSpc>
              <a:spcBef>
                <a:spcPts val="0"/>
              </a:spcBef>
              <a:spcAft>
                <a:spcPts val="0"/>
              </a:spcAft>
              <a:buSzPts val="1089"/>
              <a:buNone/>
              <a:defRPr sz="1400"/>
            </a:lvl6pPr>
            <a:lvl7pPr lvl="6" algn="l">
              <a:lnSpc>
                <a:spcPct val="100000"/>
              </a:lnSpc>
              <a:spcBef>
                <a:spcPts val="0"/>
              </a:spcBef>
              <a:spcAft>
                <a:spcPts val="0"/>
              </a:spcAft>
              <a:buSzPts val="1089"/>
              <a:buNone/>
              <a:defRPr sz="1400"/>
            </a:lvl7pPr>
            <a:lvl8pPr lvl="7" algn="l">
              <a:lnSpc>
                <a:spcPct val="100000"/>
              </a:lnSpc>
              <a:spcBef>
                <a:spcPts val="0"/>
              </a:spcBef>
              <a:spcAft>
                <a:spcPts val="0"/>
              </a:spcAft>
              <a:buSzPts val="1089"/>
              <a:buNone/>
              <a:defRPr sz="1400"/>
            </a:lvl8pPr>
            <a:lvl9pPr lvl="8" algn="l">
              <a:lnSpc>
                <a:spcPct val="100000"/>
              </a:lnSpc>
              <a:spcBef>
                <a:spcPts val="0"/>
              </a:spcBef>
              <a:spcAft>
                <a:spcPts val="0"/>
              </a:spcAft>
              <a:buSzPts val="1089"/>
              <a:buNone/>
              <a:defRPr sz="1400"/>
            </a:lvl9pPr>
          </a:lstStyle>
          <a:p/>
        </p:txBody>
      </p:sp>
      <p:sp>
        <p:nvSpPr>
          <p:cNvPr id="42" name="Google Shape;42;p30"/>
          <p:cNvSpPr txBox="1"/>
          <p:nvPr>
            <p:ph idx="11" type="ftr"/>
          </p:nvPr>
        </p:nvSpPr>
        <p:spPr>
          <a:xfrm>
            <a:off x="3028950" y="5296958"/>
            <a:ext cx="3086100" cy="304200"/>
          </a:xfrm>
          <a:prstGeom prst="rect">
            <a:avLst/>
          </a:prstGeom>
          <a:noFill/>
          <a:ln>
            <a:noFill/>
          </a:ln>
        </p:spPr>
        <p:txBody>
          <a:bodyPr anchorCtr="0" anchor="ctr" bIns="35550" lIns="71100" spcFirstLastPara="1" rIns="71100" wrap="square" tIns="35550">
            <a:noAutofit/>
          </a:bodyPr>
          <a:lstStyle>
            <a:lvl1pPr lvl="0" algn="ctr">
              <a:lnSpc>
                <a:spcPct val="100000"/>
              </a:lnSpc>
              <a:spcBef>
                <a:spcPts val="0"/>
              </a:spcBef>
              <a:spcAft>
                <a:spcPts val="0"/>
              </a:spcAft>
              <a:buSzPts val="1089"/>
              <a:buNone/>
              <a:defRPr sz="933"/>
            </a:lvl1pPr>
            <a:lvl2pPr lvl="1" algn="l">
              <a:lnSpc>
                <a:spcPct val="100000"/>
              </a:lnSpc>
              <a:spcBef>
                <a:spcPts val="0"/>
              </a:spcBef>
              <a:spcAft>
                <a:spcPts val="0"/>
              </a:spcAft>
              <a:buSzPts val="1089"/>
              <a:buNone/>
              <a:defRPr sz="1400"/>
            </a:lvl2pPr>
            <a:lvl3pPr lvl="2" algn="l">
              <a:lnSpc>
                <a:spcPct val="100000"/>
              </a:lnSpc>
              <a:spcBef>
                <a:spcPts val="0"/>
              </a:spcBef>
              <a:spcAft>
                <a:spcPts val="0"/>
              </a:spcAft>
              <a:buSzPts val="1089"/>
              <a:buNone/>
              <a:defRPr sz="1400"/>
            </a:lvl3pPr>
            <a:lvl4pPr lvl="3" algn="l">
              <a:lnSpc>
                <a:spcPct val="100000"/>
              </a:lnSpc>
              <a:spcBef>
                <a:spcPts val="0"/>
              </a:spcBef>
              <a:spcAft>
                <a:spcPts val="0"/>
              </a:spcAft>
              <a:buSzPts val="1089"/>
              <a:buNone/>
              <a:defRPr sz="1400"/>
            </a:lvl4pPr>
            <a:lvl5pPr lvl="4" algn="l">
              <a:lnSpc>
                <a:spcPct val="100000"/>
              </a:lnSpc>
              <a:spcBef>
                <a:spcPts val="0"/>
              </a:spcBef>
              <a:spcAft>
                <a:spcPts val="0"/>
              </a:spcAft>
              <a:buSzPts val="1089"/>
              <a:buNone/>
              <a:defRPr sz="1400"/>
            </a:lvl5pPr>
            <a:lvl6pPr lvl="5" algn="l">
              <a:lnSpc>
                <a:spcPct val="100000"/>
              </a:lnSpc>
              <a:spcBef>
                <a:spcPts val="0"/>
              </a:spcBef>
              <a:spcAft>
                <a:spcPts val="0"/>
              </a:spcAft>
              <a:buSzPts val="1089"/>
              <a:buNone/>
              <a:defRPr sz="1400"/>
            </a:lvl6pPr>
            <a:lvl7pPr lvl="6" algn="l">
              <a:lnSpc>
                <a:spcPct val="100000"/>
              </a:lnSpc>
              <a:spcBef>
                <a:spcPts val="0"/>
              </a:spcBef>
              <a:spcAft>
                <a:spcPts val="0"/>
              </a:spcAft>
              <a:buSzPts val="1089"/>
              <a:buNone/>
              <a:defRPr sz="1400"/>
            </a:lvl7pPr>
            <a:lvl8pPr lvl="7" algn="l">
              <a:lnSpc>
                <a:spcPct val="100000"/>
              </a:lnSpc>
              <a:spcBef>
                <a:spcPts val="0"/>
              </a:spcBef>
              <a:spcAft>
                <a:spcPts val="0"/>
              </a:spcAft>
              <a:buSzPts val="1089"/>
              <a:buNone/>
              <a:defRPr sz="1400"/>
            </a:lvl8pPr>
            <a:lvl9pPr lvl="8" algn="l">
              <a:lnSpc>
                <a:spcPct val="100000"/>
              </a:lnSpc>
              <a:spcBef>
                <a:spcPts val="0"/>
              </a:spcBef>
              <a:spcAft>
                <a:spcPts val="0"/>
              </a:spcAft>
              <a:buSzPts val="1089"/>
              <a:buNone/>
              <a:defRPr sz="1400"/>
            </a:lvl9pPr>
          </a:lstStyle>
          <a:p/>
        </p:txBody>
      </p:sp>
      <p:sp>
        <p:nvSpPr>
          <p:cNvPr id="43" name="Google Shape;43;p30"/>
          <p:cNvSpPr txBox="1"/>
          <p:nvPr>
            <p:ph idx="12" type="sldNum"/>
          </p:nvPr>
        </p:nvSpPr>
        <p:spPr>
          <a:xfrm>
            <a:off x="6457950" y="5296958"/>
            <a:ext cx="2057400" cy="304200"/>
          </a:xfrm>
          <a:prstGeom prst="rect">
            <a:avLst/>
          </a:prstGeom>
          <a:noFill/>
          <a:ln>
            <a:noFill/>
          </a:ln>
        </p:spPr>
        <p:txBody>
          <a:bodyPr anchorCtr="0" anchor="ctr" bIns="35550" lIns="71100" spcFirstLastPara="1" rIns="71100" wrap="square" tIns="35550">
            <a:noAutofit/>
          </a:bodyPr>
          <a:lstStyle>
            <a:lvl1pPr indent="0" lvl="0" marL="0" marR="0" algn="r">
              <a:lnSpc>
                <a:spcPct val="100000"/>
              </a:lnSpc>
              <a:spcBef>
                <a:spcPts val="0"/>
              </a:spcBef>
              <a:spcAft>
                <a:spcPts val="0"/>
              </a:spcAft>
              <a:buClr>
                <a:srgbClr val="000000"/>
              </a:buClr>
              <a:buSzPts val="933"/>
              <a:buFont typeface="Arial"/>
              <a:buNone/>
              <a:defRPr b="0" i="0" sz="933"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933"/>
              <a:buFont typeface="Arial"/>
              <a:buNone/>
              <a:defRPr b="0" i="0" sz="933"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933"/>
              <a:buFont typeface="Arial"/>
              <a:buNone/>
              <a:defRPr b="0" i="0" sz="933"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933"/>
              <a:buFont typeface="Arial"/>
              <a:buNone/>
              <a:defRPr b="0" i="0" sz="933"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933"/>
              <a:buFont typeface="Arial"/>
              <a:buNone/>
              <a:defRPr b="0" i="0" sz="933"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933"/>
              <a:buFont typeface="Arial"/>
              <a:buNone/>
              <a:defRPr b="0" i="0" sz="933"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933"/>
              <a:buFont typeface="Arial"/>
              <a:buNone/>
              <a:defRPr b="0" i="0" sz="933"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933"/>
              <a:buFont typeface="Arial"/>
              <a:buNone/>
              <a:defRPr b="0" i="0" sz="933"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933"/>
              <a:buFont typeface="Arial"/>
              <a:buNone/>
              <a:defRPr b="0" i="0" sz="933"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transition spd="slow">
    <p:push/>
  </p:transition>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ação" type="twoTxTwoObj">
  <p:cSld name="TWO_OBJECTS_WITH_TEXT">
    <p:spTree>
      <p:nvGrpSpPr>
        <p:cNvPr id="44" name="Shape 44"/>
        <p:cNvGrpSpPr/>
        <p:nvPr/>
      </p:nvGrpSpPr>
      <p:grpSpPr>
        <a:xfrm>
          <a:off x="0" y="0"/>
          <a:ext cx="0" cy="0"/>
          <a:chOff x="0" y="0"/>
          <a:chExt cx="0" cy="0"/>
        </a:xfrm>
      </p:grpSpPr>
      <p:sp>
        <p:nvSpPr>
          <p:cNvPr id="45" name="Google Shape;45;p31"/>
          <p:cNvSpPr txBox="1"/>
          <p:nvPr>
            <p:ph type="title"/>
          </p:nvPr>
        </p:nvSpPr>
        <p:spPr>
          <a:xfrm>
            <a:off x="629841" y="304271"/>
            <a:ext cx="7886700" cy="1104600"/>
          </a:xfrm>
          <a:prstGeom prst="rect">
            <a:avLst/>
          </a:prstGeom>
          <a:noFill/>
          <a:ln>
            <a:noFill/>
          </a:ln>
        </p:spPr>
        <p:txBody>
          <a:bodyPr anchorCtr="0" anchor="ctr" bIns="35550" lIns="71100" spcFirstLastPara="1" rIns="71100" wrap="square" tIns="35550">
            <a:normAutofit/>
          </a:bodyPr>
          <a:lstStyle>
            <a:lvl1pPr lvl="0" algn="l">
              <a:lnSpc>
                <a:spcPct val="90000"/>
              </a:lnSpc>
              <a:spcBef>
                <a:spcPts val="0"/>
              </a:spcBef>
              <a:spcAft>
                <a:spcPts val="0"/>
              </a:spcAft>
              <a:buClr>
                <a:schemeClr val="dk1"/>
              </a:buClr>
              <a:buSzPts val="1400"/>
              <a:buNone/>
              <a:defRPr sz="3422"/>
            </a:lvl1pPr>
            <a:lvl2pPr lvl="1" algn="l">
              <a:lnSpc>
                <a:spcPct val="100000"/>
              </a:lnSpc>
              <a:spcBef>
                <a:spcPts val="0"/>
              </a:spcBef>
              <a:spcAft>
                <a:spcPts val="0"/>
              </a:spcAft>
              <a:buSzPts val="1089"/>
              <a:buNone/>
              <a:defRPr sz="1400"/>
            </a:lvl2pPr>
            <a:lvl3pPr lvl="2" algn="l">
              <a:lnSpc>
                <a:spcPct val="100000"/>
              </a:lnSpc>
              <a:spcBef>
                <a:spcPts val="0"/>
              </a:spcBef>
              <a:spcAft>
                <a:spcPts val="0"/>
              </a:spcAft>
              <a:buSzPts val="1089"/>
              <a:buNone/>
              <a:defRPr sz="1400"/>
            </a:lvl3pPr>
            <a:lvl4pPr lvl="3" algn="l">
              <a:lnSpc>
                <a:spcPct val="100000"/>
              </a:lnSpc>
              <a:spcBef>
                <a:spcPts val="0"/>
              </a:spcBef>
              <a:spcAft>
                <a:spcPts val="0"/>
              </a:spcAft>
              <a:buSzPts val="1089"/>
              <a:buNone/>
              <a:defRPr sz="1400"/>
            </a:lvl4pPr>
            <a:lvl5pPr lvl="4" algn="l">
              <a:lnSpc>
                <a:spcPct val="100000"/>
              </a:lnSpc>
              <a:spcBef>
                <a:spcPts val="0"/>
              </a:spcBef>
              <a:spcAft>
                <a:spcPts val="0"/>
              </a:spcAft>
              <a:buSzPts val="1089"/>
              <a:buNone/>
              <a:defRPr sz="1400"/>
            </a:lvl5pPr>
            <a:lvl6pPr lvl="5" algn="l">
              <a:lnSpc>
                <a:spcPct val="100000"/>
              </a:lnSpc>
              <a:spcBef>
                <a:spcPts val="0"/>
              </a:spcBef>
              <a:spcAft>
                <a:spcPts val="0"/>
              </a:spcAft>
              <a:buSzPts val="1089"/>
              <a:buNone/>
              <a:defRPr sz="1400"/>
            </a:lvl6pPr>
            <a:lvl7pPr lvl="6" algn="l">
              <a:lnSpc>
                <a:spcPct val="100000"/>
              </a:lnSpc>
              <a:spcBef>
                <a:spcPts val="0"/>
              </a:spcBef>
              <a:spcAft>
                <a:spcPts val="0"/>
              </a:spcAft>
              <a:buSzPts val="1089"/>
              <a:buNone/>
              <a:defRPr sz="1400"/>
            </a:lvl7pPr>
            <a:lvl8pPr lvl="7" algn="l">
              <a:lnSpc>
                <a:spcPct val="100000"/>
              </a:lnSpc>
              <a:spcBef>
                <a:spcPts val="0"/>
              </a:spcBef>
              <a:spcAft>
                <a:spcPts val="0"/>
              </a:spcAft>
              <a:buSzPts val="1089"/>
              <a:buNone/>
              <a:defRPr sz="1400"/>
            </a:lvl8pPr>
            <a:lvl9pPr lvl="8" algn="l">
              <a:lnSpc>
                <a:spcPct val="100000"/>
              </a:lnSpc>
              <a:spcBef>
                <a:spcPts val="0"/>
              </a:spcBef>
              <a:spcAft>
                <a:spcPts val="0"/>
              </a:spcAft>
              <a:buSzPts val="1089"/>
              <a:buNone/>
              <a:defRPr sz="1400"/>
            </a:lvl9pPr>
          </a:lstStyle>
          <a:p/>
        </p:txBody>
      </p:sp>
      <p:sp>
        <p:nvSpPr>
          <p:cNvPr id="46" name="Google Shape;46;p31"/>
          <p:cNvSpPr txBox="1"/>
          <p:nvPr>
            <p:ph idx="1" type="body"/>
          </p:nvPr>
        </p:nvSpPr>
        <p:spPr>
          <a:xfrm>
            <a:off x="629841" y="1400969"/>
            <a:ext cx="3868200" cy="686700"/>
          </a:xfrm>
          <a:prstGeom prst="rect">
            <a:avLst/>
          </a:prstGeom>
          <a:noFill/>
          <a:ln>
            <a:noFill/>
          </a:ln>
        </p:spPr>
        <p:txBody>
          <a:bodyPr anchorCtr="0" anchor="b" bIns="35550" lIns="71100" spcFirstLastPara="1" rIns="71100" wrap="square" tIns="35550">
            <a:normAutofit/>
          </a:bodyPr>
          <a:lstStyle>
            <a:lvl1pPr indent="-228600" lvl="0" marL="457200" algn="l">
              <a:lnSpc>
                <a:spcPct val="90000"/>
              </a:lnSpc>
              <a:spcBef>
                <a:spcPts val="778"/>
              </a:spcBef>
              <a:spcAft>
                <a:spcPts val="0"/>
              </a:spcAft>
              <a:buClr>
                <a:schemeClr val="dk1"/>
              </a:buClr>
              <a:buSzPts val="1867"/>
              <a:buNone/>
              <a:defRPr b="1" sz="1866"/>
            </a:lvl1pPr>
            <a:lvl2pPr indent="-228600" lvl="1" marL="914400" algn="l">
              <a:lnSpc>
                <a:spcPct val="90000"/>
              </a:lnSpc>
              <a:spcBef>
                <a:spcPts val="389"/>
              </a:spcBef>
              <a:spcAft>
                <a:spcPts val="0"/>
              </a:spcAft>
              <a:buClr>
                <a:schemeClr val="dk1"/>
              </a:buClr>
              <a:buSzPts val="1556"/>
              <a:buNone/>
              <a:defRPr b="1" sz="1555"/>
            </a:lvl2pPr>
            <a:lvl3pPr indent="-228600" lvl="2" marL="1371600" algn="l">
              <a:lnSpc>
                <a:spcPct val="90000"/>
              </a:lnSpc>
              <a:spcBef>
                <a:spcPts val="389"/>
              </a:spcBef>
              <a:spcAft>
                <a:spcPts val="0"/>
              </a:spcAft>
              <a:buClr>
                <a:schemeClr val="dk1"/>
              </a:buClr>
              <a:buSzPts val="1400"/>
              <a:buNone/>
              <a:defRPr b="1" sz="1400"/>
            </a:lvl3pPr>
            <a:lvl4pPr indent="-228600" lvl="3" marL="1828800" algn="l">
              <a:lnSpc>
                <a:spcPct val="90000"/>
              </a:lnSpc>
              <a:spcBef>
                <a:spcPts val="389"/>
              </a:spcBef>
              <a:spcAft>
                <a:spcPts val="0"/>
              </a:spcAft>
              <a:buClr>
                <a:schemeClr val="dk1"/>
              </a:buClr>
              <a:buSzPts val="1244"/>
              <a:buNone/>
              <a:defRPr b="1" sz="1244"/>
            </a:lvl4pPr>
            <a:lvl5pPr indent="-228600" lvl="4" marL="2286000" algn="l">
              <a:lnSpc>
                <a:spcPct val="90000"/>
              </a:lnSpc>
              <a:spcBef>
                <a:spcPts val="389"/>
              </a:spcBef>
              <a:spcAft>
                <a:spcPts val="0"/>
              </a:spcAft>
              <a:buClr>
                <a:schemeClr val="dk1"/>
              </a:buClr>
              <a:buSzPts val="1244"/>
              <a:buNone/>
              <a:defRPr b="1" sz="1244"/>
            </a:lvl5pPr>
            <a:lvl6pPr indent="-228600" lvl="5" marL="2743200" algn="l">
              <a:lnSpc>
                <a:spcPct val="90000"/>
              </a:lnSpc>
              <a:spcBef>
                <a:spcPts val="389"/>
              </a:spcBef>
              <a:spcAft>
                <a:spcPts val="0"/>
              </a:spcAft>
              <a:buClr>
                <a:schemeClr val="dk1"/>
              </a:buClr>
              <a:buSzPts val="1244"/>
              <a:buNone/>
              <a:defRPr b="1" sz="1244"/>
            </a:lvl6pPr>
            <a:lvl7pPr indent="-228600" lvl="6" marL="3200400" algn="l">
              <a:lnSpc>
                <a:spcPct val="90000"/>
              </a:lnSpc>
              <a:spcBef>
                <a:spcPts val="389"/>
              </a:spcBef>
              <a:spcAft>
                <a:spcPts val="0"/>
              </a:spcAft>
              <a:buClr>
                <a:schemeClr val="dk1"/>
              </a:buClr>
              <a:buSzPts val="1244"/>
              <a:buNone/>
              <a:defRPr b="1" sz="1244"/>
            </a:lvl7pPr>
            <a:lvl8pPr indent="-228600" lvl="7" marL="3657600" algn="l">
              <a:lnSpc>
                <a:spcPct val="90000"/>
              </a:lnSpc>
              <a:spcBef>
                <a:spcPts val="389"/>
              </a:spcBef>
              <a:spcAft>
                <a:spcPts val="0"/>
              </a:spcAft>
              <a:buClr>
                <a:schemeClr val="dk1"/>
              </a:buClr>
              <a:buSzPts val="1244"/>
              <a:buNone/>
              <a:defRPr b="1" sz="1244"/>
            </a:lvl8pPr>
            <a:lvl9pPr indent="-228600" lvl="8" marL="4114800" algn="l">
              <a:lnSpc>
                <a:spcPct val="90000"/>
              </a:lnSpc>
              <a:spcBef>
                <a:spcPts val="389"/>
              </a:spcBef>
              <a:spcAft>
                <a:spcPts val="0"/>
              </a:spcAft>
              <a:buClr>
                <a:schemeClr val="dk1"/>
              </a:buClr>
              <a:buSzPts val="1244"/>
              <a:buNone/>
              <a:defRPr b="1" sz="1244"/>
            </a:lvl9pPr>
          </a:lstStyle>
          <a:p/>
        </p:txBody>
      </p:sp>
      <p:sp>
        <p:nvSpPr>
          <p:cNvPr id="47" name="Google Shape;47;p31"/>
          <p:cNvSpPr txBox="1"/>
          <p:nvPr>
            <p:ph idx="2" type="body"/>
          </p:nvPr>
        </p:nvSpPr>
        <p:spPr>
          <a:xfrm>
            <a:off x="629841" y="2087563"/>
            <a:ext cx="3868200" cy="3070500"/>
          </a:xfrm>
          <a:prstGeom prst="rect">
            <a:avLst/>
          </a:prstGeom>
          <a:noFill/>
          <a:ln>
            <a:noFill/>
          </a:ln>
        </p:spPr>
        <p:txBody>
          <a:bodyPr anchorCtr="0" anchor="t" bIns="35550" lIns="71100" spcFirstLastPara="1" rIns="71100" wrap="square" tIns="35550">
            <a:normAutofit/>
          </a:bodyPr>
          <a:lstStyle>
            <a:lvl1pPr indent="-317500" lvl="0" marL="457200" algn="l">
              <a:lnSpc>
                <a:spcPct val="90000"/>
              </a:lnSpc>
              <a:spcBef>
                <a:spcPts val="778"/>
              </a:spcBef>
              <a:spcAft>
                <a:spcPts val="0"/>
              </a:spcAft>
              <a:buClr>
                <a:schemeClr val="dk1"/>
              </a:buClr>
              <a:buSzPts val="1400"/>
              <a:buChar char="•"/>
              <a:defRPr sz="2177"/>
            </a:lvl1pPr>
            <a:lvl2pPr indent="-317500" lvl="1" marL="914400" algn="l">
              <a:lnSpc>
                <a:spcPct val="90000"/>
              </a:lnSpc>
              <a:spcBef>
                <a:spcPts val="389"/>
              </a:spcBef>
              <a:spcAft>
                <a:spcPts val="0"/>
              </a:spcAft>
              <a:buClr>
                <a:schemeClr val="dk1"/>
              </a:buClr>
              <a:buSzPts val="1400"/>
              <a:buChar char="•"/>
              <a:defRPr sz="1866"/>
            </a:lvl2pPr>
            <a:lvl3pPr indent="-317500" lvl="2" marL="1371600" algn="l">
              <a:lnSpc>
                <a:spcPct val="90000"/>
              </a:lnSpc>
              <a:spcBef>
                <a:spcPts val="389"/>
              </a:spcBef>
              <a:spcAft>
                <a:spcPts val="0"/>
              </a:spcAft>
              <a:buClr>
                <a:schemeClr val="dk1"/>
              </a:buClr>
              <a:buSzPts val="1400"/>
              <a:buChar char="•"/>
              <a:defRPr sz="1555"/>
            </a:lvl3pPr>
            <a:lvl4pPr indent="-317500" lvl="3" marL="1828800" algn="l">
              <a:lnSpc>
                <a:spcPct val="90000"/>
              </a:lnSpc>
              <a:spcBef>
                <a:spcPts val="389"/>
              </a:spcBef>
              <a:spcAft>
                <a:spcPts val="0"/>
              </a:spcAft>
              <a:buClr>
                <a:schemeClr val="dk1"/>
              </a:buClr>
              <a:buSzPts val="1400"/>
              <a:buChar char="•"/>
              <a:defRPr sz="1400"/>
            </a:lvl4pPr>
            <a:lvl5pPr indent="-317500" lvl="4" marL="2286000" algn="l">
              <a:lnSpc>
                <a:spcPct val="90000"/>
              </a:lnSpc>
              <a:spcBef>
                <a:spcPts val="389"/>
              </a:spcBef>
              <a:spcAft>
                <a:spcPts val="0"/>
              </a:spcAft>
              <a:buClr>
                <a:schemeClr val="dk1"/>
              </a:buClr>
              <a:buSzPts val="1400"/>
              <a:buChar char="•"/>
              <a:defRPr sz="1400"/>
            </a:lvl5pPr>
            <a:lvl6pPr indent="-317500" lvl="5" marL="2743200" algn="l">
              <a:lnSpc>
                <a:spcPct val="90000"/>
              </a:lnSpc>
              <a:spcBef>
                <a:spcPts val="389"/>
              </a:spcBef>
              <a:spcAft>
                <a:spcPts val="0"/>
              </a:spcAft>
              <a:buClr>
                <a:schemeClr val="dk1"/>
              </a:buClr>
              <a:buSzPts val="1400"/>
              <a:buChar char="•"/>
              <a:defRPr sz="1400"/>
            </a:lvl6pPr>
            <a:lvl7pPr indent="-317500" lvl="6" marL="3200400" algn="l">
              <a:lnSpc>
                <a:spcPct val="90000"/>
              </a:lnSpc>
              <a:spcBef>
                <a:spcPts val="389"/>
              </a:spcBef>
              <a:spcAft>
                <a:spcPts val="0"/>
              </a:spcAft>
              <a:buClr>
                <a:schemeClr val="dk1"/>
              </a:buClr>
              <a:buSzPts val="1400"/>
              <a:buChar char="•"/>
              <a:defRPr sz="1400"/>
            </a:lvl7pPr>
            <a:lvl8pPr indent="-317500" lvl="7" marL="3657600" algn="l">
              <a:lnSpc>
                <a:spcPct val="90000"/>
              </a:lnSpc>
              <a:spcBef>
                <a:spcPts val="389"/>
              </a:spcBef>
              <a:spcAft>
                <a:spcPts val="0"/>
              </a:spcAft>
              <a:buClr>
                <a:schemeClr val="dk1"/>
              </a:buClr>
              <a:buSzPts val="1400"/>
              <a:buChar char="•"/>
              <a:defRPr sz="1400"/>
            </a:lvl8pPr>
            <a:lvl9pPr indent="-317500" lvl="8" marL="4114800" algn="l">
              <a:lnSpc>
                <a:spcPct val="90000"/>
              </a:lnSpc>
              <a:spcBef>
                <a:spcPts val="389"/>
              </a:spcBef>
              <a:spcAft>
                <a:spcPts val="0"/>
              </a:spcAft>
              <a:buClr>
                <a:schemeClr val="dk1"/>
              </a:buClr>
              <a:buSzPts val="1400"/>
              <a:buChar char="•"/>
              <a:defRPr sz="1400"/>
            </a:lvl9pPr>
          </a:lstStyle>
          <a:p/>
        </p:txBody>
      </p:sp>
      <p:sp>
        <p:nvSpPr>
          <p:cNvPr id="48" name="Google Shape;48;p31"/>
          <p:cNvSpPr txBox="1"/>
          <p:nvPr>
            <p:ph idx="3" type="body"/>
          </p:nvPr>
        </p:nvSpPr>
        <p:spPr>
          <a:xfrm>
            <a:off x="4629150" y="1400969"/>
            <a:ext cx="3887400" cy="686700"/>
          </a:xfrm>
          <a:prstGeom prst="rect">
            <a:avLst/>
          </a:prstGeom>
          <a:noFill/>
          <a:ln>
            <a:noFill/>
          </a:ln>
        </p:spPr>
        <p:txBody>
          <a:bodyPr anchorCtr="0" anchor="b" bIns="35550" lIns="71100" spcFirstLastPara="1" rIns="71100" wrap="square" tIns="35550">
            <a:normAutofit/>
          </a:bodyPr>
          <a:lstStyle>
            <a:lvl1pPr indent="-228600" lvl="0" marL="457200" algn="l">
              <a:lnSpc>
                <a:spcPct val="90000"/>
              </a:lnSpc>
              <a:spcBef>
                <a:spcPts val="778"/>
              </a:spcBef>
              <a:spcAft>
                <a:spcPts val="0"/>
              </a:spcAft>
              <a:buClr>
                <a:schemeClr val="dk1"/>
              </a:buClr>
              <a:buSzPts val="1867"/>
              <a:buNone/>
              <a:defRPr b="1" sz="1866"/>
            </a:lvl1pPr>
            <a:lvl2pPr indent="-228600" lvl="1" marL="914400" algn="l">
              <a:lnSpc>
                <a:spcPct val="90000"/>
              </a:lnSpc>
              <a:spcBef>
                <a:spcPts val="389"/>
              </a:spcBef>
              <a:spcAft>
                <a:spcPts val="0"/>
              </a:spcAft>
              <a:buClr>
                <a:schemeClr val="dk1"/>
              </a:buClr>
              <a:buSzPts val="1556"/>
              <a:buNone/>
              <a:defRPr b="1" sz="1555"/>
            </a:lvl2pPr>
            <a:lvl3pPr indent="-228600" lvl="2" marL="1371600" algn="l">
              <a:lnSpc>
                <a:spcPct val="90000"/>
              </a:lnSpc>
              <a:spcBef>
                <a:spcPts val="389"/>
              </a:spcBef>
              <a:spcAft>
                <a:spcPts val="0"/>
              </a:spcAft>
              <a:buClr>
                <a:schemeClr val="dk1"/>
              </a:buClr>
              <a:buSzPts val="1400"/>
              <a:buNone/>
              <a:defRPr b="1" sz="1400"/>
            </a:lvl3pPr>
            <a:lvl4pPr indent="-228600" lvl="3" marL="1828800" algn="l">
              <a:lnSpc>
                <a:spcPct val="90000"/>
              </a:lnSpc>
              <a:spcBef>
                <a:spcPts val="389"/>
              </a:spcBef>
              <a:spcAft>
                <a:spcPts val="0"/>
              </a:spcAft>
              <a:buClr>
                <a:schemeClr val="dk1"/>
              </a:buClr>
              <a:buSzPts val="1244"/>
              <a:buNone/>
              <a:defRPr b="1" sz="1244"/>
            </a:lvl4pPr>
            <a:lvl5pPr indent="-228600" lvl="4" marL="2286000" algn="l">
              <a:lnSpc>
                <a:spcPct val="90000"/>
              </a:lnSpc>
              <a:spcBef>
                <a:spcPts val="389"/>
              </a:spcBef>
              <a:spcAft>
                <a:spcPts val="0"/>
              </a:spcAft>
              <a:buClr>
                <a:schemeClr val="dk1"/>
              </a:buClr>
              <a:buSzPts val="1244"/>
              <a:buNone/>
              <a:defRPr b="1" sz="1244"/>
            </a:lvl5pPr>
            <a:lvl6pPr indent="-228600" lvl="5" marL="2743200" algn="l">
              <a:lnSpc>
                <a:spcPct val="90000"/>
              </a:lnSpc>
              <a:spcBef>
                <a:spcPts val="389"/>
              </a:spcBef>
              <a:spcAft>
                <a:spcPts val="0"/>
              </a:spcAft>
              <a:buClr>
                <a:schemeClr val="dk1"/>
              </a:buClr>
              <a:buSzPts val="1244"/>
              <a:buNone/>
              <a:defRPr b="1" sz="1244"/>
            </a:lvl6pPr>
            <a:lvl7pPr indent="-228600" lvl="6" marL="3200400" algn="l">
              <a:lnSpc>
                <a:spcPct val="90000"/>
              </a:lnSpc>
              <a:spcBef>
                <a:spcPts val="389"/>
              </a:spcBef>
              <a:spcAft>
                <a:spcPts val="0"/>
              </a:spcAft>
              <a:buClr>
                <a:schemeClr val="dk1"/>
              </a:buClr>
              <a:buSzPts val="1244"/>
              <a:buNone/>
              <a:defRPr b="1" sz="1244"/>
            </a:lvl7pPr>
            <a:lvl8pPr indent="-228600" lvl="7" marL="3657600" algn="l">
              <a:lnSpc>
                <a:spcPct val="90000"/>
              </a:lnSpc>
              <a:spcBef>
                <a:spcPts val="389"/>
              </a:spcBef>
              <a:spcAft>
                <a:spcPts val="0"/>
              </a:spcAft>
              <a:buClr>
                <a:schemeClr val="dk1"/>
              </a:buClr>
              <a:buSzPts val="1244"/>
              <a:buNone/>
              <a:defRPr b="1" sz="1244"/>
            </a:lvl8pPr>
            <a:lvl9pPr indent="-228600" lvl="8" marL="4114800" algn="l">
              <a:lnSpc>
                <a:spcPct val="90000"/>
              </a:lnSpc>
              <a:spcBef>
                <a:spcPts val="389"/>
              </a:spcBef>
              <a:spcAft>
                <a:spcPts val="0"/>
              </a:spcAft>
              <a:buClr>
                <a:schemeClr val="dk1"/>
              </a:buClr>
              <a:buSzPts val="1244"/>
              <a:buNone/>
              <a:defRPr b="1" sz="1244"/>
            </a:lvl9pPr>
          </a:lstStyle>
          <a:p/>
        </p:txBody>
      </p:sp>
      <p:sp>
        <p:nvSpPr>
          <p:cNvPr id="49" name="Google Shape;49;p31"/>
          <p:cNvSpPr txBox="1"/>
          <p:nvPr>
            <p:ph idx="4" type="body"/>
          </p:nvPr>
        </p:nvSpPr>
        <p:spPr>
          <a:xfrm>
            <a:off x="4629150" y="2087563"/>
            <a:ext cx="3887400" cy="3070500"/>
          </a:xfrm>
          <a:prstGeom prst="rect">
            <a:avLst/>
          </a:prstGeom>
          <a:noFill/>
          <a:ln>
            <a:noFill/>
          </a:ln>
        </p:spPr>
        <p:txBody>
          <a:bodyPr anchorCtr="0" anchor="t" bIns="35550" lIns="71100" spcFirstLastPara="1" rIns="71100" wrap="square" tIns="35550">
            <a:normAutofit/>
          </a:bodyPr>
          <a:lstStyle>
            <a:lvl1pPr indent="-317500" lvl="0" marL="457200" algn="l">
              <a:lnSpc>
                <a:spcPct val="90000"/>
              </a:lnSpc>
              <a:spcBef>
                <a:spcPts val="778"/>
              </a:spcBef>
              <a:spcAft>
                <a:spcPts val="0"/>
              </a:spcAft>
              <a:buClr>
                <a:schemeClr val="dk1"/>
              </a:buClr>
              <a:buSzPts val="1400"/>
              <a:buChar char="•"/>
              <a:defRPr sz="2177"/>
            </a:lvl1pPr>
            <a:lvl2pPr indent="-317500" lvl="1" marL="914400" algn="l">
              <a:lnSpc>
                <a:spcPct val="90000"/>
              </a:lnSpc>
              <a:spcBef>
                <a:spcPts val="389"/>
              </a:spcBef>
              <a:spcAft>
                <a:spcPts val="0"/>
              </a:spcAft>
              <a:buClr>
                <a:schemeClr val="dk1"/>
              </a:buClr>
              <a:buSzPts val="1400"/>
              <a:buChar char="•"/>
              <a:defRPr sz="1866"/>
            </a:lvl2pPr>
            <a:lvl3pPr indent="-317500" lvl="2" marL="1371600" algn="l">
              <a:lnSpc>
                <a:spcPct val="90000"/>
              </a:lnSpc>
              <a:spcBef>
                <a:spcPts val="389"/>
              </a:spcBef>
              <a:spcAft>
                <a:spcPts val="0"/>
              </a:spcAft>
              <a:buClr>
                <a:schemeClr val="dk1"/>
              </a:buClr>
              <a:buSzPts val="1400"/>
              <a:buChar char="•"/>
              <a:defRPr sz="1555"/>
            </a:lvl3pPr>
            <a:lvl4pPr indent="-317500" lvl="3" marL="1828800" algn="l">
              <a:lnSpc>
                <a:spcPct val="90000"/>
              </a:lnSpc>
              <a:spcBef>
                <a:spcPts val="389"/>
              </a:spcBef>
              <a:spcAft>
                <a:spcPts val="0"/>
              </a:spcAft>
              <a:buClr>
                <a:schemeClr val="dk1"/>
              </a:buClr>
              <a:buSzPts val="1400"/>
              <a:buChar char="•"/>
              <a:defRPr sz="1400"/>
            </a:lvl4pPr>
            <a:lvl5pPr indent="-317500" lvl="4" marL="2286000" algn="l">
              <a:lnSpc>
                <a:spcPct val="90000"/>
              </a:lnSpc>
              <a:spcBef>
                <a:spcPts val="389"/>
              </a:spcBef>
              <a:spcAft>
                <a:spcPts val="0"/>
              </a:spcAft>
              <a:buClr>
                <a:schemeClr val="dk1"/>
              </a:buClr>
              <a:buSzPts val="1400"/>
              <a:buChar char="•"/>
              <a:defRPr sz="1400"/>
            </a:lvl5pPr>
            <a:lvl6pPr indent="-317500" lvl="5" marL="2743200" algn="l">
              <a:lnSpc>
                <a:spcPct val="90000"/>
              </a:lnSpc>
              <a:spcBef>
                <a:spcPts val="389"/>
              </a:spcBef>
              <a:spcAft>
                <a:spcPts val="0"/>
              </a:spcAft>
              <a:buClr>
                <a:schemeClr val="dk1"/>
              </a:buClr>
              <a:buSzPts val="1400"/>
              <a:buChar char="•"/>
              <a:defRPr sz="1400"/>
            </a:lvl6pPr>
            <a:lvl7pPr indent="-317500" lvl="6" marL="3200400" algn="l">
              <a:lnSpc>
                <a:spcPct val="90000"/>
              </a:lnSpc>
              <a:spcBef>
                <a:spcPts val="389"/>
              </a:spcBef>
              <a:spcAft>
                <a:spcPts val="0"/>
              </a:spcAft>
              <a:buClr>
                <a:schemeClr val="dk1"/>
              </a:buClr>
              <a:buSzPts val="1400"/>
              <a:buChar char="•"/>
              <a:defRPr sz="1400"/>
            </a:lvl7pPr>
            <a:lvl8pPr indent="-317500" lvl="7" marL="3657600" algn="l">
              <a:lnSpc>
                <a:spcPct val="90000"/>
              </a:lnSpc>
              <a:spcBef>
                <a:spcPts val="389"/>
              </a:spcBef>
              <a:spcAft>
                <a:spcPts val="0"/>
              </a:spcAft>
              <a:buClr>
                <a:schemeClr val="dk1"/>
              </a:buClr>
              <a:buSzPts val="1400"/>
              <a:buChar char="•"/>
              <a:defRPr sz="1400"/>
            </a:lvl8pPr>
            <a:lvl9pPr indent="-317500" lvl="8" marL="4114800" algn="l">
              <a:lnSpc>
                <a:spcPct val="90000"/>
              </a:lnSpc>
              <a:spcBef>
                <a:spcPts val="389"/>
              </a:spcBef>
              <a:spcAft>
                <a:spcPts val="0"/>
              </a:spcAft>
              <a:buClr>
                <a:schemeClr val="dk1"/>
              </a:buClr>
              <a:buSzPts val="1400"/>
              <a:buChar char="•"/>
              <a:defRPr sz="1400"/>
            </a:lvl9pPr>
          </a:lstStyle>
          <a:p/>
        </p:txBody>
      </p:sp>
      <p:sp>
        <p:nvSpPr>
          <p:cNvPr id="50" name="Google Shape;50;p31"/>
          <p:cNvSpPr txBox="1"/>
          <p:nvPr>
            <p:ph idx="10" type="dt"/>
          </p:nvPr>
        </p:nvSpPr>
        <p:spPr>
          <a:xfrm>
            <a:off x="628650" y="5296958"/>
            <a:ext cx="2057400" cy="304200"/>
          </a:xfrm>
          <a:prstGeom prst="rect">
            <a:avLst/>
          </a:prstGeom>
          <a:noFill/>
          <a:ln>
            <a:noFill/>
          </a:ln>
        </p:spPr>
        <p:txBody>
          <a:bodyPr anchorCtr="0" anchor="ctr" bIns="35550" lIns="71100" spcFirstLastPara="1" rIns="71100" wrap="square" tIns="35550">
            <a:noAutofit/>
          </a:bodyPr>
          <a:lstStyle>
            <a:lvl1pPr lvl="0" algn="l">
              <a:lnSpc>
                <a:spcPct val="100000"/>
              </a:lnSpc>
              <a:spcBef>
                <a:spcPts val="0"/>
              </a:spcBef>
              <a:spcAft>
                <a:spcPts val="0"/>
              </a:spcAft>
              <a:buSzPts val="1089"/>
              <a:buNone/>
              <a:defRPr sz="933"/>
            </a:lvl1pPr>
            <a:lvl2pPr lvl="1" algn="l">
              <a:lnSpc>
                <a:spcPct val="100000"/>
              </a:lnSpc>
              <a:spcBef>
                <a:spcPts val="0"/>
              </a:spcBef>
              <a:spcAft>
                <a:spcPts val="0"/>
              </a:spcAft>
              <a:buSzPts val="1089"/>
              <a:buNone/>
              <a:defRPr sz="1400"/>
            </a:lvl2pPr>
            <a:lvl3pPr lvl="2" algn="l">
              <a:lnSpc>
                <a:spcPct val="100000"/>
              </a:lnSpc>
              <a:spcBef>
                <a:spcPts val="0"/>
              </a:spcBef>
              <a:spcAft>
                <a:spcPts val="0"/>
              </a:spcAft>
              <a:buSzPts val="1089"/>
              <a:buNone/>
              <a:defRPr sz="1400"/>
            </a:lvl3pPr>
            <a:lvl4pPr lvl="3" algn="l">
              <a:lnSpc>
                <a:spcPct val="100000"/>
              </a:lnSpc>
              <a:spcBef>
                <a:spcPts val="0"/>
              </a:spcBef>
              <a:spcAft>
                <a:spcPts val="0"/>
              </a:spcAft>
              <a:buSzPts val="1089"/>
              <a:buNone/>
              <a:defRPr sz="1400"/>
            </a:lvl4pPr>
            <a:lvl5pPr lvl="4" algn="l">
              <a:lnSpc>
                <a:spcPct val="100000"/>
              </a:lnSpc>
              <a:spcBef>
                <a:spcPts val="0"/>
              </a:spcBef>
              <a:spcAft>
                <a:spcPts val="0"/>
              </a:spcAft>
              <a:buSzPts val="1089"/>
              <a:buNone/>
              <a:defRPr sz="1400"/>
            </a:lvl5pPr>
            <a:lvl6pPr lvl="5" algn="l">
              <a:lnSpc>
                <a:spcPct val="100000"/>
              </a:lnSpc>
              <a:spcBef>
                <a:spcPts val="0"/>
              </a:spcBef>
              <a:spcAft>
                <a:spcPts val="0"/>
              </a:spcAft>
              <a:buSzPts val="1089"/>
              <a:buNone/>
              <a:defRPr sz="1400"/>
            </a:lvl6pPr>
            <a:lvl7pPr lvl="6" algn="l">
              <a:lnSpc>
                <a:spcPct val="100000"/>
              </a:lnSpc>
              <a:spcBef>
                <a:spcPts val="0"/>
              </a:spcBef>
              <a:spcAft>
                <a:spcPts val="0"/>
              </a:spcAft>
              <a:buSzPts val="1089"/>
              <a:buNone/>
              <a:defRPr sz="1400"/>
            </a:lvl7pPr>
            <a:lvl8pPr lvl="7" algn="l">
              <a:lnSpc>
                <a:spcPct val="100000"/>
              </a:lnSpc>
              <a:spcBef>
                <a:spcPts val="0"/>
              </a:spcBef>
              <a:spcAft>
                <a:spcPts val="0"/>
              </a:spcAft>
              <a:buSzPts val="1089"/>
              <a:buNone/>
              <a:defRPr sz="1400"/>
            </a:lvl8pPr>
            <a:lvl9pPr lvl="8" algn="l">
              <a:lnSpc>
                <a:spcPct val="100000"/>
              </a:lnSpc>
              <a:spcBef>
                <a:spcPts val="0"/>
              </a:spcBef>
              <a:spcAft>
                <a:spcPts val="0"/>
              </a:spcAft>
              <a:buSzPts val="1089"/>
              <a:buNone/>
              <a:defRPr sz="1400"/>
            </a:lvl9pPr>
          </a:lstStyle>
          <a:p/>
        </p:txBody>
      </p:sp>
      <p:sp>
        <p:nvSpPr>
          <p:cNvPr id="51" name="Google Shape;51;p31"/>
          <p:cNvSpPr txBox="1"/>
          <p:nvPr>
            <p:ph idx="11" type="ftr"/>
          </p:nvPr>
        </p:nvSpPr>
        <p:spPr>
          <a:xfrm>
            <a:off x="3028950" y="5296958"/>
            <a:ext cx="3086100" cy="304200"/>
          </a:xfrm>
          <a:prstGeom prst="rect">
            <a:avLst/>
          </a:prstGeom>
          <a:noFill/>
          <a:ln>
            <a:noFill/>
          </a:ln>
        </p:spPr>
        <p:txBody>
          <a:bodyPr anchorCtr="0" anchor="ctr" bIns="35550" lIns="71100" spcFirstLastPara="1" rIns="71100" wrap="square" tIns="35550">
            <a:noAutofit/>
          </a:bodyPr>
          <a:lstStyle>
            <a:lvl1pPr lvl="0" algn="ctr">
              <a:lnSpc>
                <a:spcPct val="100000"/>
              </a:lnSpc>
              <a:spcBef>
                <a:spcPts val="0"/>
              </a:spcBef>
              <a:spcAft>
                <a:spcPts val="0"/>
              </a:spcAft>
              <a:buSzPts val="1089"/>
              <a:buNone/>
              <a:defRPr sz="933"/>
            </a:lvl1pPr>
            <a:lvl2pPr lvl="1" algn="l">
              <a:lnSpc>
                <a:spcPct val="100000"/>
              </a:lnSpc>
              <a:spcBef>
                <a:spcPts val="0"/>
              </a:spcBef>
              <a:spcAft>
                <a:spcPts val="0"/>
              </a:spcAft>
              <a:buSzPts val="1089"/>
              <a:buNone/>
              <a:defRPr sz="1400"/>
            </a:lvl2pPr>
            <a:lvl3pPr lvl="2" algn="l">
              <a:lnSpc>
                <a:spcPct val="100000"/>
              </a:lnSpc>
              <a:spcBef>
                <a:spcPts val="0"/>
              </a:spcBef>
              <a:spcAft>
                <a:spcPts val="0"/>
              </a:spcAft>
              <a:buSzPts val="1089"/>
              <a:buNone/>
              <a:defRPr sz="1400"/>
            </a:lvl3pPr>
            <a:lvl4pPr lvl="3" algn="l">
              <a:lnSpc>
                <a:spcPct val="100000"/>
              </a:lnSpc>
              <a:spcBef>
                <a:spcPts val="0"/>
              </a:spcBef>
              <a:spcAft>
                <a:spcPts val="0"/>
              </a:spcAft>
              <a:buSzPts val="1089"/>
              <a:buNone/>
              <a:defRPr sz="1400"/>
            </a:lvl4pPr>
            <a:lvl5pPr lvl="4" algn="l">
              <a:lnSpc>
                <a:spcPct val="100000"/>
              </a:lnSpc>
              <a:spcBef>
                <a:spcPts val="0"/>
              </a:spcBef>
              <a:spcAft>
                <a:spcPts val="0"/>
              </a:spcAft>
              <a:buSzPts val="1089"/>
              <a:buNone/>
              <a:defRPr sz="1400"/>
            </a:lvl5pPr>
            <a:lvl6pPr lvl="5" algn="l">
              <a:lnSpc>
                <a:spcPct val="100000"/>
              </a:lnSpc>
              <a:spcBef>
                <a:spcPts val="0"/>
              </a:spcBef>
              <a:spcAft>
                <a:spcPts val="0"/>
              </a:spcAft>
              <a:buSzPts val="1089"/>
              <a:buNone/>
              <a:defRPr sz="1400"/>
            </a:lvl6pPr>
            <a:lvl7pPr lvl="6" algn="l">
              <a:lnSpc>
                <a:spcPct val="100000"/>
              </a:lnSpc>
              <a:spcBef>
                <a:spcPts val="0"/>
              </a:spcBef>
              <a:spcAft>
                <a:spcPts val="0"/>
              </a:spcAft>
              <a:buSzPts val="1089"/>
              <a:buNone/>
              <a:defRPr sz="1400"/>
            </a:lvl7pPr>
            <a:lvl8pPr lvl="7" algn="l">
              <a:lnSpc>
                <a:spcPct val="100000"/>
              </a:lnSpc>
              <a:spcBef>
                <a:spcPts val="0"/>
              </a:spcBef>
              <a:spcAft>
                <a:spcPts val="0"/>
              </a:spcAft>
              <a:buSzPts val="1089"/>
              <a:buNone/>
              <a:defRPr sz="1400"/>
            </a:lvl8pPr>
            <a:lvl9pPr lvl="8" algn="l">
              <a:lnSpc>
                <a:spcPct val="100000"/>
              </a:lnSpc>
              <a:spcBef>
                <a:spcPts val="0"/>
              </a:spcBef>
              <a:spcAft>
                <a:spcPts val="0"/>
              </a:spcAft>
              <a:buSzPts val="1089"/>
              <a:buNone/>
              <a:defRPr sz="1400"/>
            </a:lvl9pPr>
          </a:lstStyle>
          <a:p/>
        </p:txBody>
      </p:sp>
      <p:sp>
        <p:nvSpPr>
          <p:cNvPr id="52" name="Google Shape;52;p31"/>
          <p:cNvSpPr txBox="1"/>
          <p:nvPr>
            <p:ph idx="12" type="sldNum"/>
          </p:nvPr>
        </p:nvSpPr>
        <p:spPr>
          <a:xfrm>
            <a:off x="6457950" y="5296958"/>
            <a:ext cx="2057400" cy="304200"/>
          </a:xfrm>
          <a:prstGeom prst="rect">
            <a:avLst/>
          </a:prstGeom>
          <a:noFill/>
          <a:ln>
            <a:noFill/>
          </a:ln>
        </p:spPr>
        <p:txBody>
          <a:bodyPr anchorCtr="0" anchor="ctr" bIns="35550" lIns="71100" spcFirstLastPara="1" rIns="71100" wrap="square" tIns="35550">
            <a:noAutofit/>
          </a:bodyPr>
          <a:lstStyle>
            <a:lvl1pPr indent="0" lvl="0" marL="0" marR="0" algn="r">
              <a:lnSpc>
                <a:spcPct val="100000"/>
              </a:lnSpc>
              <a:spcBef>
                <a:spcPts val="0"/>
              </a:spcBef>
              <a:spcAft>
                <a:spcPts val="0"/>
              </a:spcAft>
              <a:buClr>
                <a:srgbClr val="000000"/>
              </a:buClr>
              <a:buSzPts val="933"/>
              <a:buFont typeface="Arial"/>
              <a:buNone/>
              <a:defRPr b="0" i="0" sz="933"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933"/>
              <a:buFont typeface="Arial"/>
              <a:buNone/>
              <a:defRPr b="0" i="0" sz="933"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933"/>
              <a:buFont typeface="Arial"/>
              <a:buNone/>
              <a:defRPr b="0" i="0" sz="933"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933"/>
              <a:buFont typeface="Arial"/>
              <a:buNone/>
              <a:defRPr b="0" i="0" sz="933"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933"/>
              <a:buFont typeface="Arial"/>
              <a:buNone/>
              <a:defRPr b="0" i="0" sz="933"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933"/>
              <a:buFont typeface="Arial"/>
              <a:buNone/>
              <a:defRPr b="0" i="0" sz="933"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933"/>
              <a:buFont typeface="Arial"/>
              <a:buNone/>
              <a:defRPr b="0" i="0" sz="933"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933"/>
              <a:buFont typeface="Arial"/>
              <a:buNone/>
              <a:defRPr b="0" i="0" sz="933"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933"/>
              <a:buFont typeface="Arial"/>
              <a:buNone/>
              <a:defRPr b="0" i="0" sz="933"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transition spd="slow">
    <p:push/>
  </p:transition>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omente Título" type="titleOnly">
  <p:cSld name="TITLE_ONLY">
    <p:spTree>
      <p:nvGrpSpPr>
        <p:cNvPr id="53" name="Shape 53"/>
        <p:cNvGrpSpPr/>
        <p:nvPr/>
      </p:nvGrpSpPr>
      <p:grpSpPr>
        <a:xfrm>
          <a:off x="0" y="0"/>
          <a:ext cx="0" cy="0"/>
          <a:chOff x="0" y="0"/>
          <a:chExt cx="0" cy="0"/>
        </a:xfrm>
      </p:grpSpPr>
      <p:sp>
        <p:nvSpPr>
          <p:cNvPr id="54" name="Google Shape;54;p32"/>
          <p:cNvSpPr txBox="1"/>
          <p:nvPr>
            <p:ph type="title"/>
          </p:nvPr>
        </p:nvSpPr>
        <p:spPr>
          <a:xfrm>
            <a:off x="628650" y="304271"/>
            <a:ext cx="7886700" cy="1104600"/>
          </a:xfrm>
          <a:prstGeom prst="rect">
            <a:avLst/>
          </a:prstGeom>
          <a:noFill/>
          <a:ln>
            <a:noFill/>
          </a:ln>
        </p:spPr>
        <p:txBody>
          <a:bodyPr anchorCtr="0" anchor="ctr" bIns="35550" lIns="71100" spcFirstLastPara="1" rIns="71100" wrap="square" tIns="35550">
            <a:normAutofit/>
          </a:bodyPr>
          <a:lstStyle>
            <a:lvl1pPr lvl="0" algn="l">
              <a:lnSpc>
                <a:spcPct val="90000"/>
              </a:lnSpc>
              <a:spcBef>
                <a:spcPts val="0"/>
              </a:spcBef>
              <a:spcAft>
                <a:spcPts val="0"/>
              </a:spcAft>
              <a:buClr>
                <a:schemeClr val="dk1"/>
              </a:buClr>
              <a:buSzPts val="1400"/>
              <a:buNone/>
              <a:defRPr sz="3422"/>
            </a:lvl1pPr>
            <a:lvl2pPr lvl="1" algn="l">
              <a:lnSpc>
                <a:spcPct val="100000"/>
              </a:lnSpc>
              <a:spcBef>
                <a:spcPts val="0"/>
              </a:spcBef>
              <a:spcAft>
                <a:spcPts val="0"/>
              </a:spcAft>
              <a:buSzPts val="1089"/>
              <a:buNone/>
              <a:defRPr sz="1400"/>
            </a:lvl2pPr>
            <a:lvl3pPr lvl="2" algn="l">
              <a:lnSpc>
                <a:spcPct val="100000"/>
              </a:lnSpc>
              <a:spcBef>
                <a:spcPts val="0"/>
              </a:spcBef>
              <a:spcAft>
                <a:spcPts val="0"/>
              </a:spcAft>
              <a:buSzPts val="1089"/>
              <a:buNone/>
              <a:defRPr sz="1400"/>
            </a:lvl3pPr>
            <a:lvl4pPr lvl="3" algn="l">
              <a:lnSpc>
                <a:spcPct val="100000"/>
              </a:lnSpc>
              <a:spcBef>
                <a:spcPts val="0"/>
              </a:spcBef>
              <a:spcAft>
                <a:spcPts val="0"/>
              </a:spcAft>
              <a:buSzPts val="1089"/>
              <a:buNone/>
              <a:defRPr sz="1400"/>
            </a:lvl4pPr>
            <a:lvl5pPr lvl="4" algn="l">
              <a:lnSpc>
                <a:spcPct val="100000"/>
              </a:lnSpc>
              <a:spcBef>
                <a:spcPts val="0"/>
              </a:spcBef>
              <a:spcAft>
                <a:spcPts val="0"/>
              </a:spcAft>
              <a:buSzPts val="1089"/>
              <a:buNone/>
              <a:defRPr sz="1400"/>
            </a:lvl5pPr>
            <a:lvl6pPr lvl="5" algn="l">
              <a:lnSpc>
                <a:spcPct val="100000"/>
              </a:lnSpc>
              <a:spcBef>
                <a:spcPts val="0"/>
              </a:spcBef>
              <a:spcAft>
                <a:spcPts val="0"/>
              </a:spcAft>
              <a:buSzPts val="1089"/>
              <a:buNone/>
              <a:defRPr sz="1400"/>
            </a:lvl6pPr>
            <a:lvl7pPr lvl="6" algn="l">
              <a:lnSpc>
                <a:spcPct val="100000"/>
              </a:lnSpc>
              <a:spcBef>
                <a:spcPts val="0"/>
              </a:spcBef>
              <a:spcAft>
                <a:spcPts val="0"/>
              </a:spcAft>
              <a:buSzPts val="1089"/>
              <a:buNone/>
              <a:defRPr sz="1400"/>
            </a:lvl7pPr>
            <a:lvl8pPr lvl="7" algn="l">
              <a:lnSpc>
                <a:spcPct val="100000"/>
              </a:lnSpc>
              <a:spcBef>
                <a:spcPts val="0"/>
              </a:spcBef>
              <a:spcAft>
                <a:spcPts val="0"/>
              </a:spcAft>
              <a:buSzPts val="1089"/>
              <a:buNone/>
              <a:defRPr sz="1400"/>
            </a:lvl8pPr>
            <a:lvl9pPr lvl="8" algn="l">
              <a:lnSpc>
                <a:spcPct val="100000"/>
              </a:lnSpc>
              <a:spcBef>
                <a:spcPts val="0"/>
              </a:spcBef>
              <a:spcAft>
                <a:spcPts val="0"/>
              </a:spcAft>
              <a:buSzPts val="1089"/>
              <a:buNone/>
              <a:defRPr sz="1400"/>
            </a:lvl9pPr>
          </a:lstStyle>
          <a:p/>
        </p:txBody>
      </p:sp>
      <p:sp>
        <p:nvSpPr>
          <p:cNvPr id="55" name="Google Shape;55;p32"/>
          <p:cNvSpPr txBox="1"/>
          <p:nvPr>
            <p:ph idx="10" type="dt"/>
          </p:nvPr>
        </p:nvSpPr>
        <p:spPr>
          <a:xfrm>
            <a:off x="628650" y="5296958"/>
            <a:ext cx="2057400" cy="304200"/>
          </a:xfrm>
          <a:prstGeom prst="rect">
            <a:avLst/>
          </a:prstGeom>
          <a:noFill/>
          <a:ln>
            <a:noFill/>
          </a:ln>
        </p:spPr>
        <p:txBody>
          <a:bodyPr anchorCtr="0" anchor="ctr" bIns="35550" lIns="71100" spcFirstLastPara="1" rIns="71100" wrap="square" tIns="35550">
            <a:noAutofit/>
          </a:bodyPr>
          <a:lstStyle>
            <a:lvl1pPr lvl="0" algn="l">
              <a:lnSpc>
                <a:spcPct val="100000"/>
              </a:lnSpc>
              <a:spcBef>
                <a:spcPts val="0"/>
              </a:spcBef>
              <a:spcAft>
                <a:spcPts val="0"/>
              </a:spcAft>
              <a:buSzPts val="1089"/>
              <a:buNone/>
              <a:defRPr sz="933"/>
            </a:lvl1pPr>
            <a:lvl2pPr lvl="1" algn="l">
              <a:lnSpc>
                <a:spcPct val="100000"/>
              </a:lnSpc>
              <a:spcBef>
                <a:spcPts val="0"/>
              </a:spcBef>
              <a:spcAft>
                <a:spcPts val="0"/>
              </a:spcAft>
              <a:buSzPts val="1089"/>
              <a:buNone/>
              <a:defRPr sz="1400"/>
            </a:lvl2pPr>
            <a:lvl3pPr lvl="2" algn="l">
              <a:lnSpc>
                <a:spcPct val="100000"/>
              </a:lnSpc>
              <a:spcBef>
                <a:spcPts val="0"/>
              </a:spcBef>
              <a:spcAft>
                <a:spcPts val="0"/>
              </a:spcAft>
              <a:buSzPts val="1089"/>
              <a:buNone/>
              <a:defRPr sz="1400"/>
            </a:lvl3pPr>
            <a:lvl4pPr lvl="3" algn="l">
              <a:lnSpc>
                <a:spcPct val="100000"/>
              </a:lnSpc>
              <a:spcBef>
                <a:spcPts val="0"/>
              </a:spcBef>
              <a:spcAft>
                <a:spcPts val="0"/>
              </a:spcAft>
              <a:buSzPts val="1089"/>
              <a:buNone/>
              <a:defRPr sz="1400"/>
            </a:lvl4pPr>
            <a:lvl5pPr lvl="4" algn="l">
              <a:lnSpc>
                <a:spcPct val="100000"/>
              </a:lnSpc>
              <a:spcBef>
                <a:spcPts val="0"/>
              </a:spcBef>
              <a:spcAft>
                <a:spcPts val="0"/>
              </a:spcAft>
              <a:buSzPts val="1089"/>
              <a:buNone/>
              <a:defRPr sz="1400"/>
            </a:lvl5pPr>
            <a:lvl6pPr lvl="5" algn="l">
              <a:lnSpc>
                <a:spcPct val="100000"/>
              </a:lnSpc>
              <a:spcBef>
                <a:spcPts val="0"/>
              </a:spcBef>
              <a:spcAft>
                <a:spcPts val="0"/>
              </a:spcAft>
              <a:buSzPts val="1089"/>
              <a:buNone/>
              <a:defRPr sz="1400"/>
            </a:lvl6pPr>
            <a:lvl7pPr lvl="6" algn="l">
              <a:lnSpc>
                <a:spcPct val="100000"/>
              </a:lnSpc>
              <a:spcBef>
                <a:spcPts val="0"/>
              </a:spcBef>
              <a:spcAft>
                <a:spcPts val="0"/>
              </a:spcAft>
              <a:buSzPts val="1089"/>
              <a:buNone/>
              <a:defRPr sz="1400"/>
            </a:lvl7pPr>
            <a:lvl8pPr lvl="7" algn="l">
              <a:lnSpc>
                <a:spcPct val="100000"/>
              </a:lnSpc>
              <a:spcBef>
                <a:spcPts val="0"/>
              </a:spcBef>
              <a:spcAft>
                <a:spcPts val="0"/>
              </a:spcAft>
              <a:buSzPts val="1089"/>
              <a:buNone/>
              <a:defRPr sz="1400"/>
            </a:lvl8pPr>
            <a:lvl9pPr lvl="8" algn="l">
              <a:lnSpc>
                <a:spcPct val="100000"/>
              </a:lnSpc>
              <a:spcBef>
                <a:spcPts val="0"/>
              </a:spcBef>
              <a:spcAft>
                <a:spcPts val="0"/>
              </a:spcAft>
              <a:buSzPts val="1089"/>
              <a:buNone/>
              <a:defRPr sz="1400"/>
            </a:lvl9pPr>
          </a:lstStyle>
          <a:p/>
        </p:txBody>
      </p:sp>
      <p:sp>
        <p:nvSpPr>
          <p:cNvPr id="56" name="Google Shape;56;p32"/>
          <p:cNvSpPr txBox="1"/>
          <p:nvPr>
            <p:ph idx="11" type="ftr"/>
          </p:nvPr>
        </p:nvSpPr>
        <p:spPr>
          <a:xfrm>
            <a:off x="3028950" y="5296958"/>
            <a:ext cx="3086100" cy="304200"/>
          </a:xfrm>
          <a:prstGeom prst="rect">
            <a:avLst/>
          </a:prstGeom>
          <a:noFill/>
          <a:ln>
            <a:noFill/>
          </a:ln>
        </p:spPr>
        <p:txBody>
          <a:bodyPr anchorCtr="0" anchor="ctr" bIns="35550" lIns="71100" spcFirstLastPara="1" rIns="71100" wrap="square" tIns="35550">
            <a:noAutofit/>
          </a:bodyPr>
          <a:lstStyle>
            <a:lvl1pPr lvl="0" algn="ctr">
              <a:lnSpc>
                <a:spcPct val="100000"/>
              </a:lnSpc>
              <a:spcBef>
                <a:spcPts val="0"/>
              </a:spcBef>
              <a:spcAft>
                <a:spcPts val="0"/>
              </a:spcAft>
              <a:buSzPts val="1089"/>
              <a:buNone/>
              <a:defRPr sz="933"/>
            </a:lvl1pPr>
            <a:lvl2pPr lvl="1" algn="l">
              <a:lnSpc>
                <a:spcPct val="100000"/>
              </a:lnSpc>
              <a:spcBef>
                <a:spcPts val="0"/>
              </a:spcBef>
              <a:spcAft>
                <a:spcPts val="0"/>
              </a:spcAft>
              <a:buSzPts val="1089"/>
              <a:buNone/>
              <a:defRPr sz="1400"/>
            </a:lvl2pPr>
            <a:lvl3pPr lvl="2" algn="l">
              <a:lnSpc>
                <a:spcPct val="100000"/>
              </a:lnSpc>
              <a:spcBef>
                <a:spcPts val="0"/>
              </a:spcBef>
              <a:spcAft>
                <a:spcPts val="0"/>
              </a:spcAft>
              <a:buSzPts val="1089"/>
              <a:buNone/>
              <a:defRPr sz="1400"/>
            </a:lvl3pPr>
            <a:lvl4pPr lvl="3" algn="l">
              <a:lnSpc>
                <a:spcPct val="100000"/>
              </a:lnSpc>
              <a:spcBef>
                <a:spcPts val="0"/>
              </a:spcBef>
              <a:spcAft>
                <a:spcPts val="0"/>
              </a:spcAft>
              <a:buSzPts val="1089"/>
              <a:buNone/>
              <a:defRPr sz="1400"/>
            </a:lvl4pPr>
            <a:lvl5pPr lvl="4" algn="l">
              <a:lnSpc>
                <a:spcPct val="100000"/>
              </a:lnSpc>
              <a:spcBef>
                <a:spcPts val="0"/>
              </a:spcBef>
              <a:spcAft>
                <a:spcPts val="0"/>
              </a:spcAft>
              <a:buSzPts val="1089"/>
              <a:buNone/>
              <a:defRPr sz="1400"/>
            </a:lvl5pPr>
            <a:lvl6pPr lvl="5" algn="l">
              <a:lnSpc>
                <a:spcPct val="100000"/>
              </a:lnSpc>
              <a:spcBef>
                <a:spcPts val="0"/>
              </a:spcBef>
              <a:spcAft>
                <a:spcPts val="0"/>
              </a:spcAft>
              <a:buSzPts val="1089"/>
              <a:buNone/>
              <a:defRPr sz="1400"/>
            </a:lvl6pPr>
            <a:lvl7pPr lvl="6" algn="l">
              <a:lnSpc>
                <a:spcPct val="100000"/>
              </a:lnSpc>
              <a:spcBef>
                <a:spcPts val="0"/>
              </a:spcBef>
              <a:spcAft>
                <a:spcPts val="0"/>
              </a:spcAft>
              <a:buSzPts val="1089"/>
              <a:buNone/>
              <a:defRPr sz="1400"/>
            </a:lvl7pPr>
            <a:lvl8pPr lvl="7" algn="l">
              <a:lnSpc>
                <a:spcPct val="100000"/>
              </a:lnSpc>
              <a:spcBef>
                <a:spcPts val="0"/>
              </a:spcBef>
              <a:spcAft>
                <a:spcPts val="0"/>
              </a:spcAft>
              <a:buSzPts val="1089"/>
              <a:buNone/>
              <a:defRPr sz="1400"/>
            </a:lvl8pPr>
            <a:lvl9pPr lvl="8" algn="l">
              <a:lnSpc>
                <a:spcPct val="100000"/>
              </a:lnSpc>
              <a:spcBef>
                <a:spcPts val="0"/>
              </a:spcBef>
              <a:spcAft>
                <a:spcPts val="0"/>
              </a:spcAft>
              <a:buSzPts val="1089"/>
              <a:buNone/>
              <a:defRPr sz="1400"/>
            </a:lvl9pPr>
          </a:lstStyle>
          <a:p/>
        </p:txBody>
      </p:sp>
      <p:sp>
        <p:nvSpPr>
          <p:cNvPr id="57" name="Google Shape;57;p32"/>
          <p:cNvSpPr txBox="1"/>
          <p:nvPr>
            <p:ph idx="12" type="sldNum"/>
          </p:nvPr>
        </p:nvSpPr>
        <p:spPr>
          <a:xfrm>
            <a:off x="6457950" y="5296958"/>
            <a:ext cx="2057400" cy="304200"/>
          </a:xfrm>
          <a:prstGeom prst="rect">
            <a:avLst/>
          </a:prstGeom>
          <a:noFill/>
          <a:ln>
            <a:noFill/>
          </a:ln>
        </p:spPr>
        <p:txBody>
          <a:bodyPr anchorCtr="0" anchor="ctr" bIns="35550" lIns="71100" spcFirstLastPara="1" rIns="71100" wrap="square" tIns="35550">
            <a:noAutofit/>
          </a:bodyPr>
          <a:lstStyle>
            <a:lvl1pPr indent="0" lvl="0" marL="0" marR="0" algn="r">
              <a:lnSpc>
                <a:spcPct val="100000"/>
              </a:lnSpc>
              <a:spcBef>
                <a:spcPts val="0"/>
              </a:spcBef>
              <a:spcAft>
                <a:spcPts val="0"/>
              </a:spcAft>
              <a:buClr>
                <a:srgbClr val="000000"/>
              </a:buClr>
              <a:buSzPts val="933"/>
              <a:buFont typeface="Arial"/>
              <a:buNone/>
              <a:defRPr b="0" i="0" sz="933"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933"/>
              <a:buFont typeface="Arial"/>
              <a:buNone/>
              <a:defRPr b="0" i="0" sz="933"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933"/>
              <a:buFont typeface="Arial"/>
              <a:buNone/>
              <a:defRPr b="0" i="0" sz="933"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933"/>
              <a:buFont typeface="Arial"/>
              <a:buNone/>
              <a:defRPr b="0" i="0" sz="933"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933"/>
              <a:buFont typeface="Arial"/>
              <a:buNone/>
              <a:defRPr b="0" i="0" sz="933"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933"/>
              <a:buFont typeface="Arial"/>
              <a:buNone/>
              <a:defRPr b="0" i="0" sz="933"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933"/>
              <a:buFont typeface="Arial"/>
              <a:buNone/>
              <a:defRPr b="0" i="0" sz="933"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933"/>
              <a:buFont typeface="Arial"/>
              <a:buNone/>
              <a:defRPr b="0" i="0" sz="933"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933"/>
              <a:buFont typeface="Arial"/>
              <a:buNone/>
              <a:defRPr b="0" i="0" sz="933"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transition spd="slow">
    <p:push/>
  </p:transition>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údo com Legenda" type="objTx">
  <p:cSld name="OBJECT_WITH_CAPTION_TEXT">
    <p:spTree>
      <p:nvGrpSpPr>
        <p:cNvPr id="58" name="Shape 58"/>
        <p:cNvGrpSpPr/>
        <p:nvPr/>
      </p:nvGrpSpPr>
      <p:grpSpPr>
        <a:xfrm>
          <a:off x="0" y="0"/>
          <a:ext cx="0" cy="0"/>
          <a:chOff x="0" y="0"/>
          <a:chExt cx="0" cy="0"/>
        </a:xfrm>
      </p:grpSpPr>
      <p:sp>
        <p:nvSpPr>
          <p:cNvPr id="59" name="Google Shape;59;p33"/>
          <p:cNvSpPr txBox="1"/>
          <p:nvPr>
            <p:ph type="title"/>
          </p:nvPr>
        </p:nvSpPr>
        <p:spPr>
          <a:xfrm>
            <a:off x="629841" y="381000"/>
            <a:ext cx="2949300" cy="1333500"/>
          </a:xfrm>
          <a:prstGeom prst="rect">
            <a:avLst/>
          </a:prstGeom>
          <a:noFill/>
          <a:ln>
            <a:noFill/>
          </a:ln>
        </p:spPr>
        <p:txBody>
          <a:bodyPr anchorCtr="0" anchor="b" bIns="35550" lIns="71100" spcFirstLastPara="1" rIns="71100" wrap="square" tIns="35550">
            <a:normAutofit/>
          </a:bodyPr>
          <a:lstStyle>
            <a:lvl1pPr lvl="0" algn="l">
              <a:lnSpc>
                <a:spcPct val="90000"/>
              </a:lnSpc>
              <a:spcBef>
                <a:spcPts val="0"/>
              </a:spcBef>
              <a:spcAft>
                <a:spcPts val="0"/>
              </a:spcAft>
              <a:buClr>
                <a:schemeClr val="dk1"/>
              </a:buClr>
              <a:buSzPts val="2489"/>
              <a:buFont typeface="Play"/>
              <a:buNone/>
              <a:defRPr sz="2488"/>
            </a:lvl1pPr>
            <a:lvl2pPr lvl="1" algn="l">
              <a:lnSpc>
                <a:spcPct val="100000"/>
              </a:lnSpc>
              <a:spcBef>
                <a:spcPts val="0"/>
              </a:spcBef>
              <a:spcAft>
                <a:spcPts val="0"/>
              </a:spcAft>
              <a:buSzPts val="1089"/>
              <a:buNone/>
              <a:defRPr sz="1400"/>
            </a:lvl2pPr>
            <a:lvl3pPr lvl="2" algn="l">
              <a:lnSpc>
                <a:spcPct val="100000"/>
              </a:lnSpc>
              <a:spcBef>
                <a:spcPts val="0"/>
              </a:spcBef>
              <a:spcAft>
                <a:spcPts val="0"/>
              </a:spcAft>
              <a:buSzPts val="1089"/>
              <a:buNone/>
              <a:defRPr sz="1400"/>
            </a:lvl3pPr>
            <a:lvl4pPr lvl="3" algn="l">
              <a:lnSpc>
                <a:spcPct val="100000"/>
              </a:lnSpc>
              <a:spcBef>
                <a:spcPts val="0"/>
              </a:spcBef>
              <a:spcAft>
                <a:spcPts val="0"/>
              </a:spcAft>
              <a:buSzPts val="1089"/>
              <a:buNone/>
              <a:defRPr sz="1400"/>
            </a:lvl4pPr>
            <a:lvl5pPr lvl="4" algn="l">
              <a:lnSpc>
                <a:spcPct val="100000"/>
              </a:lnSpc>
              <a:spcBef>
                <a:spcPts val="0"/>
              </a:spcBef>
              <a:spcAft>
                <a:spcPts val="0"/>
              </a:spcAft>
              <a:buSzPts val="1089"/>
              <a:buNone/>
              <a:defRPr sz="1400"/>
            </a:lvl5pPr>
            <a:lvl6pPr lvl="5" algn="l">
              <a:lnSpc>
                <a:spcPct val="100000"/>
              </a:lnSpc>
              <a:spcBef>
                <a:spcPts val="0"/>
              </a:spcBef>
              <a:spcAft>
                <a:spcPts val="0"/>
              </a:spcAft>
              <a:buSzPts val="1089"/>
              <a:buNone/>
              <a:defRPr sz="1400"/>
            </a:lvl6pPr>
            <a:lvl7pPr lvl="6" algn="l">
              <a:lnSpc>
                <a:spcPct val="100000"/>
              </a:lnSpc>
              <a:spcBef>
                <a:spcPts val="0"/>
              </a:spcBef>
              <a:spcAft>
                <a:spcPts val="0"/>
              </a:spcAft>
              <a:buSzPts val="1089"/>
              <a:buNone/>
              <a:defRPr sz="1400"/>
            </a:lvl7pPr>
            <a:lvl8pPr lvl="7" algn="l">
              <a:lnSpc>
                <a:spcPct val="100000"/>
              </a:lnSpc>
              <a:spcBef>
                <a:spcPts val="0"/>
              </a:spcBef>
              <a:spcAft>
                <a:spcPts val="0"/>
              </a:spcAft>
              <a:buSzPts val="1089"/>
              <a:buNone/>
              <a:defRPr sz="1400"/>
            </a:lvl8pPr>
            <a:lvl9pPr lvl="8" algn="l">
              <a:lnSpc>
                <a:spcPct val="100000"/>
              </a:lnSpc>
              <a:spcBef>
                <a:spcPts val="0"/>
              </a:spcBef>
              <a:spcAft>
                <a:spcPts val="0"/>
              </a:spcAft>
              <a:buSzPts val="1089"/>
              <a:buNone/>
              <a:defRPr sz="1400"/>
            </a:lvl9pPr>
          </a:lstStyle>
          <a:p/>
        </p:txBody>
      </p:sp>
      <p:sp>
        <p:nvSpPr>
          <p:cNvPr id="60" name="Google Shape;60;p33"/>
          <p:cNvSpPr txBox="1"/>
          <p:nvPr>
            <p:ph idx="1" type="body"/>
          </p:nvPr>
        </p:nvSpPr>
        <p:spPr>
          <a:xfrm>
            <a:off x="3887391" y="822854"/>
            <a:ext cx="4629300" cy="4061400"/>
          </a:xfrm>
          <a:prstGeom prst="rect">
            <a:avLst/>
          </a:prstGeom>
          <a:noFill/>
          <a:ln>
            <a:noFill/>
          </a:ln>
        </p:spPr>
        <p:txBody>
          <a:bodyPr anchorCtr="0" anchor="t" bIns="35550" lIns="71100" spcFirstLastPara="1" rIns="71100" wrap="square" tIns="35550">
            <a:normAutofit/>
          </a:bodyPr>
          <a:lstStyle>
            <a:lvl1pPr indent="-386651" lvl="0" marL="457200" algn="l">
              <a:lnSpc>
                <a:spcPct val="90000"/>
              </a:lnSpc>
              <a:spcBef>
                <a:spcPts val="778"/>
              </a:spcBef>
              <a:spcAft>
                <a:spcPts val="0"/>
              </a:spcAft>
              <a:buClr>
                <a:schemeClr val="dk1"/>
              </a:buClr>
              <a:buSzPts val="2489"/>
              <a:buChar char="•"/>
              <a:defRPr sz="2488"/>
            </a:lvl1pPr>
            <a:lvl2pPr indent="-366903" lvl="1" marL="914400" algn="l">
              <a:lnSpc>
                <a:spcPct val="90000"/>
              </a:lnSpc>
              <a:spcBef>
                <a:spcPts val="389"/>
              </a:spcBef>
              <a:spcAft>
                <a:spcPts val="0"/>
              </a:spcAft>
              <a:buClr>
                <a:schemeClr val="dk1"/>
              </a:buClr>
              <a:buSzPts val="2178"/>
              <a:buChar char="•"/>
              <a:defRPr sz="2177"/>
            </a:lvl2pPr>
            <a:lvl3pPr indent="-347154" lvl="2" marL="1371600" algn="l">
              <a:lnSpc>
                <a:spcPct val="90000"/>
              </a:lnSpc>
              <a:spcBef>
                <a:spcPts val="389"/>
              </a:spcBef>
              <a:spcAft>
                <a:spcPts val="0"/>
              </a:spcAft>
              <a:buClr>
                <a:schemeClr val="dk1"/>
              </a:buClr>
              <a:buSzPts val="1867"/>
              <a:buChar char="•"/>
              <a:defRPr sz="1866"/>
            </a:lvl3pPr>
            <a:lvl4pPr indent="-327406" lvl="3" marL="1828800" algn="l">
              <a:lnSpc>
                <a:spcPct val="90000"/>
              </a:lnSpc>
              <a:spcBef>
                <a:spcPts val="389"/>
              </a:spcBef>
              <a:spcAft>
                <a:spcPts val="0"/>
              </a:spcAft>
              <a:buClr>
                <a:schemeClr val="dk1"/>
              </a:buClr>
              <a:buSzPts val="1556"/>
              <a:buChar char="•"/>
              <a:defRPr sz="1555"/>
            </a:lvl4pPr>
            <a:lvl5pPr indent="-327406" lvl="4" marL="2286000" algn="l">
              <a:lnSpc>
                <a:spcPct val="90000"/>
              </a:lnSpc>
              <a:spcBef>
                <a:spcPts val="389"/>
              </a:spcBef>
              <a:spcAft>
                <a:spcPts val="0"/>
              </a:spcAft>
              <a:buClr>
                <a:schemeClr val="dk1"/>
              </a:buClr>
              <a:buSzPts val="1556"/>
              <a:buChar char="•"/>
              <a:defRPr sz="1555"/>
            </a:lvl5pPr>
            <a:lvl6pPr indent="-327406" lvl="5" marL="2743200" algn="l">
              <a:lnSpc>
                <a:spcPct val="90000"/>
              </a:lnSpc>
              <a:spcBef>
                <a:spcPts val="389"/>
              </a:spcBef>
              <a:spcAft>
                <a:spcPts val="0"/>
              </a:spcAft>
              <a:buClr>
                <a:schemeClr val="dk1"/>
              </a:buClr>
              <a:buSzPts val="1556"/>
              <a:buChar char="•"/>
              <a:defRPr sz="1555"/>
            </a:lvl6pPr>
            <a:lvl7pPr indent="-327406" lvl="6" marL="3200400" algn="l">
              <a:lnSpc>
                <a:spcPct val="90000"/>
              </a:lnSpc>
              <a:spcBef>
                <a:spcPts val="389"/>
              </a:spcBef>
              <a:spcAft>
                <a:spcPts val="0"/>
              </a:spcAft>
              <a:buClr>
                <a:schemeClr val="dk1"/>
              </a:buClr>
              <a:buSzPts val="1556"/>
              <a:buChar char="•"/>
              <a:defRPr sz="1555"/>
            </a:lvl7pPr>
            <a:lvl8pPr indent="-327406" lvl="7" marL="3657600" algn="l">
              <a:lnSpc>
                <a:spcPct val="90000"/>
              </a:lnSpc>
              <a:spcBef>
                <a:spcPts val="389"/>
              </a:spcBef>
              <a:spcAft>
                <a:spcPts val="0"/>
              </a:spcAft>
              <a:buClr>
                <a:schemeClr val="dk1"/>
              </a:buClr>
              <a:buSzPts val="1556"/>
              <a:buChar char="•"/>
              <a:defRPr sz="1555"/>
            </a:lvl8pPr>
            <a:lvl9pPr indent="-327406" lvl="8" marL="4114800" algn="l">
              <a:lnSpc>
                <a:spcPct val="90000"/>
              </a:lnSpc>
              <a:spcBef>
                <a:spcPts val="389"/>
              </a:spcBef>
              <a:spcAft>
                <a:spcPts val="0"/>
              </a:spcAft>
              <a:buClr>
                <a:schemeClr val="dk1"/>
              </a:buClr>
              <a:buSzPts val="1556"/>
              <a:buChar char="•"/>
              <a:defRPr sz="1555"/>
            </a:lvl9pPr>
          </a:lstStyle>
          <a:p/>
        </p:txBody>
      </p:sp>
      <p:sp>
        <p:nvSpPr>
          <p:cNvPr id="61" name="Google Shape;61;p33"/>
          <p:cNvSpPr txBox="1"/>
          <p:nvPr>
            <p:ph idx="2" type="body"/>
          </p:nvPr>
        </p:nvSpPr>
        <p:spPr>
          <a:xfrm>
            <a:off x="629841" y="1714500"/>
            <a:ext cx="2949300" cy="3176400"/>
          </a:xfrm>
          <a:prstGeom prst="rect">
            <a:avLst/>
          </a:prstGeom>
          <a:noFill/>
          <a:ln>
            <a:noFill/>
          </a:ln>
        </p:spPr>
        <p:txBody>
          <a:bodyPr anchorCtr="0" anchor="t" bIns="35550" lIns="71100" spcFirstLastPara="1" rIns="71100" wrap="square" tIns="35550">
            <a:normAutofit/>
          </a:bodyPr>
          <a:lstStyle>
            <a:lvl1pPr indent="-228600" lvl="0" marL="457200" algn="l">
              <a:lnSpc>
                <a:spcPct val="90000"/>
              </a:lnSpc>
              <a:spcBef>
                <a:spcPts val="778"/>
              </a:spcBef>
              <a:spcAft>
                <a:spcPts val="0"/>
              </a:spcAft>
              <a:buClr>
                <a:schemeClr val="dk1"/>
              </a:buClr>
              <a:buSzPts val="1244"/>
              <a:buNone/>
              <a:defRPr sz="1244"/>
            </a:lvl1pPr>
            <a:lvl2pPr indent="-228600" lvl="1" marL="914400" algn="l">
              <a:lnSpc>
                <a:spcPct val="90000"/>
              </a:lnSpc>
              <a:spcBef>
                <a:spcPts val="389"/>
              </a:spcBef>
              <a:spcAft>
                <a:spcPts val="0"/>
              </a:spcAft>
              <a:buClr>
                <a:schemeClr val="dk1"/>
              </a:buClr>
              <a:buSzPts val="1089"/>
              <a:buNone/>
              <a:defRPr sz="1088"/>
            </a:lvl2pPr>
            <a:lvl3pPr indent="-228600" lvl="2" marL="1371600" algn="l">
              <a:lnSpc>
                <a:spcPct val="90000"/>
              </a:lnSpc>
              <a:spcBef>
                <a:spcPts val="389"/>
              </a:spcBef>
              <a:spcAft>
                <a:spcPts val="0"/>
              </a:spcAft>
              <a:buClr>
                <a:schemeClr val="dk1"/>
              </a:buClr>
              <a:buSzPts val="933"/>
              <a:buNone/>
              <a:defRPr sz="933"/>
            </a:lvl3pPr>
            <a:lvl4pPr indent="-228600" lvl="3" marL="1828800" algn="l">
              <a:lnSpc>
                <a:spcPct val="90000"/>
              </a:lnSpc>
              <a:spcBef>
                <a:spcPts val="389"/>
              </a:spcBef>
              <a:spcAft>
                <a:spcPts val="0"/>
              </a:spcAft>
              <a:buClr>
                <a:schemeClr val="dk1"/>
              </a:buClr>
              <a:buSzPts val="778"/>
              <a:buNone/>
              <a:defRPr sz="777"/>
            </a:lvl4pPr>
            <a:lvl5pPr indent="-228600" lvl="4" marL="2286000" algn="l">
              <a:lnSpc>
                <a:spcPct val="90000"/>
              </a:lnSpc>
              <a:spcBef>
                <a:spcPts val="389"/>
              </a:spcBef>
              <a:spcAft>
                <a:spcPts val="0"/>
              </a:spcAft>
              <a:buClr>
                <a:schemeClr val="dk1"/>
              </a:buClr>
              <a:buSzPts val="778"/>
              <a:buNone/>
              <a:defRPr sz="777"/>
            </a:lvl5pPr>
            <a:lvl6pPr indent="-228600" lvl="5" marL="2743200" algn="l">
              <a:lnSpc>
                <a:spcPct val="90000"/>
              </a:lnSpc>
              <a:spcBef>
                <a:spcPts val="389"/>
              </a:spcBef>
              <a:spcAft>
                <a:spcPts val="0"/>
              </a:spcAft>
              <a:buClr>
                <a:schemeClr val="dk1"/>
              </a:buClr>
              <a:buSzPts val="778"/>
              <a:buNone/>
              <a:defRPr sz="777"/>
            </a:lvl6pPr>
            <a:lvl7pPr indent="-228600" lvl="6" marL="3200400" algn="l">
              <a:lnSpc>
                <a:spcPct val="90000"/>
              </a:lnSpc>
              <a:spcBef>
                <a:spcPts val="389"/>
              </a:spcBef>
              <a:spcAft>
                <a:spcPts val="0"/>
              </a:spcAft>
              <a:buClr>
                <a:schemeClr val="dk1"/>
              </a:buClr>
              <a:buSzPts val="778"/>
              <a:buNone/>
              <a:defRPr sz="777"/>
            </a:lvl7pPr>
            <a:lvl8pPr indent="-228600" lvl="7" marL="3657600" algn="l">
              <a:lnSpc>
                <a:spcPct val="90000"/>
              </a:lnSpc>
              <a:spcBef>
                <a:spcPts val="389"/>
              </a:spcBef>
              <a:spcAft>
                <a:spcPts val="0"/>
              </a:spcAft>
              <a:buClr>
                <a:schemeClr val="dk1"/>
              </a:buClr>
              <a:buSzPts val="778"/>
              <a:buNone/>
              <a:defRPr sz="777"/>
            </a:lvl8pPr>
            <a:lvl9pPr indent="-228600" lvl="8" marL="4114800" algn="l">
              <a:lnSpc>
                <a:spcPct val="90000"/>
              </a:lnSpc>
              <a:spcBef>
                <a:spcPts val="389"/>
              </a:spcBef>
              <a:spcAft>
                <a:spcPts val="0"/>
              </a:spcAft>
              <a:buClr>
                <a:schemeClr val="dk1"/>
              </a:buClr>
              <a:buSzPts val="778"/>
              <a:buNone/>
              <a:defRPr sz="777"/>
            </a:lvl9pPr>
          </a:lstStyle>
          <a:p/>
        </p:txBody>
      </p:sp>
      <p:sp>
        <p:nvSpPr>
          <p:cNvPr id="62" name="Google Shape;62;p33"/>
          <p:cNvSpPr txBox="1"/>
          <p:nvPr>
            <p:ph idx="10" type="dt"/>
          </p:nvPr>
        </p:nvSpPr>
        <p:spPr>
          <a:xfrm>
            <a:off x="628650" y="5296958"/>
            <a:ext cx="2057400" cy="304200"/>
          </a:xfrm>
          <a:prstGeom prst="rect">
            <a:avLst/>
          </a:prstGeom>
          <a:noFill/>
          <a:ln>
            <a:noFill/>
          </a:ln>
        </p:spPr>
        <p:txBody>
          <a:bodyPr anchorCtr="0" anchor="ctr" bIns="35550" lIns="71100" spcFirstLastPara="1" rIns="71100" wrap="square" tIns="35550">
            <a:noAutofit/>
          </a:bodyPr>
          <a:lstStyle>
            <a:lvl1pPr lvl="0" algn="l">
              <a:lnSpc>
                <a:spcPct val="100000"/>
              </a:lnSpc>
              <a:spcBef>
                <a:spcPts val="0"/>
              </a:spcBef>
              <a:spcAft>
                <a:spcPts val="0"/>
              </a:spcAft>
              <a:buSzPts val="1089"/>
              <a:buNone/>
              <a:defRPr sz="933"/>
            </a:lvl1pPr>
            <a:lvl2pPr lvl="1" algn="l">
              <a:lnSpc>
                <a:spcPct val="100000"/>
              </a:lnSpc>
              <a:spcBef>
                <a:spcPts val="0"/>
              </a:spcBef>
              <a:spcAft>
                <a:spcPts val="0"/>
              </a:spcAft>
              <a:buSzPts val="1089"/>
              <a:buNone/>
              <a:defRPr sz="1400"/>
            </a:lvl2pPr>
            <a:lvl3pPr lvl="2" algn="l">
              <a:lnSpc>
                <a:spcPct val="100000"/>
              </a:lnSpc>
              <a:spcBef>
                <a:spcPts val="0"/>
              </a:spcBef>
              <a:spcAft>
                <a:spcPts val="0"/>
              </a:spcAft>
              <a:buSzPts val="1089"/>
              <a:buNone/>
              <a:defRPr sz="1400"/>
            </a:lvl3pPr>
            <a:lvl4pPr lvl="3" algn="l">
              <a:lnSpc>
                <a:spcPct val="100000"/>
              </a:lnSpc>
              <a:spcBef>
                <a:spcPts val="0"/>
              </a:spcBef>
              <a:spcAft>
                <a:spcPts val="0"/>
              </a:spcAft>
              <a:buSzPts val="1089"/>
              <a:buNone/>
              <a:defRPr sz="1400"/>
            </a:lvl4pPr>
            <a:lvl5pPr lvl="4" algn="l">
              <a:lnSpc>
                <a:spcPct val="100000"/>
              </a:lnSpc>
              <a:spcBef>
                <a:spcPts val="0"/>
              </a:spcBef>
              <a:spcAft>
                <a:spcPts val="0"/>
              </a:spcAft>
              <a:buSzPts val="1089"/>
              <a:buNone/>
              <a:defRPr sz="1400"/>
            </a:lvl5pPr>
            <a:lvl6pPr lvl="5" algn="l">
              <a:lnSpc>
                <a:spcPct val="100000"/>
              </a:lnSpc>
              <a:spcBef>
                <a:spcPts val="0"/>
              </a:spcBef>
              <a:spcAft>
                <a:spcPts val="0"/>
              </a:spcAft>
              <a:buSzPts val="1089"/>
              <a:buNone/>
              <a:defRPr sz="1400"/>
            </a:lvl6pPr>
            <a:lvl7pPr lvl="6" algn="l">
              <a:lnSpc>
                <a:spcPct val="100000"/>
              </a:lnSpc>
              <a:spcBef>
                <a:spcPts val="0"/>
              </a:spcBef>
              <a:spcAft>
                <a:spcPts val="0"/>
              </a:spcAft>
              <a:buSzPts val="1089"/>
              <a:buNone/>
              <a:defRPr sz="1400"/>
            </a:lvl7pPr>
            <a:lvl8pPr lvl="7" algn="l">
              <a:lnSpc>
                <a:spcPct val="100000"/>
              </a:lnSpc>
              <a:spcBef>
                <a:spcPts val="0"/>
              </a:spcBef>
              <a:spcAft>
                <a:spcPts val="0"/>
              </a:spcAft>
              <a:buSzPts val="1089"/>
              <a:buNone/>
              <a:defRPr sz="1400"/>
            </a:lvl8pPr>
            <a:lvl9pPr lvl="8" algn="l">
              <a:lnSpc>
                <a:spcPct val="100000"/>
              </a:lnSpc>
              <a:spcBef>
                <a:spcPts val="0"/>
              </a:spcBef>
              <a:spcAft>
                <a:spcPts val="0"/>
              </a:spcAft>
              <a:buSzPts val="1089"/>
              <a:buNone/>
              <a:defRPr sz="1400"/>
            </a:lvl9pPr>
          </a:lstStyle>
          <a:p/>
        </p:txBody>
      </p:sp>
      <p:sp>
        <p:nvSpPr>
          <p:cNvPr id="63" name="Google Shape;63;p33"/>
          <p:cNvSpPr txBox="1"/>
          <p:nvPr>
            <p:ph idx="11" type="ftr"/>
          </p:nvPr>
        </p:nvSpPr>
        <p:spPr>
          <a:xfrm>
            <a:off x="3028950" y="5296958"/>
            <a:ext cx="3086100" cy="304200"/>
          </a:xfrm>
          <a:prstGeom prst="rect">
            <a:avLst/>
          </a:prstGeom>
          <a:noFill/>
          <a:ln>
            <a:noFill/>
          </a:ln>
        </p:spPr>
        <p:txBody>
          <a:bodyPr anchorCtr="0" anchor="ctr" bIns="35550" lIns="71100" spcFirstLastPara="1" rIns="71100" wrap="square" tIns="35550">
            <a:noAutofit/>
          </a:bodyPr>
          <a:lstStyle>
            <a:lvl1pPr lvl="0" algn="ctr">
              <a:lnSpc>
                <a:spcPct val="100000"/>
              </a:lnSpc>
              <a:spcBef>
                <a:spcPts val="0"/>
              </a:spcBef>
              <a:spcAft>
                <a:spcPts val="0"/>
              </a:spcAft>
              <a:buSzPts val="1089"/>
              <a:buNone/>
              <a:defRPr sz="933"/>
            </a:lvl1pPr>
            <a:lvl2pPr lvl="1" algn="l">
              <a:lnSpc>
                <a:spcPct val="100000"/>
              </a:lnSpc>
              <a:spcBef>
                <a:spcPts val="0"/>
              </a:spcBef>
              <a:spcAft>
                <a:spcPts val="0"/>
              </a:spcAft>
              <a:buSzPts val="1089"/>
              <a:buNone/>
              <a:defRPr sz="1400"/>
            </a:lvl2pPr>
            <a:lvl3pPr lvl="2" algn="l">
              <a:lnSpc>
                <a:spcPct val="100000"/>
              </a:lnSpc>
              <a:spcBef>
                <a:spcPts val="0"/>
              </a:spcBef>
              <a:spcAft>
                <a:spcPts val="0"/>
              </a:spcAft>
              <a:buSzPts val="1089"/>
              <a:buNone/>
              <a:defRPr sz="1400"/>
            </a:lvl3pPr>
            <a:lvl4pPr lvl="3" algn="l">
              <a:lnSpc>
                <a:spcPct val="100000"/>
              </a:lnSpc>
              <a:spcBef>
                <a:spcPts val="0"/>
              </a:spcBef>
              <a:spcAft>
                <a:spcPts val="0"/>
              </a:spcAft>
              <a:buSzPts val="1089"/>
              <a:buNone/>
              <a:defRPr sz="1400"/>
            </a:lvl4pPr>
            <a:lvl5pPr lvl="4" algn="l">
              <a:lnSpc>
                <a:spcPct val="100000"/>
              </a:lnSpc>
              <a:spcBef>
                <a:spcPts val="0"/>
              </a:spcBef>
              <a:spcAft>
                <a:spcPts val="0"/>
              </a:spcAft>
              <a:buSzPts val="1089"/>
              <a:buNone/>
              <a:defRPr sz="1400"/>
            </a:lvl5pPr>
            <a:lvl6pPr lvl="5" algn="l">
              <a:lnSpc>
                <a:spcPct val="100000"/>
              </a:lnSpc>
              <a:spcBef>
                <a:spcPts val="0"/>
              </a:spcBef>
              <a:spcAft>
                <a:spcPts val="0"/>
              </a:spcAft>
              <a:buSzPts val="1089"/>
              <a:buNone/>
              <a:defRPr sz="1400"/>
            </a:lvl6pPr>
            <a:lvl7pPr lvl="6" algn="l">
              <a:lnSpc>
                <a:spcPct val="100000"/>
              </a:lnSpc>
              <a:spcBef>
                <a:spcPts val="0"/>
              </a:spcBef>
              <a:spcAft>
                <a:spcPts val="0"/>
              </a:spcAft>
              <a:buSzPts val="1089"/>
              <a:buNone/>
              <a:defRPr sz="1400"/>
            </a:lvl7pPr>
            <a:lvl8pPr lvl="7" algn="l">
              <a:lnSpc>
                <a:spcPct val="100000"/>
              </a:lnSpc>
              <a:spcBef>
                <a:spcPts val="0"/>
              </a:spcBef>
              <a:spcAft>
                <a:spcPts val="0"/>
              </a:spcAft>
              <a:buSzPts val="1089"/>
              <a:buNone/>
              <a:defRPr sz="1400"/>
            </a:lvl8pPr>
            <a:lvl9pPr lvl="8" algn="l">
              <a:lnSpc>
                <a:spcPct val="100000"/>
              </a:lnSpc>
              <a:spcBef>
                <a:spcPts val="0"/>
              </a:spcBef>
              <a:spcAft>
                <a:spcPts val="0"/>
              </a:spcAft>
              <a:buSzPts val="1089"/>
              <a:buNone/>
              <a:defRPr sz="1400"/>
            </a:lvl9pPr>
          </a:lstStyle>
          <a:p/>
        </p:txBody>
      </p:sp>
      <p:sp>
        <p:nvSpPr>
          <p:cNvPr id="64" name="Google Shape;64;p33"/>
          <p:cNvSpPr txBox="1"/>
          <p:nvPr>
            <p:ph idx="12" type="sldNum"/>
          </p:nvPr>
        </p:nvSpPr>
        <p:spPr>
          <a:xfrm>
            <a:off x="6457950" y="5296958"/>
            <a:ext cx="2057400" cy="304200"/>
          </a:xfrm>
          <a:prstGeom prst="rect">
            <a:avLst/>
          </a:prstGeom>
          <a:noFill/>
          <a:ln>
            <a:noFill/>
          </a:ln>
        </p:spPr>
        <p:txBody>
          <a:bodyPr anchorCtr="0" anchor="ctr" bIns="35550" lIns="71100" spcFirstLastPara="1" rIns="71100" wrap="square" tIns="35550">
            <a:noAutofit/>
          </a:bodyPr>
          <a:lstStyle>
            <a:lvl1pPr indent="0" lvl="0" marL="0" marR="0" algn="r">
              <a:lnSpc>
                <a:spcPct val="100000"/>
              </a:lnSpc>
              <a:spcBef>
                <a:spcPts val="0"/>
              </a:spcBef>
              <a:spcAft>
                <a:spcPts val="0"/>
              </a:spcAft>
              <a:buClr>
                <a:srgbClr val="000000"/>
              </a:buClr>
              <a:buSzPts val="933"/>
              <a:buFont typeface="Arial"/>
              <a:buNone/>
              <a:defRPr b="0" i="0" sz="933"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933"/>
              <a:buFont typeface="Arial"/>
              <a:buNone/>
              <a:defRPr b="0" i="0" sz="933"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933"/>
              <a:buFont typeface="Arial"/>
              <a:buNone/>
              <a:defRPr b="0" i="0" sz="933"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933"/>
              <a:buFont typeface="Arial"/>
              <a:buNone/>
              <a:defRPr b="0" i="0" sz="933"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933"/>
              <a:buFont typeface="Arial"/>
              <a:buNone/>
              <a:defRPr b="0" i="0" sz="933"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933"/>
              <a:buFont typeface="Arial"/>
              <a:buNone/>
              <a:defRPr b="0" i="0" sz="933"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933"/>
              <a:buFont typeface="Arial"/>
              <a:buNone/>
              <a:defRPr b="0" i="0" sz="933"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933"/>
              <a:buFont typeface="Arial"/>
              <a:buNone/>
              <a:defRPr b="0" i="0" sz="933"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933"/>
              <a:buFont typeface="Arial"/>
              <a:buNone/>
              <a:defRPr b="0" i="0" sz="933"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transition spd="slow">
    <p:push/>
  </p:transition>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m com Legenda" type="picTx">
  <p:cSld name="PICTURE_WITH_CAPTION_TEXT">
    <p:spTree>
      <p:nvGrpSpPr>
        <p:cNvPr id="65" name="Shape 65"/>
        <p:cNvGrpSpPr/>
        <p:nvPr/>
      </p:nvGrpSpPr>
      <p:grpSpPr>
        <a:xfrm>
          <a:off x="0" y="0"/>
          <a:ext cx="0" cy="0"/>
          <a:chOff x="0" y="0"/>
          <a:chExt cx="0" cy="0"/>
        </a:xfrm>
      </p:grpSpPr>
      <p:sp>
        <p:nvSpPr>
          <p:cNvPr id="66" name="Google Shape;66;p34"/>
          <p:cNvSpPr txBox="1"/>
          <p:nvPr>
            <p:ph type="title"/>
          </p:nvPr>
        </p:nvSpPr>
        <p:spPr>
          <a:xfrm>
            <a:off x="629841" y="381000"/>
            <a:ext cx="2949300" cy="1333500"/>
          </a:xfrm>
          <a:prstGeom prst="rect">
            <a:avLst/>
          </a:prstGeom>
          <a:noFill/>
          <a:ln>
            <a:noFill/>
          </a:ln>
        </p:spPr>
        <p:txBody>
          <a:bodyPr anchorCtr="0" anchor="b" bIns="35550" lIns="71100" spcFirstLastPara="1" rIns="71100" wrap="square" tIns="35550">
            <a:normAutofit/>
          </a:bodyPr>
          <a:lstStyle>
            <a:lvl1pPr lvl="0" algn="l">
              <a:lnSpc>
                <a:spcPct val="90000"/>
              </a:lnSpc>
              <a:spcBef>
                <a:spcPts val="0"/>
              </a:spcBef>
              <a:spcAft>
                <a:spcPts val="0"/>
              </a:spcAft>
              <a:buClr>
                <a:schemeClr val="dk1"/>
              </a:buClr>
              <a:buSzPts val="2489"/>
              <a:buFont typeface="Play"/>
              <a:buNone/>
              <a:defRPr sz="2488"/>
            </a:lvl1pPr>
            <a:lvl2pPr lvl="1" algn="l">
              <a:lnSpc>
                <a:spcPct val="100000"/>
              </a:lnSpc>
              <a:spcBef>
                <a:spcPts val="0"/>
              </a:spcBef>
              <a:spcAft>
                <a:spcPts val="0"/>
              </a:spcAft>
              <a:buSzPts val="1089"/>
              <a:buNone/>
              <a:defRPr sz="1400"/>
            </a:lvl2pPr>
            <a:lvl3pPr lvl="2" algn="l">
              <a:lnSpc>
                <a:spcPct val="100000"/>
              </a:lnSpc>
              <a:spcBef>
                <a:spcPts val="0"/>
              </a:spcBef>
              <a:spcAft>
                <a:spcPts val="0"/>
              </a:spcAft>
              <a:buSzPts val="1089"/>
              <a:buNone/>
              <a:defRPr sz="1400"/>
            </a:lvl3pPr>
            <a:lvl4pPr lvl="3" algn="l">
              <a:lnSpc>
                <a:spcPct val="100000"/>
              </a:lnSpc>
              <a:spcBef>
                <a:spcPts val="0"/>
              </a:spcBef>
              <a:spcAft>
                <a:spcPts val="0"/>
              </a:spcAft>
              <a:buSzPts val="1089"/>
              <a:buNone/>
              <a:defRPr sz="1400"/>
            </a:lvl4pPr>
            <a:lvl5pPr lvl="4" algn="l">
              <a:lnSpc>
                <a:spcPct val="100000"/>
              </a:lnSpc>
              <a:spcBef>
                <a:spcPts val="0"/>
              </a:spcBef>
              <a:spcAft>
                <a:spcPts val="0"/>
              </a:spcAft>
              <a:buSzPts val="1089"/>
              <a:buNone/>
              <a:defRPr sz="1400"/>
            </a:lvl5pPr>
            <a:lvl6pPr lvl="5" algn="l">
              <a:lnSpc>
                <a:spcPct val="100000"/>
              </a:lnSpc>
              <a:spcBef>
                <a:spcPts val="0"/>
              </a:spcBef>
              <a:spcAft>
                <a:spcPts val="0"/>
              </a:spcAft>
              <a:buSzPts val="1089"/>
              <a:buNone/>
              <a:defRPr sz="1400"/>
            </a:lvl6pPr>
            <a:lvl7pPr lvl="6" algn="l">
              <a:lnSpc>
                <a:spcPct val="100000"/>
              </a:lnSpc>
              <a:spcBef>
                <a:spcPts val="0"/>
              </a:spcBef>
              <a:spcAft>
                <a:spcPts val="0"/>
              </a:spcAft>
              <a:buSzPts val="1089"/>
              <a:buNone/>
              <a:defRPr sz="1400"/>
            </a:lvl7pPr>
            <a:lvl8pPr lvl="7" algn="l">
              <a:lnSpc>
                <a:spcPct val="100000"/>
              </a:lnSpc>
              <a:spcBef>
                <a:spcPts val="0"/>
              </a:spcBef>
              <a:spcAft>
                <a:spcPts val="0"/>
              </a:spcAft>
              <a:buSzPts val="1089"/>
              <a:buNone/>
              <a:defRPr sz="1400"/>
            </a:lvl8pPr>
            <a:lvl9pPr lvl="8" algn="l">
              <a:lnSpc>
                <a:spcPct val="100000"/>
              </a:lnSpc>
              <a:spcBef>
                <a:spcPts val="0"/>
              </a:spcBef>
              <a:spcAft>
                <a:spcPts val="0"/>
              </a:spcAft>
              <a:buSzPts val="1089"/>
              <a:buNone/>
              <a:defRPr sz="1400"/>
            </a:lvl9pPr>
          </a:lstStyle>
          <a:p/>
        </p:txBody>
      </p:sp>
      <p:sp>
        <p:nvSpPr>
          <p:cNvPr id="67" name="Google Shape;67;p34"/>
          <p:cNvSpPr/>
          <p:nvPr>
            <p:ph idx="2" type="pic"/>
          </p:nvPr>
        </p:nvSpPr>
        <p:spPr>
          <a:xfrm>
            <a:off x="3887391" y="822854"/>
            <a:ext cx="4629300" cy="4061400"/>
          </a:xfrm>
          <a:prstGeom prst="rect">
            <a:avLst/>
          </a:prstGeom>
          <a:noFill/>
          <a:ln>
            <a:noFill/>
          </a:ln>
        </p:spPr>
      </p:sp>
      <p:sp>
        <p:nvSpPr>
          <p:cNvPr id="68" name="Google Shape;68;p34"/>
          <p:cNvSpPr txBox="1"/>
          <p:nvPr>
            <p:ph idx="1" type="body"/>
          </p:nvPr>
        </p:nvSpPr>
        <p:spPr>
          <a:xfrm>
            <a:off x="629841" y="1714500"/>
            <a:ext cx="2949300" cy="3176400"/>
          </a:xfrm>
          <a:prstGeom prst="rect">
            <a:avLst/>
          </a:prstGeom>
          <a:noFill/>
          <a:ln>
            <a:noFill/>
          </a:ln>
        </p:spPr>
        <p:txBody>
          <a:bodyPr anchorCtr="0" anchor="t" bIns="35550" lIns="71100" spcFirstLastPara="1" rIns="71100" wrap="square" tIns="35550">
            <a:normAutofit/>
          </a:bodyPr>
          <a:lstStyle>
            <a:lvl1pPr indent="-228600" lvl="0" marL="457200" algn="l">
              <a:lnSpc>
                <a:spcPct val="90000"/>
              </a:lnSpc>
              <a:spcBef>
                <a:spcPts val="778"/>
              </a:spcBef>
              <a:spcAft>
                <a:spcPts val="0"/>
              </a:spcAft>
              <a:buClr>
                <a:schemeClr val="dk1"/>
              </a:buClr>
              <a:buSzPts val="1244"/>
              <a:buNone/>
              <a:defRPr sz="1244"/>
            </a:lvl1pPr>
            <a:lvl2pPr indent="-228600" lvl="1" marL="914400" algn="l">
              <a:lnSpc>
                <a:spcPct val="90000"/>
              </a:lnSpc>
              <a:spcBef>
                <a:spcPts val="389"/>
              </a:spcBef>
              <a:spcAft>
                <a:spcPts val="0"/>
              </a:spcAft>
              <a:buClr>
                <a:schemeClr val="dk1"/>
              </a:buClr>
              <a:buSzPts val="1089"/>
              <a:buNone/>
              <a:defRPr sz="1088"/>
            </a:lvl2pPr>
            <a:lvl3pPr indent="-228600" lvl="2" marL="1371600" algn="l">
              <a:lnSpc>
                <a:spcPct val="90000"/>
              </a:lnSpc>
              <a:spcBef>
                <a:spcPts val="389"/>
              </a:spcBef>
              <a:spcAft>
                <a:spcPts val="0"/>
              </a:spcAft>
              <a:buClr>
                <a:schemeClr val="dk1"/>
              </a:buClr>
              <a:buSzPts val="933"/>
              <a:buNone/>
              <a:defRPr sz="933"/>
            </a:lvl3pPr>
            <a:lvl4pPr indent="-228600" lvl="3" marL="1828800" algn="l">
              <a:lnSpc>
                <a:spcPct val="90000"/>
              </a:lnSpc>
              <a:spcBef>
                <a:spcPts val="389"/>
              </a:spcBef>
              <a:spcAft>
                <a:spcPts val="0"/>
              </a:spcAft>
              <a:buClr>
                <a:schemeClr val="dk1"/>
              </a:buClr>
              <a:buSzPts val="778"/>
              <a:buNone/>
              <a:defRPr sz="777"/>
            </a:lvl4pPr>
            <a:lvl5pPr indent="-228600" lvl="4" marL="2286000" algn="l">
              <a:lnSpc>
                <a:spcPct val="90000"/>
              </a:lnSpc>
              <a:spcBef>
                <a:spcPts val="389"/>
              </a:spcBef>
              <a:spcAft>
                <a:spcPts val="0"/>
              </a:spcAft>
              <a:buClr>
                <a:schemeClr val="dk1"/>
              </a:buClr>
              <a:buSzPts val="778"/>
              <a:buNone/>
              <a:defRPr sz="777"/>
            </a:lvl5pPr>
            <a:lvl6pPr indent="-228600" lvl="5" marL="2743200" algn="l">
              <a:lnSpc>
                <a:spcPct val="90000"/>
              </a:lnSpc>
              <a:spcBef>
                <a:spcPts val="389"/>
              </a:spcBef>
              <a:spcAft>
                <a:spcPts val="0"/>
              </a:spcAft>
              <a:buClr>
                <a:schemeClr val="dk1"/>
              </a:buClr>
              <a:buSzPts val="778"/>
              <a:buNone/>
              <a:defRPr sz="777"/>
            </a:lvl6pPr>
            <a:lvl7pPr indent="-228600" lvl="6" marL="3200400" algn="l">
              <a:lnSpc>
                <a:spcPct val="90000"/>
              </a:lnSpc>
              <a:spcBef>
                <a:spcPts val="389"/>
              </a:spcBef>
              <a:spcAft>
                <a:spcPts val="0"/>
              </a:spcAft>
              <a:buClr>
                <a:schemeClr val="dk1"/>
              </a:buClr>
              <a:buSzPts val="778"/>
              <a:buNone/>
              <a:defRPr sz="777"/>
            </a:lvl7pPr>
            <a:lvl8pPr indent="-228600" lvl="7" marL="3657600" algn="l">
              <a:lnSpc>
                <a:spcPct val="90000"/>
              </a:lnSpc>
              <a:spcBef>
                <a:spcPts val="389"/>
              </a:spcBef>
              <a:spcAft>
                <a:spcPts val="0"/>
              </a:spcAft>
              <a:buClr>
                <a:schemeClr val="dk1"/>
              </a:buClr>
              <a:buSzPts val="778"/>
              <a:buNone/>
              <a:defRPr sz="777"/>
            </a:lvl8pPr>
            <a:lvl9pPr indent="-228600" lvl="8" marL="4114800" algn="l">
              <a:lnSpc>
                <a:spcPct val="90000"/>
              </a:lnSpc>
              <a:spcBef>
                <a:spcPts val="389"/>
              </a:spcBef>
              <a:spcAft>
                <a:spcPts val="0"/>
              </a:spcAft>
              <a:buClr>
                <a:schemeClr val="dk1"/>
              </a:buClr>
              <a:buSzPts val="778"/>
              <a:buNone/>
              <a:defRPr sz="777"/>
            </a:lvl9pPr>
          </a:lstStyle>
          <a:p/>
        </p:txBody>
      </p:sp>
      <p:sp>
        <p:nvSpPr>
          <p:cNvPr id="69" name="Google Shape;69;p34"/>
          <p:cNvSpPr txBox="1"/>
          <p:nvPr>
            <p:ph idx="10" type="dt"/>
          </p:nvPr>
        </p:nvSpPr>
        <p:spPr>
          <a:xfrm>
            <a:off x="628650" y="5296958"/>
            <a:ext cx="2057400" cy="304200"/>
          </a:xfrm>
          <a:prstGeom prst="rect">
            <a:avLst/>
          </a:prstGeom>
          <a:noFill/>
          <a:ln>
            <a:noFill/>
          </a:ln>
        </p:spPr>
        <p:txBody>
          <a:bodyPr anchorCtr="0" anchor="ctr" bIns="35550" lIns="71100" spcFirstLastPara="1" rIns="71100" wrap="square" tIns="35550">
            <a:noAutofit/>
          </a:bodyPr>
          <a:lstStyle>
            <a:lvl1pPr lvl="0" algn="l">
              <a:lnSpc>
                <a:spcPct val="100000"/>
              </a:lnSpc>
              <a:spcBef>
                <a:spcPts val="0"/>
              </a:spcBef>
              <a:spcAft>
                <a:spcPts val="0"/>
              </a:spcAft>
              <a:buSzPts val="1089"/>
              <a:buNone/>
              <a:defRPr sz="933"/>
            </a:lvl1pPr>
            <a:lvl2pPr lvl="1" algn="l">
              <a:lnSpc>
                <a:spcPct val="100000"/>
              </a:lnSpc>
              <a:spcBef>
                <a:spcPts val="0"/>
              </a:spcBef>
              <a:spcAft>
                <a:spcPts val="0"/>
              </a:spcAft>
              <a:buSzPts val="1089"/>
              <a:buNone/>
              <a:defRPr sz="1400"/>
            </a:lvl2pPr>
            <a:lvl3pPr lvl="2" algn="l">
              <a:lnSpc>
                <a:spcPct val="100000"/>
              </a:lnSpc>
              <a:spcBef>
                <a:spcPts val="0"/>
              </a:spcBef>
              <a:spcAft>
                <a:spcPts val="0"/>
              </a:spcAft>
              <a:buSzPts val="1089"/>
              <a:buNone/>
              <a:defRPr sz="1400"/>
            </a:lvl3pPr>
            <a:lvl4pPr lvl="3" algn="l">
              <a:lnSpc>
                <a:spcPct val="100000"/>
              </a:lnSpc>
              <a:spcBef>
                <a:spcPts val="0"/>
              </a:spcBef>
              <a:spcAft>
                <a:spcPts val="0"/>
              </a:spcAft>
              <a:buSzPts val="1089"/>
              <a:buNone/>
              <a:defRPr sz="1400"/>
            </a:lvl4pPr>
            <a:lvl5pPr lvl="4" algn="l">
              <a:lnSpc>
                <a:spcPct val="100000"/>
              </a:lnSpc>
              <a:spcBef>
                <a:spcPts val="0"/>
              </a:spcBef>
              <a:spcAft>
                <a:spcPts val="0"/>
              </a:spcAft>
              <a:buSzPts val="1089"/>
              <a:buNone/>
              <a:defRPr sz="1400"/>
            </a:lvl5pPr>
            <a:lvl6pPr lvl="5" algn="l">
              <a:lnSpc>
                <a:spcPct val="100000"/>
              </a:lnSpc>
              <a:spcBef>
                <a:spcPts val="0"/>
              </a:spcBef>
              <a:spcAft>
                <a:spcPts val="0"/>
              </a:spcAft>
              <a:buSzPts val="1089"/>
              <a:buNone/>
              <a:defRPr sz="1400"/>
            </a:lvl6pPr>
            <a:lvl7pPr lvl="6" algn="l">
              <a:lnSpc>
                <a:spcPct val="100000"/>
              </a:lnSpc>
              <a:spcBef>
                <a:spcPts val="0"/>
              </a:spcBef>
              <a:spcAft>
                <a:spcPts val="0"/>
              </a:spcAft>
              <a:buSzPts val="1089"/>
              <a:buNone/>
              <a:defRPr sz="1400"/>
            </a:lvl7pPr>
            <a:lvl8pPr lvl="7" algn="l">
              <a:lnSpc>
                <a:spcPct val="100000"/>
              </a:lnSpc>
              <a:spcBef>
                <a:spcPts val="0"/>
              </a:spcBef>
              <a:spcAft>
                <a:spcPts val="0"/>
              </a:spcAft>
              <a:buSzPts val="1089"/>
              <a:buNone/>
              <a:defRPr sz="1400"/>
            </a:lvl8pPr>
            <a:lvl9pPr lvl="8" algn="l">
              <a:lnSpc>
                <a:spcPct val="100000"/>
              </a:lnSpc>
              <a:spcBef>
                <a:spcPts val="0"/>
              </a:spcBef>
              <a:spcAft>
                <a:spcPts val="0"/>
              </a:spcAft>
              <a:buSzPts val="1089"/>
              <a:buNone/>
              <a:defRPr sz="1400"/>
            </a:lvl9pPr>
          </a:lstStyle>
          <a:p/>
        </p:txBody>
      </p:sp>
      <p:sp>
        <p:nvSpPr>
          <p:cNvPr id="70" name="Google Shape;70;p34"/>
          <p:cNvSpPr txBox="1"/>
          <p:nvPr>
            <p:ph idx="11" type="ftr"/>
          </p:nvPr>
        </p:nvSpPr>
        <p:spPr>
          <a:xfrm>
            <a:off x="3028950" y="5296958"/>
            <a:ext cx="3086100" cy="304200"/>
          </a:xfrm>
          <a:prstGeom prst="rect">
            <a:avLst/>
          </a:prstGeom>
          <a:noFill/>
          <a:ln>
            <a:noFill/>
          </a:ln>
        </p:spPr>
        <p:txBody>
          <a:bodyPr anchorCtr="0" anchor="ctr" bIns="35550" lIns="71100" spcFirstLastPara="1" rIns="71100" wrap="square" tIns="35550">
            <a:noAutofit/>
          </a:bodyPr>
          <a:lstStyle>
            <a:lvl1pPr lvl="0" algn="ctr">
              <a:lnSpc>
                <a:spcPct val="100000"/>
              </a:lnSpc>
              <a:spcBef>
                <a:spcPts val="0"/>
              </a:spcBef>
              <a:spcAft>
                <a:spcPts val="0"/>
              </a:spcAft>
              <a:buSzPts val="1089"/>
              <a:buNone/>
              <a:defRPr sz="933"/>
            </a:lvl1pPr>
            <a:lvl2pPr lvl="1" algn="l">
              <a:lnSpc>
                <a:spcPct val="100000"/>
              </a:lnSpc>
              <a:spcBef>
                <a:spcPts val="0"/>
              </a:spcBef>
              <a:spcAft>
                <a:spcPts val="0"/>
              </a:spcAft>
              <a:buSzPts val="1089"/>
              <a:buNone/>
              <a:defRPr sz="1400"/>
            </a:lvl2pPr>
            <a:lvl3pPr lvl="2" algn="l">
              <a:lnSpc>
                <a:spcPct val="100000"/>
              </a:lnSpc>
              <a:spcBef>
                <a:spcPts val="0"/>
              </a:spcBef>
              <a:spcAft>
                <a:spcPts val="0"/>
              </a:spcAft>
              <a:buSzPts val="1089"/>
              <a:buNone/>
              <a:defRPr sz="1400"/>
            </a:lvl3pPr>
            <a:lvl4pPr lvl="3" algn="l">
              <a:lnSpc>
                <a:spcPct val="100000"/>
              </a:lnSpc>
              <a:spcBef>
                <a:spcPts val="0"/>
              </a:spcBef>
              <a:spcAft>
                <a:spcPts val="0"/>
              </a:spcAft>
              <a:buSzPts val="1089"/>
              <a:buNone/>
              <a:defRPr sz="1400"/>
            </a:lvl4pPr>
            <a:lvl5pPr lvl="4" algn="l">
              <a:lnSpc>
                <a:spcPct val="100000"/>
              </a:lnSpc>
              <a:spcBef>
                <a:spcPts val="0"/>
              </a:spcBef>
              <a:spcAft>
                <a:spcPts val="0"/>
              </a:spcAft>
              <a:buSzPts val="1089"/>
              <a:buNone/>
              <a:defRPr sz="1400"/>
            </a:lvl5pPr>
            <a:lvl6pPr lvl="5" algn="l">
              <a:lnSpc>
                <a:spcPct val="100000"/>
              </a:lnSpc>
              <a:spcBef>
                <a:spcPts val="0"/>
              </a:spcBef>
              <a:spcAft>
                <a:spcPts val="0"/>
              </a:spcAft>
              <a:buSzPts val="1089"/>
              <a:buNone/>
              <a:defRPr sz="1400"/>
            </a:lvl6pPr>
            <a:lvl7pPr lvl="6" algn="l">
              <a:lnSpc>
                <a:spcPct val="100000"/>
              </a:lnSpc>
              <a:spcBef>
                <a:spcPts val="0"/>
              </a:spcBef>
              <a:spcAft>
                <a:spcPts val="0"/>
              </a:spcAft>
              <a:buSzPts val="1089"/>
              <a:buNone/>
              <a:defRPr sz="1400"/>
            </a:lvl7pPr>
            <a:lvl8pPr lvl="7" algn="l">
              <a:lnSpc>
                <a:spcPct val="100000"/>
              </a:lnSpc>
              <a:spcBef>
                <a:spcPts val="0"/>
              </a:spcBef>
              <a:spcAft>
                <a:spcPts val="0"/>
              </a:spcAft>
              <a:buSzPts val="1089"/>
              <a:buNone/>
              <a:defRPr sz="1400"/>
            </a:lvl8pPr>
            <a:lvl9pPr lvl="8" algn="l">
              <a:lnSpc>
                <a:spcPct val="100000"/>
              </a:lnSpc>
              <a:spcBef>
                <a:spcPts val="0"/>
              </a:spcBef>
              <a:spcAft>
                <a:spcPts val="0"/>
              </a:spcAft>
              <a:buSzPts val="1089"/>
              <a:buNone/>
              <a:defRPr sz="1400"/>
            </a:lvl9pPr>
          </a:lstStyle>
          <a:p/>
        </p:txBody>
      </p:sp>
      <p:sp>
        <p:nvSpPr>
          <p:cNvPr id="71" name="Google Shape;71;p34"/>
          <p:cNvSpPr txBox="1"/>
          <p:nvPr>
            <p:ph idx="12" type="sldNum"/>
          </p:nvPr>
        </p:nvSpPr>
        <p:spPr>
          <a:xfrm>
            <a:off x="6457950" y="5296958"/>
            <a:ext cx="2057400" cy="304200"/>
          </a:xfrm>
          <a:prstGeom prst="rect">
            <a:avLst/>
          </a:prstGeom>
          <a:noFill/>
          <a:ln>
            <a:noFill/>
          </a:ln>
        </p:spPr>
        <p:txBody>
          <a:bodyPr anchorCtr="0" anchor="ctr" bIns="35550" lIns="71100" spcFirstLastPara="1" rIns="71100" wrap="square" tIns="35550">
            <a:noAutofit/>
          </a:bodyPr>
          <a:lstStyle>
            <a:lvl1pPr indent="0" lvl="0" marL="0" marR="0" algn="r">
              <a:lnSpc>
                <a:spcPct val="100000"/>
              </a:lnSpc>
              <a:spcBef>
                <a:spcPts val="0"/>
              </a:spcBef>
              <a:spcAft>
                <a:spcPts val="0"/>
              </a:spcAft>
              <a:buClr>
                <a:srgbClr val="000000"/>
              </a:buClr>
              <a:buSzPts val="933"/>
              <a:buFont typeface="Arial"/>
              <a:buNone/>
              <a:defRPr b="0" i="0" sz="933"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933"/>
              <a:buFont typeface="Arial"/>
              <a:buNone/>
              <a:defRPr b="0" i="0" sz="933"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933"/>
              <a:buFont typeface="Arial"/>
              <a:buNone/>
              <a:defRPr b="0" i="0" sz="933"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933"/>
              <a:buFont typeface="Arial"/>
              <a:buNone/>
              <a:defRPr b="0" i="0" sz="933"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933"/>
              <a:buFont typeface="Arial"/>
              <a:buNone/>
              <a:defRPr b="0" i="0" sz="933"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933"/>
              <a:buFont typeface="Arial"/>
              <a:buNone/>
              <a:defRPr b="0" i="0" sz="933"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933"/>
              <a:buFont typeface="Arial"/>
              <a:buNone/>
              <a:defRPr b="0" i="0" sz="933"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933"/>
              <a:buFont typeface="Arial"/>
              <a:buNone/>
              <a:defRPr b="0" i="0" sz="933"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933"/>
              <a:buFont typeface="Arial"/>
              <a:buNone/>
              <a:defRPr b="0" i="0" sz="933"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transition spd="slow">
    <p:push/>
  </p:transition>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e Texto Vertical" type="vertTx">
  <p:cSld name="VERTICAL_TEXT">
    <p:spTree>
      <p:nvGrpSpPr>
        <p:cNvPr id="72" name="Shape 72"/>
        <p:cNvGrpSpPr/>
        <p:nvPr/>
      </p:nvGrpSpPr>
      <p:grpSpPr>
        <a:xfrm>
          <a:off x="0" y="0"/>
          <a:ext cx="0" cy="0"/>
          <a:chOff x="0" y="0"/>
          <a:chExt cx="0" cy="0"/>
        </a:xfrm>
      </p:grpSpPr>
      <p:sp>
        <p:nvSpPr>
          <p:cNvPr id="73" name="Google Shape;73;p35"/>
          <p:cNvSpPr txBox="1"/>
          <p:nvPr>
            <p:ph type="title"/>
          </p:nvPr>
        </p:nvSpPr>
        <p:spPr>
          <a:xfrm>
            <a:off x="628650" y="304271"/>
            <a:ext cx="7886700" cy="1104600"/>
          </a:xfrm>
          <a:prstGeom prst="rect">
            <a:avLst/>
          </a:prstGeom>
          <a:noFill/>
          <a:ln>
            <a:noFill/>
          </a:ln>
        </p:spPr>
        <p:txBody>
          <a:bodyPr anchorCtr="0" anchor="ctr" bIns="35550" lIns="71100" spcFirstLastPara="1" rIns="71100" wrap="square" tIns="35550">
            <a:normAutofit/>
          </a:bodyPr>
          <a:lstStyle>
            <a:lvl1pPr lvl="0" algn="l">
              <a:lnSpc>
                <a:spcPct val="90000"/>
              </a:lnSpc>
              <a:spcBef>
                <a:spcPts val="0"/>
              </a:spcBef>
              <a:spcAft>
                <a:spcPts val="0"/>
              </a:spcAft>
              <a:buClr>
                <a:schemeClr val="dk1"/>
              </a:buClr>
              <a:buSzPts val="1400"/>
              <a:buNone/>
              <a:defRPr sz="3422"/>
            </a:lvl1pPr>
            <a:lvl2pPr lvl="1" algn="l">
              <a:lnSpc>
                <a:spcPct val="100000"/>
              </a:lnSpc>
              <a:spcBef>
                <a:spcPts val="0"/>
              </a:spcBef>
              <a:spcAft>
                <a:spcPts val="0"/>
              </a:spcAft>
              <a:buSzPts val="1089"/>
              <a:buNone/>
              <a:defRPr sz="1400"/>
            </a:lvl2pPr>
            <a:lvl3pPr lvl="2" algn="l">
              <a:lnSpc>
                <a:spcPct val="100000"/>
              </a:lnSpc>
              <a:spcBef>
                <a:spcPts val="0"/>
              </a:spcBef>
              <a:spcAft>
                <a:spcPts val="0"/>
              </a:spcAft>
              <a:buSzPts val="1089"/>
              <a:buNone/>
              <a:defRPr sz="1400"/>
            </a:lvl3pPr>
            <a:lvl4pPr lvl="3" algn="l">
              <a:lnSpc>
                <a:spcPct val="100000"/>
              </a:lnSpc>
              <a:spcBef>
                <a:spcPts val="0"/>
              </a:spcBef>
              <a:spcAft>
                <a:spcPts val="0"/>
              </a:spcAft>
              <a:buSzPts val="1089"/>
              <a:buNone/>
              <a:defRPr sz="1400"/>
            </a:lvl4pPr>
            <a:lvl5pPr lvl="4" algn="l">
              <a:lnSpc>
                <a:spcPct val="100000"/>
              </a:lnSpc>
              <a:spcBef>
                <a:spcPts val="0"/>
              </a:spcBef>
              <a:spcAft>
                <a:spcPts val="0"/>
              </a:spcAft>
              <a:buSzPts val="1089"/>
              <a:buNone/>
              <a:defRPr sz="1400"/>
            </a:lvl5pPr>
            <a:lvl6pPr lvl="5" algn="l">
              <a:lnSpc>
                <a:spcPct val="100000"/>
              </a:lnSpc>
              <a:spcBef>
                <a:spcPts val="0"/>
              </a:spcBef>
              <a:spcAft>
                <a:spcPts val="0"/>
              </a:spcAft>
              <a:buSzPts val="1089"/>
              <a:buNone/>
              <a:defRPr sz="1400"/>
            </a:lvl6pPr>
            <a:lvl7pPr lvl="6" algn="l">
              <a:lnSpc>
                <a:spcPct val="100000"/>
              </a:lnSpc>
              <a:spcBef>
                <a:spcPts val="0"/>
              </a:spcBef>
              <a:spcAft>
                <a:spcPts val="0"/>
              </a:spcAft>
              <a:buSzPts val="1089"/>
              <a:buNone/>
              <a:defRPr sz="1400"/>
            </a:lvl7pPr>
            <a:lvl8pPr lvl="7" algn="l">
              <a:lnSpc>
                <a:spcPct val="100000"/>
              </a:lnSpc>
              <a:spcBef>
                <a:spcPts val="0"/>
              </a:spcBef>
              <a:spcAft>
                <a:spcPts val="0"/>
              </a:spcAft>
              <a:buSzPts val="1089"/>
              <a:buNone/>
              <a:defRPr sz="1400"/>
            </a:lvl8pPr>
            <a:lvl9pPr lvl="8" algn="l">
              <a:lnSpc>
                <a:spcPct val="100000"/>
              </a:lnSpc>
              <a:spcBef>
                <a:spcPts val="0"/>
              </a:spcBef>
              <a:spcAft>
                <a:spcPts val="0"/>
              </a:spcAft>
              <a:buSzPts val="1089"/>
              <a:buNone/>
              <a:defRPr sz="1400"/>
            </a:lvl9pPr>
          </a:lstStyle>
          <a:p/>
        </p:txBody>
      </p:sp>
      <p:sp>
        <p:nvSpPr>
          <p:cNvPr id="74" name="Google Shape;74;p35"/>
          <p:cNvSpPr txBox="1"/>
          <p:nvPr>
            <p:ph idx="1" type="body"/>
          </p:nvPr>
        </p:nvSpPr>
        <p:spPr>
          <a:xfrm rot="5400000">
            <a:off x="2758950" y="-608946"/>
            <a:ext cx="3626100" cy="7886700"/>
          </a:xfrm>
          <a:prstGeom prst="rect">
            <a:avLst/>
          </a:prstGeom>
          <a:noFill/>
          <a:ln>
            <a:noFill/>
          </a:ln>
        </p:spPr>
        <p:txBody>
          <a:bodyPr anchorCtr="0" anchor="t" bIns="35550" lIns="71100" spcFirstLastPara="1" rIns="71100" wrap="square" tIns="35550">
            <a:normAutofit/>
          </a:bodyPr>
          <a:lstStyle>
            <a:lvl1pPr indent="-317500" lvl="0" marL="457200" algn="l">
              <a:lnSpc>
                <a:spcPct val="90000"/>
              </a:lnSpc>
              <a:spcBef>
                <a:spcPts val="778"/>
              </a:spcBef>
              <a:spcAft>
                <a:spcPts val="0"/>
              </a:spcAft>
              <a:buClr>
                <a:schemeClr val="dk1"/>
              </a:buClr>
              <a:buSzPts val="1400"/>
              <a:buChar char="•"/>
              <a:defRPr sz="2177"/>
            </a:lvl1pPr>
            <a:lvl2pPr indent="-317500" lvl="1" marL="914400" algn="l">
              <a:lnSpc>
                <a:spcPct val="90000"/>
              </a:lnSpc>
              <a:spcBef>
                <a:spcPts val="389"/>
              </a:spcBef>
              <a:spcAft>
                <a:spcPts val="0"/>
              </a:spcAft>
              <a:buClr>
                <a:schemeClr val="dk1"/>
              </a:buClr>
              <a:buSzPts val="1400"/>
              <a:buChar char="•"/>
              <a:defRPr sz="1866"/>
            </a:lvl2pPr>
            <a:lvl3pPr indent="-317500" lvl="2" marL="1371600" algn="l">
              <a:lnSpc>
                <a:spcPct val="90000"/>
              </a:lnSpc>
              <a:spcBef>
                <a:spcPts val="389"/>
              </a:spcBef>
              <a:spcAft>
                <a:spcPts val="0"/>
              </a:spcAft>
              <a:buClr>
                <a:schemeClr val="dk1"/>
              </a:buClr>
              <a:buSzPts val="1400"/>
              <a:buChar char="•"/>
              <a:defRPr sz="1555"/>
            </a:lvl3pPr>
            <a:lvl4pPr indent="-317500" lvl="3" marL="1828800" algn="l">
              <a:lnSpc>
                <a:spcPct val="90000"/>
              </a:lnSpc>
              <a:spcBef>
                <a:spcPts val="389"/>
              </a:spcBef>
              <a:spcAft>
                <a:spcPts val="0"/>
              </a:spcAft>
              <a:buClr>
                <a:schemeClr val="dk1"/>
              </a:buClr>
              <a:buSzPts val="1400"/>
              <a:buChar char="•"/>
              <a:defRPr sz="1400"/>
            </a:lvl4pPr>
            <a:lvl5pPr indent="-317500" lvl="4" marL="2286000" algn="l">
              <a:lnSpc>
                <a:spcPct val="90000"/>
              </a:lnSpc>
              <a:spcBef>
                <a:spcPts val="389"/>
              </a:spcBef>
              <a:spcAft>
                <a:spcPts val="0"/>
              </a:spcAft>
              <a:buClr>
                <a:schemeClr val="dk1"/>
              </a:buClr>
              <a:buSzPts val="1400"/>
              <a:buChar char="•"/>
              <a:defRPr sz="1400"/>
            </a:lvl5pPr>
            <a:lvl6pPr indent="-317500" lvl="5" marL="2743200" algn="l">
              <a:lnSpc>
                <a:spcPct val="90000"/>
              </a:lnSpc>
              <a:spcBef>
                <a:spcPts val="389"/>
              </a:spcBef>
              <a:spcAft>
                <a:spcPts val="0"/>
              </a:spcAft>
              <a:buClr>
                <a:schemeClr val="dk1"/>
              </a:buClr>
              <a:buSzPts val="1400"/>
              <a:buChar char="•"/>
              <a:defRPr sz="1400"/>
            </a:lvl6pPr>
            <a:lvl7pPr indent="-317500" lvl="6" marL="3200400" algn="l">
              <a:lnSpc>
                <a:spcPct val="90000"/>
              </a:lnSpc>
              <a:spcBef>
                <a:spcPts val="389"/>
              </a:spcBef>
              <a:spcAft>
                <a:spcPts val="0"/>
              </a:spcAft>
              <a:buClr>
                <a:schemeClr val="dk1"/>
              </a:buClr>
              <a:buSzPts val="1400"/>
              <a:buChar char="•"/>
              <a:defRPr sz="1400"/>
            </a:lvl7pPr>
            <a:lvl8pPr indent="-317500" lvl="7" marL="3657600" algn="l">
              <a:lnSpc>
                <a:spcPct val="90000"/>
              </a:lnSpc>
              <a:spcBef>
                <a:spcPts val="389"/>
              </a:spcBef>
              <a:spcAft>
                <a:spcPts val="0"/>
              </a:spcAft>
              <a:buClr>
                <a:schemeClr val="dk1"/>
              </a:buClr>
              <a:buSzPts val="1400"/>
              <a:buChar char="•"/>
              <a:defRPr sz="1400"/>
            </a:lvl8pPr>
            <a:lvl9pPr indent="-317500" lvl="8" marL="4114800" algn="l">
              <a:lnSpc>
                <a:spcPct val="90000"/>
              </a:lnSpc>
              <a:spcBef>
                <a:spcPts val="389"/>
              </a:spcBef>
              <a:spcAft>
                <a:spcPts val="0"/>
              </a:spcAft>
              <a:buClr>
                <a:schemeClr val="dk1"/>
              </a:buClr>
              <a:buSzPts val="1400"/>
              <a:buChar char="•"/>
              <a:defRPr sz="1400"/>
            </a:lvl9pPr>
          </a:lstStyle>
          <a:p/>
        </p:txBody>
      </p:sp>
      <p:sp>
        <p:nvSpPr>
          <p:cNvPr id="75" name="Google Shape;75;p35"/>
          <p:cNvSpPr txBox="1"/>
          <p:nvPr>
            <p:ph idx="10" type="dt"/>
          </p:nvPr>
        </p:nvSpPr>
        <p:spPr>
          <a:xfrm>
            <a:off x="628650" y="5296958"/>
            <a:ext cx="2057400" cy="304200"/>
          </a:xfrm>
          <a:prstGeom prst="rect">
            <a:avLst/>
          </a:prstGeom>
          <a:noFill/>
          <a:ln>
            <a:noFill/>
          </a:ln>
        </p:spPr>
        <p:txBody>
          <a:bodyPr anchorCtr="0" anchor="ctr" bIns="35550" lIns="71100" spcFirstLastPara="1" rIns="71100" wrap="square" tIns="35550">
            <a:noAutofit/>
          </a:bodyPr>
          <a:lstStyle>
            <a:lvl1pPr lvl="0" algn="l">
              <a:lnSpc>
                <a:spcPct val="100000"/>
              </a:lnSpc>
              <a:spcBef>
                <a:spcPts val="0"/>
              </a:spcBef>
              <a:spcAft>
                <a:spcPts val="0"/>
              </a:spcAft>
              <a:buSzPts val="1089"/>
              <a:buNone/>
              <a:defRPr sz="933"/>
            </a:lvl1pPr>
            <a:lvl2pPr lvl="1" algn="l">
              <a:lnSpc>
                <a:spcPct val="100000"/>
              </a:lnSpc>
              <a:spcBef>
                <a:spcPts val="0"/>
              </a:spcBef>
              <a:spcAft>
                <a:spcPts val="0"/>
              </a:spcAft>
              <a:buSzPts val="1089"/>
              <a:buNone/>
              <a:defRPr sz="1400"/>
            </a:lvl2pPr>
            <a:lvl3pPr lvl="2" algn="l">
              <a:lnSpc>
                <a:spcPct val="100000"/>
              </a:lnSpc>
              <a:spcBef>
                <a:spcPts val="0"/>
              </a:spcBef>
              <a:spcAft>
                <a:spcPts val="0"/>
              </a:spcAft>
              <a:buSzPts val="1089"/>
              <a:buNone/>
              <a:defRPr sz="1400"/>
            </a:lvl3pPr>
            <a:lvl4pPr lvl="3" algn="l">
              <a:lnSpc>
                <a:spcPct val="100000"/>
              </a:lnSpc>
              <a:spcBef>
                <a:spcPts val="0"/>
              </a:spcBef>
              <a:spcAft>
                <a:spcPts val="0"/>
              </a:spcAft>
              <a:buSzPts val="1089"/>
              <a:buNone/>
              <a:defRPr sz="1400"/>
            </a:lvl4pPr>
            <a:lvl5pPr lvl="4" algn="l">
              <a:lnSpc>
                <a:spcPct val="100000"/>
              </a:lnSpc>
              <a:spcBef>
                <a:spcPts val="0"/>
              </a:spcBef>
              <a:spcAft>
                <a:spcPts val="0"/>
              </a:spcAft>
              <a:buSzPts val="1089"/>
              <a:buNone/>
              <a:defRPr sz="1400"/>
            </a:lvl5pPr>
            <a:lvl6pPr lvl="5" algn="l">
              <a:lnSpc>
                <a:spcPct val="100000"/>
              </a:lnSpc>
              <a:spcBef>
                <a:spcPts val="0"/>
              </a:spcBef>
              <a:spcAft>
                <a:spcPts val="0"/>
              </a:spcAft>
              <a:buSzPts val="1089"/>
              <a:buNone/>
              <a:defRPr sz="1400"/>
            </a:lvl6pPr>
            <a:lvl7pPr lvl="6" algn="l">
              <a:lnSpc>
                <a:spcPct val="100000"/>
              </a:lnSpc>
              <a:spcBef>
                <a:spcPts val="0"/>
              </a:spcBef>
              <a:spcAft>
                <a:spcPts val="0"/>
              </a:spcAft>
              <a:buSzPts val="1089"/>
              <a:buNone/>
              <a:defRPr sz="1400"/>
            </a:lvl7pPr>
            <a:lvl8pPr lvl="7" algn="l">
              <a:lnSpc>
                <a:spcPct val="100000"/>
              </a:lnSpc>
              <a:spcBef>
                <a:spcPts val="0"/>
              </a:spcBef>
              <a:spcAft>
                <a:spcPts val="0"/>
              </a:spcAft>
              <a:buSzPts val="1089"/>
              <a:buNone/>
              <a:defRPr sz="1400"/>
            </a:lvl8pPr>
            <a:lvl9pPr lvl="8" algn="l">
              <a:lnSpc>
                <a:spcPct val="100000"/>
              </a:lnSpc>
              <a:spcBef>
                <a:spcPts val="0"/>
              </a:spcBef>
              <a:spcAft>
                <a:spcPts val="0"/>
              </a:spcAft>
              <a:buSzPts val="1089"/>
              <a:buNone/>
              <a:defRPr sz="1400"/>
            </a:lvl9pPr>
          </a:lstStyle>
          <a:p/>
        </p:txBody>
      </p:sp>
      <p:sp>
        <p:nvSpPr>
          <p:cNvPr id="76" name="Google Shape;76;p35"/>
          <p:cNvSpPr txBox="1"/>
          <p:nvPr>
            <p:ph idx="11" type="ftr"/>
          </p:nvPr>
        </p:nvSpPr>
        <p:spPr>
          <a:xfrm>
            <a:off x="3028950" y="5296958"/>
            <a:ext cx="3086100" cy="304200"/>
          </a:xfrm>
          <a:prstGeom prst="rect">
            <a:avLst/>
          </a:prstGeom>
          <a:noFill/>
          <a:ln>
            <a:noFill/>
          </a:ln>
        </p:spPr>
        <p:txBody>
          <a:bodyPr anchorCtr="0" anchor="ctr" bIns="35550" lIns="71100" spcFirstLastPara="1" rIns="71100" wrap="square" tIns="35550">
            <a:noAutofit/>
          </a:bodyPr>
          <a:lstStyle>
            <a:lvl1pPr lvl="0" algn="ctr">
              <a:lnSpc>
                <a:spcPct val="100000"/>
              </a:lnSpc>
              <a:spcBef>
                <a:spcPts val="0"/>
              </a:spcBef>
              <a:spcAft>
                <a:spcPts val="0"/>
              </a:spcAft>
              <a:buSzPts val="1089"/>
              <a:buNone/>
              <a:defRPr sz="933"/>
            </a:lvl1pPr>
            <a:lvl2pPr lvl="1" algn="l">
              <a:lnSpc>
                <a:spcPct val="100000"/>
              </a:lnSpc>
              <a:spcBef>
                <a:spcPts val="0"/>
              </a:spcBef>
              <a:spcAft>
                <a:spcPts val="0"/>
              </a:spcAft>
              <a:buSzPts val="1089"/>
              <a:buNone/>
              <a:defRPr sz="1400"/>
            </a:lvl2pPr>
            <a:lvl3pPr lvl="2" algn="l">
              <a:lnSpc>
                <a:spcPct val="100000"/>
              </a:lnSpc>
              <a:spcBef>
                <a:spcPts val="0"/>
              </a:spcBef>
              <a:spcAft>
                <a:spcPts val="0"/>
              </a:spcAft>
              <a:buSzPts val="1089"/>
              <a:buNone/>
              <a:defRPr sz="1400"/>
            </a:lvl3pPr>
            <a:lvl4pPr lvl="3" algn="l">
              <a:lnSpc>
                <a:spcPct val="100000"/>
              </a:lnSpc>
              <a:spcBef>
                <a:spcPts val="0"/>
              </a:spcBef>
              <a:spcAft>
                <a:spcPts val="0"/>
              </a:spcAft>
              <a:buSzPts val="1089"/>
              <a:buNone/>
              <a:defRPr sz="1400"/>
            </a:lvl4pPr>
            <a:lvl5pPr lvl="4" algn="l">
              <a:lnSpc>
                <a:spcPct val="100000"/>
              </a:lnSpc>
              <a:spcBef>
                <a:spcPts val="0"/>
              </a:spcBef>
              <a:spcAft>
                <a:spcPts val="0"/>
              </a:spcAft>
              <a:buSzPts val="1089"/>
              <a:buNone/>
              <a:defRPr sz="1400"/>
            </a:lvl5pPr>
            <a:lvl6pPr lvl="5" algn="l">
              <a:lnSpc>
                <a:spcPct val="100000"/>
              </a:lnSpc>
              <a:spcBef>
                <a:spcPts val="0"/>
              </a:spcBef>
              <a:spcAft>
                <a:spcPts val="0"/>
              </a:spcAft>
              <a:buSzPts val="1089"/>
              <a:buNone/>
              <a:defRPr sz="1400"/>
            </a:lvl6pPr>
            <a:lvl7pPr lvl="6" algn="l">
              <a:lnSpc>
                <a:spcPct val="100000"/>
              </a:lnSpc>
              <a:spcBef>
                <a:spcPts val="0"/>
              </a:spcBef>
              <a:spcAft>
                <a:spcPts val="0"/>
              </a:spcAft>
              <a:buSzPts val="1089"/>
              <a:buNone/>
              <a:defRPr sz="1400"/>
            </a:lvl7pPr>
            <a:lvl8pPr lvl="7" algn="l">
              <a:lnSpc>
                <a:spcPct val="100000"/>
              </a:lnSpc>
              <a:spcBef>
                <a:spcPts val="0"/>
              </a:spcBef>
              <a:spcAft>
                <a:spcPts val="0"/>
              </a:spcAft>
              <a:buSzPts val="1089"/>
              <a:buNone/>
              <a:defRPr sz="1400"/>
            </a:lvl8pPr>
            <a:lvl9pPr lvl="8" algn="l">
              <a:lnSpc>
                <a:spcPct val="100000"/>
              </a:lnSpc>
              <a:spcBef>
                <a:spcPts val="0"/>
              </a:spcBef>
              <a:spcAft>
                <a:spcPts val="0"/>
              </a:spcAft>
              <a:buSzPts val="1089"/>
              <a:buNone/>
              <a:defRPr sz="1400"/>
            </a:lvl9pPr>
          </a:lstStyle>
          <a:p/>
        </p:txBody>
      </p:sp>
      <p:sp>
        <p:nvSpPr>
          <p:cNvPr id="77" name="Google Shape;77;p35"/>
          <p:cNvSpPr txBox="1"/>
          <p:nvPr>
            <p:ph idx="12" type="sldNum"/>
          </p:nvPr>
        </p:nvSpPr>
        <p:spPr>
          <a:xfrm>
            <a:off x="6457950" y="5296958"/>
            <a:ext cx="2057400" cy="304200"/>
          </a:xfrm>
          <a:prstGeom prst="rect">
            <a:avLst/>
          </a:prstGeom>
          <a:noFill/>
          <a:ln>
            <a:noFill/>
          </a:ln>
        </p:spPr>
        <p:txBody>
          <a:bodyPr anchorCtr="0" anchor="ctr" bIns="35550" lIns="71100" spcFirstLastPara="1" rIns="71100" wrap="square" tIns="35550">
            <a:noAutofit/>
          </a:bodyPr>
          <a:lstStyle>
            <a:lvl1pPr indent="0" lvl="0" marL="0" marR="0" algn="r">
              <a:lnSpc>
                <a:spcPct val="100000"/>
              </a:lnSpc>
              <a:spcBef>
                <a:spcPts val="0"/>
              </a:spcBef>
              <a:spcAft>
                <a:spcPts val="0"/>
              </a:spcAft>
              <a:buClr>
                <a:srgbClr val="000000"/>
              </a:buClr>
              <a:buSzPts val="933"/>
              <a:buFont typeface="Arial"/>
              <a:buNone/>
              <a:defRPr b="0" i="0" sz="933"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933"/>
              <a:buFont typeface="Arial"/>
              <a:buNone/>
              <a:defRPr b="0" i="0" sz="933"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933"/>
              <a:buFont typeface="Arial"/>
              <a:buNone/>
              <a:defRPr b="0" i="0" sz="933"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933"/>
              <a:buFont typeface="Arial"/>
              <a:buNone/>
              <a:defRPr b="0" i="0" sz="933"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933"/>
              <a:buFont typeface="Arial"/>
              <a:buNone/>
              <a:defRPr b="0" i="0" sz="933"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933"/>
              <a:buFont typeface="Arial"/>
              <a:buNone/>
              <a:defRPr b="0" i="0" sz="933"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933"/>
              <a:buFont typeface="Arial"/>
              <a:buNone/>
              <a:defRPr b="0" i="0" sz="933"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933"/>
              <a:buFont typeface="Arial"/>
              <a:buNone/>
              <a:defRPr b="0" i="0" sz="933"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933"/>
              <a:buFont typeface="Arial"/>
              <a:buNone/>
              <a:defRPr b="0" i="0" sz="933"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transition spd="slow">
    <p:push/>
  </p:transition>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o e Título Vertical" type="vertTitleAndTx">
  <p:cSld name="VERTICAL_TITLE_AND_VERTICAL_TEXT">
    <p:spTree>
      <p:nvGrpSpPr>
        <p:cNvPr id="78" name="Shape 78"/>
        <p:cNvGrpSpPr/>
        <p:nvPr/>
      </p:nvGrpSpPr>
      <p:grpSpPr>
        <a:xfrm>
          <a:off x="0" y="0"/>
          <a:ext cx="0" cy="0"/>
          <a:chOff x="0" y="0"/>
          <a:chExt cx="0" cy="0"/>
        </a:xfrm>
      </p:grpSpPr>
      <p:sp>
        <p:nvSpPr>
          <p:cNvPr id="79" name="Google Shape;79;p36"/>
          <p:cNvSpPr txBox="1"/>
          <p:nvPr>
            <p:ph type="title"/>
          </p:nvPr>
        </p:nvSpPr>
        <p:spPr>
          <a:xfrm rot="5400000">
            <a:off x="5107950" y="1740071"/>
            <a:ext cx="4843200" cy="1971600"/>
          </a:xfrm>
          <a:prstGeom prst="rect">
            <a:avLst/>
          </a:prstGeom>
          <a:noFill/>
          <a:ln>
            <a:noFill/>
          </a:ln>
        </p:spPr>
        <p:txBody>
          <a:bodyPr anchorCtr="0" anchor="ctr" bIns="35550" lIns="71100" spcFirstLastPara="1" rIns="71100" wrap="square" tIns="35550">
            <a:normAutofit/>
          </a:bodyPr>
          <a:lstStyle>
            <a:lvl1pPr lvl="0" algn="l">
              <a:lnSpc>
                <a:spcPct val="90000"/>
              </a:lnSpc>
              <a:spcBef>
                <a:spcPts val="0"/>
              </a:spcBef>
              <a:spcAft>
                <a:spcPts val="0"/>
              </a:spcAft>
              <a:buClr>
                <a:schemeClr val="dk1"/>
              </a:buClr>
              <a:buSzPts val="1400"/>
              <a:buNone/>
              <a:defRPr sz="3422"/>
            </a:lvl1pPr>
            <a:lvl2pPr lvl="1" algn="l">
              <a:lnSpc>
                <a:spcPct val="100000"/>
              </a:lnSpc>
              <a:spcBef>
                <a:spcPts val="0"/>
              </a:spcBef>
              <a:spcAft>
                <a:spcPts val="0"/>
              </a:spcAft>
              <a:buSzPts val="1089"/>
              <a:buNone/>
              <a:defRPr sz="1400"/>
            </a:lvl2pPr>
            <a:lvl3pPr lvl="2" algn="l">
              <a:lnSpc>
                <a:spcPct val="100000"/>
              </a:lnSpc>
              <a:spcBef>
                <a:spcPts val="0"/>
              </a:spcBef>
              <a:spcAft>
                <a:spcPts val="0"/>
              </a:spcAft>
              <a:buSzPts val="1089"/>
              <a:buNone/>
              <a:defRPr sz="1400"/>
            </a:lvl3pPr>
            <a:lvl4pPr lvl="3" algn="l">
              <a:lnSpc>
                <a:spcPct val="100000"/>
              </a:lnSpc>
              <a:spcBef>
                <a:spcPts val="0"/>
              </a:spcBef>
              <a:spcAft>
                <a:spcPts val="0"/>
              </a:spcAft>
              <a:buSzPts val="1089"/>
              <a:buNone/>
              <a:defRPr sz="1400"/>
            </a:lvl4pPr>
            <a:lvl5pPr lvl="4" algn="l">
              <a:lnSpc>
                <a:spcPct val="100000"/>
              </a:lnSpc>
              <a:spcBef>
                <a:spcPts val="0"/>
              </a:spcBef>
              <a:spcAft>
                <a:spcPts val="0"/>
              </a:spcAft>
              <a:buSzPts val="1089"/>
              <a:buNone/>
              <a:defRPr sz="1400"/>
            </a:lvl5pPr>
            <a:lvl6pPr lvl="5" algn="l">
              <a:lnSpc>
                <a:spcPct val="100000"/>
              </a:lnSpc>
              <a:spcBef>
                <a:spcPts val="0"/>
              </a:spcBef>
              <a:spcAft>
                <a:spcPts val="0"/>
              </a:spcAft>
              <a:buSzPts val="1089"/>
              <a:buNone/>
              <a:defRPr sz="1400"/>
            </a:lvl6pPr>
            <a:lvl7pPr lvl="6" algn="l">
              <a:lnSpc>
                <a:spcPct val="100000"/>
              </a:lnSpc>
              <a:spcBef>
                <a:spcPts val="0"/>
              </a:spcBef>
              <a:spcAft>
                <a:spcPts val="0"/>
              </a:spcAft>
              <a:buSzPts val="1089"/>
              <a:buNone/>
              <a:defRPr sz="1400"/>
            </a:lvl7pPr>
            <a:lvl8pPr lvl="7" algn="l">
              <a:lnSpc>
                <a:spcPct val="100000"/>
              </a:lnSpc>
              <a:spcBef>
                <a:spcPts val="0"/>
              </a:spcBef>
              <a:spcAft>
                <a:spcPts val="0"/>
              </a:spcAft>
              <a:buSzPts val="1089"/>
              <a:buNone/>
              <a:defRPr sz="1400"/>
            </a:lvl8pPr>
            <a:lvl9pPr lvl="8" algn="l">
              <a:lnSpc>
                <a:spcPct val="100000"/>
              </a:lnSpc>
              <a:spcBef>
                <a:spcPts val="0"/>
              </a:spcBef>
              <a:spcAft>
                <a:spcPts val="0"/>
              </a:spcAft>
              <a:buSzPts val="1089"/>
              <a:buNone/>
              <a:defRPr sz="1400"/>
            </a:lvl9pPr>
          </a:lstStyle>
          <a:p/>
        </p:txBody>
      </p:sp>
      <p:sp>
        <p:nvSpPr>
          <p:cNvPr id="80" name="Google Shape;80;p36"/>
          <p:cNvSpPr txBox="1"/>
          <p:nvPr>
            <p:ph idx="1" type="body"/>
          </p:nvPr>
        </p:nvSpPr>
        <p:spPr>
          <a:xfrm rot="5400000">
            <a:off x="1107375" y="-174529"/>
            <a:ext cx="4843200" cy="5800800"/>
          </a:xfrm>
          <a:prstGeom prst="rect">
            <a:avLst/>
          </a:prstGeom>
          <a:noFill/>
          <a:ln>
            <a:noFill/>
          </a:ln>
        </p:spPr>
        <p:txBody>
          <a:bodyPr anchorCtr="0" anchor="t" bIns="35550" lIns="71100" spcFirstLastPara="1" rIns="71100" wrap="square" tIns="35550">
            <a:normAutofit/>
          </a:bodyPr>
          <a:lstStyle>
            <a:lvl1pPr indent="-317500" lvl="0" marL="457200" algn="l">
              <a:lnSpc>
                <a:spcPct val="90000"/>
              </a:lnSpc>
              <a:spcBef>
                <a:spcPts val="778"/>
              </a:spcBef>
              <a:spcAft>
                <a:spcPts val="0"/>
              </a:spcAft>
              <a:buClr>
                <a:schemeClr val="dk1"/>
              </a:buClr>
              <a:buSzPts val="1400"/>
              <a:buChar char="•"/>
              <a:defRPr sz="2177"/>
            </a:lvl1pPr>
            <a:lvl2pPr indent="-317500" lvl="1" marL="914400" algn="l">
              <a:lnSpc>
                <a:spcPct val="90000"/>
              </a:lnSpc>
              <a:spcBef>
                <a:spcPts val="389"/>
              </a:spcBef>
              <a:spcAft>
                <a:spcPts val="0"/>
              </a:spcAft>
              <a:buClr>
                <a:schemeClr val="dk1"/>
              </a:buClr>
              <a:buSzPts val="1400"/>
              <a:buChar char="•"/>
              <a:defRPr sz="1866"/>
            </a:lvl2pPr>
            <a:lvl3pPr indent="-317500" lvl="2" marL="1371600" algn="l">
              <a:lnSpc>
                <a:spcPct val="90000"/>
              </a:lnSpc>
              <a:spcBef>
                <a:spcPts val="389"/>
              </a:spcBef>
              <a:spcAft>
                <a:spcPts val="0"/>
              </a:spcAft>
              <a:buClr>
                <a:schemeClr val="dk1"/>
              </a:buClr>
              <a:buSzPts val="1400"/>
              <a:buChar char="•"/>
              <a:defRPr sz="1555"/>
            </a:lvl3pPr>
            <a:lvl4pPr indent="-317500" lvl="3" marL="1828800" algn="l">
              <a:lnSpc>
                <a:spcPct val="90000"/>
              </a:lnSpc>
              <a:spcBef>
                <a:spcPts val="389"/>
              </a:spcBef>
              <a:spcAft>
                <a:spcPts val="0"/>
              </a:spcAft>
              <a:buClr>
                <a:schemeClr val="dk1"/>
              </a:buClr>
              <a:buSzPts val="1400"/>
              <a:buChar char="•"/>
              <a:defRPr sz="1400"/>
            </a:lvl4pPr>
            <a:lvl5pPr indent="-317500" lvl="4" marL="2286000" algn="l">
              <a:lnSpc>
                <a:spcPct val="90000"/>
              </a:lnSpc>
              <a:spcBef>
                <a:spcPts val="389"/>
              </a:spcBef>
              <a:spcAft>
                <a:spcPts val="0"/>
              </a:spcAft>
              <a:buClr>
                <a:schemeClr val="dk1"/>
              </a:buClr>
              <a:buSzPts val="1400"/>
              <a:buChar char="•"/>
              <a:defRPr sz="1400"/>
            </a:lvl5pPr>
            <a:lvl6pPr indent="-317500" lvl="5" marL="2743200" algn="l">
              <a:lnSpc>
                <a:spcPct val="90000"/>
              </a:lnSpc>
              <a:spcBef>
                <a:spcPts val="389"/>
              </a:spcBef>
              <a:spcAft>
                <a:spcPts val="0"/>
              </a:spcAft>
              <a:buClr>
                <a:schemeClr val="dk1"/>
              </a:buClr>
              <a:buSzPts val="1400"/>
              <a:buChar char="•"/>
              <a:defRPr sz="1400"/>
            </a:lvl6pPr>
            <a:lvl7pPr indent="-317500" lvl="6" marL="3200400" algn="l">
              <a:lnSpc>
                <a:spcPct val="90000"/>
              </a:lnSpc>
              <a:spcBef>
                <a:spcPts val="389"/>
              </a:spcBef>
              <a:spcAft>
                <a:spcPts val="0"/>
              </a:spcAft>
              <a:buClr>
                <a:schemeClr val="dk1"/>
              </a:buClr>
              <a:buSzPts val="1400"/>
              <a:buChar char="•"/>
              <a:defRPr sz="1400"/>
            </a:lvl7pPr>
            <a:lvl8pPr indent="-317500" lvl="7" marL="3657600" algn="l">
              <a:lnSpc>
                <a:spcPct val="90000"/>
              </a:lnSpc>
              <a:spcBef>
                <a:spcPts val="389"/>
              </a:spcBef>
              <a:spcAft>
                <a:spcPts val="0"/>
              </a:spcAft>
              <a:buClr>
                <a:schemeClr val="dk1"/>
              </a:buClr>
              <a:buSzPts val="1400"/>
              <a:buChar char="•"/>
              <a:defRPr sz="1400"/>
            </a:lvl8pPr>
            <a:lvl9pPr indent="-317500" lvl="8" marL="4114800" algn="l">
              <a:lnSpc>
                <a:spcPct val="90000"/>
              </a:lnSpc>
              <a:spcBef>
                <a:spcPts val="389"/>
              </a:spcBef>
              <a:spcAft>
                <a:spcPts val="0"/>
              </a:spcAft>
              <a:buClr>
                <a:schemeClr val="dk1"/>
              </a:buClr>
              <a:buSzPts val="1400"/>
              <a:buChar char="•"/>
              <a:defRPr sz="1400"/>
            </a:lvl9pPr>
          </a:lstStyle>
          <a:p/>
        </p:txBody>
      </p:sp>
      <p:sp>
        <p:nvSpPr>
          <p:cNvPr id="81" name="Google Shape;81;p36"/>
          <p:cNvSpPr txBox="1"/>
          <p:nvPr>
            <p:ph idx="10" type="dt"/>
          </p:nvPr>
        </p:nvSpPr>
        <p:spPr>
          <a:xfrm>
            <a:off x="628650" y="5296958"/>
            <a:ext cx="2057400" cy="304200"/>
          </a:xfrm>
          <a:prstGeom prst="rect">
            <a:avLst/>
          </a:prstGeom>
          <a:noFill/>
          <a:ln>
            <a:noFill/>
          </a:ln>
        </p:spPr>
        <p:txBody>
          <a:bodyPr anchorCtr="0" anchor="ctr" bIns="35550" lIns="71100" spcFirstLastPara="1" rIns="71100" wrap="square" tIns="35550">
            <a:noAutofit/>
          </a:bodyPr>
          <a:lstStyle>
            <a:lvl1pPr lvl="0" algn="l">
              <a:lnSpc>
                <a:spcPct val="100000"/>
              </a:lnSpc>
              <a:spcBef>
                <a:spcPts val="0"/>
              </a:spcBef>
              <a:spcAft>
                <a:spcPts val="0"/>
              </a:spcAft>
              <a:buSzPts val="1089"/>
              <a:buNone/>
              <a:defRPr sz="933"/>
            </a:lvl1pPr>
            <a:lvl2pPr lvl="1" algn="l">
              <a:lnSpc>
                <a:spcPct val="100000"/>
              </a:lnSpc>
              <a:spcBef>
                <a:spcPts val="0"/>
              </a:spcBef>
              <a:spcAft>
                <a:spcPts val="0"/>
              </a:spcAft>
              <a:buSzPts val="1089"/>
              <a:buNone/>
              <a:defRPr sz="1400"/>
            </a:lvl2pPr>
            <a:lvl3pPr lvl="2" algn="l">
              <a:lnSpc>
                <a:spcPct val="100000"/>
              </a:lnSpc>
              <a:spcBef>
                <a:spcPts val="0"/>
              </a:spcBef>
              <a:spcAft>
                <a:spcPts val="0"/>
              </a:spcAft>
              <a:buSzPts val="1089"/>
              <a:buNone/>
              <a:defRPr sz="1400"/>
            </a:lvl3pPr>
            <a:lvl4pPr lvl="3" algn="l">
              <a:lnSpc>
                <a:spcPct val="100000"/>
              </a:lnSpc>
              <a:spcBef>
                <a:spcPts val="0"/>
              </a:spcBef>
              <a:spcAft>
                <a:spcPts val="0"/>
              </a:spcAft>
              <a:buSzPts val="1089"/>
              <a:buNone/>
              <a:defRPr sz="1400"/>
            </a:lvl4pPr>
            <a:lvl5pPr lvl="4" algn="l">
              <a:lnSpc>
                <a:spcPct val="100000"/>
              </a:lnSpc>
              <a:spcBef>
                <a:spcPts val="0"/>
              </a:spcBef>
              <a:spcAft>
                <a:spcPts val="0"/>
              </a:spcAft>
              <a:buSzPts val="1089"/>
              <a:buNone/>
              <a:defRPr sz="1400"/>
            </a:lvl5pPr>
            <a:lvl6pPr lvl="5" algn="l">
              <a:lnSpc>
                <a:spcPct val="100000"/>
              </a:lnSpc>
              <a:spcBef>
                <a:spcPts val="0"/>
              </a:spcBef>
              <a:spcAft>
                <a:spcPts val="0"/>
              </a:spcAft>
              <a:buSzPts val="1089"/>
              <a:buNone/>
              <a:defRPr sz="1400"/>
            </a:lvl6pPr>
            <a:lvl7pPr lvl="6" algn="l">
              <a:lnSpc>
                <a:spcPct val="100000"/>
              </a:lnSpc>
              <a:spcBef>
                <a:spcPts val="0"/>
              </a:spcBef>
              <a:spcAft>
                <a:spcPts val="0"/>
              </a:spcAft>
              <a:buSzPts val="1089"/>
              <a:buNone/>
              <a:defRPr sz="1400"/>
            </a:lvl7pPr>
            <a:lvl8pPr lvl="7" algn="l">
              <a:lnSpc>
                <a:spcPct val="100000"/>
              </a:lnSpc>
              <a:spcBef>
                <a:spcPts val="0"/>
              </a:spcBef>
              <a:spcAft>
                <a:spcPts val="0"/>
              </a:spcAft>
              <a:buSzPts val="1089"/>
              <a:buNone/>
              <a:defRPr sz="1400"/>
            </a:lvl8pPr>
            <a:lvl9pPr lvl="8" algn="l">
              <a:lnSpc>
                <a:spcPct val="100000"/>
              </a:lnSpc>
              <a:spcBef>
                <a:spcPts val="0"/>
              </a:spcBef>
              <a:spcAft>
                <a:spcPts val="0"/>
              </a:spcAft>
              <a:buSzPts val="1089"/>
              <a:buNone/>
              <a:defRPr sz="1400"/>
            </a:lvl9pPr>
          </a:lstStyle>
          <a:p/>
        </p:txBody>
      </p:sp>
      <p:sp>
        <p:nvSpPr>
          <p:cNvPr id="82" name="Google Shape;82;p36"/>
          <p:cNvSpPr txBox="1"/>
          <p:nvPr>
            <p:ph idx="11" type="ftr"/>
          </p:nvPr>
        </p:nvSpPr>
        <p:spPr>
          <a:xfrm>
            <a:off x="3028950" y="5296958"/>
            <a:ext cx="3086100" cy="304200"/>
          </a:xfrm>
          <a:prstGeom prst="rect">
            <a:avLst/>
          </a:prstGeom>
          <a:noFill/>
          <a:ln>
            <a:noFill/>
          </a:ln>
        </p:spPr>
        <p:txBody>
          <a:bodyPr anchorCtr="0" anchor="ctr" bIns="35550" lIns="71100" spcFirstLastPara="1" rIns="71100" wrap="square" tIns="35550">
            <a:noAutofit/>
          </a:bodyPr>
          <a:lstStyle>
            <a:lvl1pPr lvl="0" algn="ctr">
              <a:lnSpc>
                <a:spcPct val="100000"/>
              </a:lnSpc>
              <a:spcBef>
                <a:spcPts val="0"/>
              </a:spcBef>
              <a:spcAft>
                <a:spcPts val="0"/>
              </a:spcAft>
              <a:buSzPts val="1089"/>
              <a:buNone/>
              <a:defRPr sz="933"/>
            </a:lvl1pPr>
            <a:lvl2pPr lvl="1" algn="l">
              <a:lnSpc>
                <a:spcPct val="100000"/>
              </a:lnSpc>
              <a:spcBef>
                <a:spcPts val="0"/>
              </a:spcBef>
              <a:spcAft>
                <a:spcPts val="0"/>
              </a:spcAft>
              <a:buSzPts val="1089"/>
              <a:buNone/>
              <a:defRPr sz="1400"/>
            </a:lvl2pPr>
            <a:lvl3pPr lvl="2" algn="l">
              <a:lnSpc>
                <a:spcPct val="100000"/>
              </a:lnSpc>
              <a:spcBef>
                <a:spcPts val="0"/>
              </a:spcBef>
              <a:spcAft>
                <a:spcPts val="0"/>
              </a:spcAft>
              <a:buSzPts val="1089"/>
              <a:buNone/>
              <a:defRPr sz="1400"/>
            </a:lvl3pPr>
            <a:lvl4pPr lvl="3" algn="l">
              <a:lnSpc>
                <a:spcPct val="100000"/>
              </a:lnSpc>
              <a:spcBef>
                <a:spcPts val="0"/>
              </a:spcBef>
              <a:spcAft>
                <a:spcPts val="0"/>
              </a:spcAft>
              <a:buSzPts val="1089"/>
              <a:buNone/>
              <a:defRPr sz="1400"/>
            </a:lvl4pPr>
            <a:lvl5pPr lvl="4" algn="l">
              <a:lnSpc>
                <a:spcPct val="100000"/>
              </a:lnSpc>
              <a:spcBef>
                <a:spcPts val="0"/>
              </a:spcBef>
              <a:spcAft>
                <a:spcPts val="0"/>
              </a:spcAft>
              <a:buSzPts val="1089"/>
              <a:buNone/>
              <a:defRPr sz="1400"/>
            </a:lvl5pPr>
            <a:lvl6pPr lvl="5" algn="l">
              <a:lnSpc>
                <a:spcPct val="100000"/>
              </a:lnSpc>
              <a:spcBef>
                <a:spcPts val="0"/>
              </a:spcBef>
              <a:spcAft>
                <a:spcPts val="0"/>
              </a:spcAft>
              <a:buSzPts val="1089"/>
              <a:buNone/>
              <a:defRPr sz="1400"/>
            </a:lvl6pPr>
            <a:lvl7pPr lvl="6" algn="l">
              <a:lnSpc>
                <a:spcPct val="100000"/>
              </a:lnSpc>
              <a:spcBef>
                <a:spcPts val="0"/>
              </a:spcBef>
              <a:spcAft>
                <a:spcPts val="0"/>
              </a:spcAft>
              <a:buSzPts val="1089"/>
              <a:buNone/>
              <a:defRPr sz="1400"/>
            </a:lvl7pPr>
            <a:lvl8pPr lvl="7" algn="l">
              <a:lnSpc>
                <a:spcPct val="100000"/>
              </a:lnSpc>
              <a:spcBef>
                <a:spcPts val="0"/>
              </a:spcBef>
              <a:spcAft>
                <a:spcPts val="0"/>
              </a:spcAft>
              <a:buSzPts val="1089"/>
              <a:buNone/>
              <a:defRPr sz="1400"/>
            </a:lvl8pPr>
            <a:lvl9pPr lvl="8" algn="l">
              <a:lnSpc>
                <a:spcPct val="100000"/>
              </a:lnSpc>
              <a:spcBef>
                <a:spcPts val="0"/>
              </a:spcBef>
              <a:spcAft>
                <a:spcPts val="0"/>
              </a:spcAft>
              <a:buSzPts val="1089"/>
              <a:buNone/>
              <a:defRPr sz="1400"/>
            </a:lvl9pPr>
          </a:lstStyle>
          <a:p/>
        </p:txBody>
      </p:sp>
      <p:sp>
        <p:nvSpPr>
          <p:cNvPr id="83" name="Google Shape;83;p36"/>
          <p:cNvSpPr txBox="1"/>
          <p:nvPr>
            <p:ph idx="12" type="sldNum"/>
          </p:nvPr>
        </p:nvSpPr>
        <p:spPr>
          <a:xfrm>
            <a:off x="6457950" y="5296958"/>
            <a:ext cx="2057400" cy="304200"/>
          </a:xfrm>
          <a:prstGeom prst="rect">
            <a:avLst/>
          </a:prstGeom>
          <a:noFill/>
          <a:ln>
            <a:noFill/>
          </a:ln>
        </p:spPr>
        <p:txBody>
          <a:bodyPr anchorCtr="0" anchor="ctr" bIns="35550" lIns="71100" spcFirstLastPara="1" rIns="71100" wrap="square" tIns="35550">
            <a:noAutofit/>
          </a:bodyPr>
          <a:lstStyle>
            <a:lvl1pPr indent="0" lvl="0" marL="0" marR="0" algn="r">
              <a:lnSpc>
                <a:spcPct val="100000"/>
              </a:lnSpc>
              <a:spcBef>
                <a:spcPts val="0"/>
              </a:spcBef>
              <a:spcAft>
                <a:spcPts val="0"/>
              </a:spcAft>
              <a:buClr>
                <a:srgbClr val="000000"/>
              </a:buClr>
              <a:buSzPts val="933"/>
              <a:buFont typeface="Arial"/>
              <a:buNone/>
              <a:defRPr b="0" i="0" sz="933"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933"/>
              <a:buFont typeface="Arial"/>
              <a:buNone/>
              <a:defRPr b="0" i="0" sz="933"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933"/>
              <a:buFont typeface="Arial"/>
              <a:buNone/>
              <a:defRPr b="0" i="0" sz="933"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933"/>
              <a:buFont typeface="Arial"/>
              <a:buNone/>
              <a:defRPr b="0" i="0" sz="933"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933"/>
              <a:buFont typeface="Arial"/>
              <a:buNone/>
              <a:defRPr b="0" i="0" sz="933"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933"/>
              <a:buFont typeface="Arial"/>
              <a:buNone/>
              <a:defRPr b="0" i="0" sz="933"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933"/>
              <a:buFont typeface="Arial"/>
              <a:buNone/>
              <a:defRPr b="0" i="0" sz="933"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933"/>
              <a:buFont typeface="Arial"/>
              <a:buNone/>
              <a:defRPr b="0" i="0" sz="933"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933"/>
              <a:buFont typeface="Arial"/>
              <a:buNone/>
              <a:defRPr b="0" i="0" sz="933"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transition spd="slow">
    <p:push/>
  </p:transition>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E2D5"/>
        </a:solidFill>
      </p:bgPr>
    </p:bg>
    <p:spTree>
      <p:nvGrpSpPr>
        <p:cNvPr id="9" name="Shape 9"/>
        <p:cNvGrpSpPr/>
        <p:nvPr/>
      </p:nvGrpSpPr>
      <p:grpSpPr>
        <a:xfrm>
          <a:off x="0" y="0"/>
          <a:ext cx="0" cy="0"/>
          <a:chOff x="0" y="0"/>
          <a:chExt cx="0" cy="0"/>
        </a:xfrm>
      </p:grpSpPr>
      <p:sp>
        <p:nvSpPr>
          <p:cNvPr id="10" name="Google Shape;10;p25"/>
          <p:cNvSpPr txBox="1"/>
          <p:nvPr>
            <p:ph type="title"/>
          </p:nvPr>
        </p:nvSpPr>
        <p:spPr>
          <a:xfrm>
            <a:off x="628650" y="304271"/>
            <a:ext cx="7886700" cy="1104600"/>
          </a:xfrm>
          <a:prstGeom prst="rect">
            <a:avLst/>
          </a:prstGeom>
          <a:noFill/>
          <a:ln>
            <a:noFill/>
          </a:ln>
        </p:spPr>
        <p:txBody>
          <a:bodyPr anchorCtr="0" anchor="ctr" bIns="35550" lIns="71100" spcFirstLastPara="1" rIns="71100" wrap="square" tIns="35550">
            <a:normAutofit/>
          </a:bodyPr>
          <a:lstStyle>
            <a:lvl1pPr lvl="0" marR="0" rtl="0" algn="l">
              <a:lnSpc>
                <a:spcPct val="90000"/>
              </a:lnSpc>
              <a:spcBef>
                <a:spcPts val="0"/>
              </a:spcBef>
              <a:spcAft>
                <a:spcPts val="0"/>
              </a:spcAft>
              <a:buClr>
                <a:schemeClr val="dk1"/>
              </a:buClr>
              <a:buSzPts val="3422"/>
              <a:buFont typeface="Play"/>
              <a:buNone/>
              <a:defRPr b="0" i="0" sz="3422" u="none" cap="none" strike="noStrike">
                <a:solidFill>
                  <a:schemeClr val="dk1"/>
                </a:solidFill>
                <a:latin typeface="Play"/>
                <a:ea typeface="Play"/>
                <a:cs typeface="Play"/>
                <a:sym typeface="Play"/>
              </a:defRPr>
            </a:lvl1pPr>
            <a:lvl2pPr lvl="1" marR="0" rtl="0" algn="l">
              <a:lnSpc>
                <a:spcPct val="100000"/>
              </a:lnSpc>
              <a:spcBef>
                <a:spcPts val="0"/>
              </a:spcBef>
              <a:spcAft>
                <a:spcPts val="0"/>
              </a:spcAft>
              <a:buClr>
                <a:srgbClr val="000000"/>
              </a:buClr>
              <a:buSzPts val="1089"/>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089"/>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089"/>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089"/>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089"/>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089"/>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089"/>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089"/>
              <a:buFont typeface="Arial"/>
              <a:buNone/>
              <a:defRPr b="0" i="0" sz="1400" u="none" cap="none" strike="noStrike">
                <a:solidFill>
                  <a:srgbClr val="000000"/>
                </a:solidFill>
                <a:latin typeface="Arial"/>
                <a:ea typeface="Arial"/>
                <a:cs typeface="Arial"/>
                <a:sym typeface="Arial"/>
              </a:defRPr>
            </a:lvl9pPr>
          </a:lstStyle>
          <a:p/>
        </p:txBody>
      </p:sp>
      <p:sp>
        <p:nvSpPr>
          <p:cNvPr id="11" name="Google Shape;11;p25"/>
          <p:cNvSpPr txBox="1"/>
          <p:nvPr>
            <p:ph idx="1" type="body"/>
          </p:nvPr>
        </p:nvSpPr>
        <p:spPr>
          <a:xfrm>
            <a:off x="628650" y="1521354"/>
            <a:ext cx="7886700" cy="3626100"/>
          </a:xfrm>
          <a:prstGeom prst="rect">
            <a:avLst/>
          </a:prstGeom>
          <a:noFill/>
          <a:ln>
            <a:noFill/>
          </a:ln>
        </p:spPr>
        <p:txBody>
          <a:bodyPr anchorCtr="0" anchor="t" bIns="35550" lIns="71100" spcFirstLastPara="1" rIns="71100" wrap="square" tIns="35550">
            <a:normAutofit/>
          </a:bodyPr>
          <a:lstStyle>
            <a:lvl1pPr indent="-366903" lvl="0" marL="457200" marR="0" rtl="0" algn="l">
              <a:lnSpc>
                <a:spcPct val="90000"/>
              </a:lnSpc>
              <a:spcBef>
                <a:spcPts val="778"/>
              </a:spcBef>
              <a:spcAft>
                <a:spcPts val="0"/>
              </a:spcAft>
              <a:buClr>
                <a:schemeClr val="dk1"/>
              </a:buClr>
              <a:buSzPts val="2178"/>
              <a:buFont typeface="Arial"/>
              <a:buChar char="•"/>
              <a:defRPr b="0" i="0" sz="2177" u="none" cap="none" strike="noStrike">
                <a:solidFill>
                  <a:schemeClr val="dk1"/>
                </a:solidFill>
                <a:latin typeface="Arial"/>
                <a:ea typeface="Arial"/>
                <a:cs typeface="Arial"/>
                <a:sym typeface="Arial"/>
              </a:defRPr>
            </a:lvl1pPr>
            <a:lvl2pPr indent="-347154" lvl="1" marL="914400" marR="0" rtl="0" algn="l">
              <a:lnSpc>
                <a:spcPct val="90000"/>
              </a:lnSpc>
              <a:spcBef>
                <a:spcPts val="389"/>
              </a:spcBef>
              <a:spcAft>
                <a:spcPts val="0"/>
              </a:spcAft>
              <a:buClr>
                <a:schemeClr val="dk1"/>
              </a:buClr>
              <a:buSzPts val="1867"/>
              <a:buFont typeface="Arial"/>
              <a:buChar char="•"/>
              <a:defRPr b="0" i="0" sz="1866" u="none" cap="none" strike="noStrike">
                <a:solidFill>
                  <a:schemeClr val="dk1"/>
                </a:solidFill>
                <a:latin typeface="Arial"/>
                <a:ea typeface="Arial"/>
                <a:cs typeface="Arial"/>
                <a:sym typeface="Arial"/>
              </a:defRPr>
            </a:lvl2pPr>
            <a:lvl3pPr indent="-327406" lvl="2" marL="1371600" marR="0" rtl="0" algn="l">
              <a:lnSpc>
                <a:spcPct val="90000"/>
              </a:lnSpc>
              <a:spcBef>
                <a:spcPts val="389"/>
              </a:spcBef>
              <a:spcAft>
                <a:spcPts val="0"/>
              </a:spcAft>
              <a:buClr>
                <a:schemeClr val="dk1"/>
              </a:buClr>
              <a:buSzPts val="1556"/>
              <a:buFont typeface="Arial"/>
              <a:buChar char="•"/>
              <a:defRPr b="0" i="0" sz="1555" u="none" cap="none" strike="noStrike">
                <a:solidFill>
                  <a:schemeClr val="dk1"/>
                </a:solidFill>
                <a:latin typeface="Arial"/>
                <a:ea typeface="Arial"/>
                <a:cs typeface="Arial"/>
                <a:sym typeface="Arial"/>
              </a:defRPr>
            </a:lvl3pPr>
            <a:lvl4pPr indent="-317500" lvl="3" marL="1828800" marR="0" rtl="0" algn="l">
              <a:lnSpc>
                <a:spcPct val="90000"/>
              </a:lnSpc>
              <a:spcBef>
                <a:spcPts val="389"/>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4pPr>
            <a:lvl5pPr indent="-317500" lvl="4" marL="2286000" marR="0" rtl="0" algn="l">
              <a:lnSpc>
                <a:spcPct val="90000"/>
              </a:lnSpc>
              <a:spcBef>
                <a:spcPts val="389"/>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317500" lvl="5" marL="2743200" marR="0" rtl="0" algn="l">
              <a:lnSpc>
                <a:spcPct val="90000"/>
              </a:lnSpc>
              <a:spcBef>
                <a:spcPts val="389"/>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6pPr>
            <a:lvl7pPr indent="-317500" lvl="6" marL="3200400" marR="0" rtl="0" algn="l">
              <a:lnSpc>
                <a:spcPct val="90000"/>
              </a:lnSpc>
              <a:spcBef>
                <a:spcPts val="389"/>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7pPr>
            <a:lvl8pPr indent="-317500" lvl="7" marL="3657600" marR="0" rtl="0" algn="l">
              <a:lnSpc>
                <a:spcPct val="90000"/>
              </a:lnSpc>
              <a:spcBef>
                <a:spcPts val="389"/>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8pPr>
            <a:lvl9pPr indent="-317500" lvl="8" marL="4114800" marR="0" rtl="0" algn="l">
              <a:lnSpc>
                <a:spcPct val="90000"/>
              </a:lnSpc>
              <a:spcBef>
                <a:spcPts val="389"/>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9pPr>
          </a:lstStyle>
          <a:p/>
        </p:txBody>
      </p:sp>
      <p:sp>
        <p:nvSpPr>
          <p:cNvPr id="12" name="Google Shape;12;p25"/>
          <p:cNvSpPr txBox="1"/>
          <p:nvPr>
            <p:ph idx="10" type="dt"/>
          </p:nvPr>
        </p:nvSpPr>
        <p:spPr>
          <a:xfrm>
            <a:off x="628650" y="5296958"/>
            <a:ext cx="2057400" cy="304200"/>
          </a:xfrm>
          <a:prstGeom prst="rect">
            <a:avLst/>
          </a:prstGeom>
          <a:noFill/>
          <a:ln>
            <a:noFill/>
          </a:ln>
        </p:spPr>
        <p:txBody>
          <a:bodyPr anchorCtr="0" anchor="ctr" bIns="35550" lIns="71100" spcFirstLastPara="1" rIns="71100" wrap="square" tIns="35550">
            <a:noAutofit/>
          </a:bodyPr>
          <a:lstStyle>
            <a:lvl1pPr lvl="0" marR="0" rtl="0" algn="l">
              <a:lnSpc>
                <a:spcPct val="100000"/>
              </a:lnSpc>
              <a:spcBef>
                <a:spcPts val="0"/>
              </a:spcBef>
              <a:spcAft>
                <a:spcPts val="0"/>
              </a:spcAft>
              <a:buClr>
                <a:srgbClr val="000000"/>
              </a:buClr>
              <a:buSzPts val="1089"/>
              <a:buFont typeface="Arial"/>
              <a:buNone/>
              <a:defRPr b="0" i="0" sz="933" u="none" cap="none" strike="noStrike">
                <a:solidFill>
                  <a:srgbClr val="757575"/>
                </a:solidFill>
                <a:latin typeface="Arial"/>
                <a:ea typeface="Arial"/>
                <a:cs typeface="Arial"/>
                <a:sym typeface="Arial"/>
              </a:defRPr>
            </a:lvl1pPr>
            <a:lvl2pPr lvl="1" marR="0" rtl="0" algn="l">
              <a:lnSpc>
                <a:spcPct val="100000"/>
              </a:lnSpc>
              <a:spcBef>
                <a:spcPts val="0"/>
              </a:spcBef>
              <a:spcAft>
                <a:spcPts val="0"/>
              </a:spcAft>
              <a:buClr>
                <a:srgbClr val="000000"/>
              </a:buClr>
              <a:buSzPts val="1089"/>
              <a:buFont typeface="Arial"/>
              <a:buNone/>
              <a:defRPr b="0" i="0" sz="14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089"/>
              <a:buFont typeface="Arial"/>
              <a:buNone/>
              <a:defRPr b="0" i="0" sz="14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089"/>
              <a:buFont typeface="Arial"/>
              <a:buNone/>
              <a:defRPr b="0" i="0" sz="14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089"/>
              <a:buFont typeface="Arial"/>
              <a:buNone/>
              <a:defRPr b="0" i="0" sz="14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089"/>
              <a:buFont typeface="Arial"/>
              <a:buNone/>
              <a:defRPr b="0" i="0" sz="14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089"/>
              <a:buFont typeface="Arial"/>
              <a:buNone/>
              <a:defRPr b="0" i="0" sz="14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089"/>
              <a:buFont typeface="Arial"/>
              <a:buNone/>
              <a:defRPr b="0" i="0" sz="14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089"/>
              <a:buFont typeface="Arial"/>
              <a:buNone/>
              <a:defRPr b="0" i="0" sz="1400" u="none" cap="none" strike="noStrike">
                <a:solidFill>
                  <a:schemeClr val="dk1"/>
                </a:solidFill>
                <a:latin typeface="Arial"/>
                <a:ea typeface="Arial"/>
                <a:cs typeface="Arial"/>
                <a:sym typeface="Arial"/>
              </a:defRPr>
            </a:lvl9pPr>
          </a:lstStyle>
          <a:p/>
        </p:txBody>
      </p:sp>
      <p:sp>
        <p:nvSpPr>
          <p:cNvPr id="13" name="Google Shape;13;p25"/>
          <p:cNvSpPr txBox="1"/>
          <p:nvPr>
            <p:ph idx="11" type="ftr"/>
          </p:nvPr>
        </p:nvSpPr>
        <p:spPr>
          <a:xfrm>
            <a:off x="3028950" y="5296958"/>
            <a:ext cx="3086100" cy="304200"/>
          </a:xfrm>
          <a:prstGeom prst="rect">
            <a:avLst/>
          </a:prstGeom>
          <a:noFill/>
          <a:ln>
            <a:noFill/>
          </a:ln>
        </p:spPr>
        <p:txBody>
          <a:bodyPr anchorCtr="0" anchor="ctr" bIns="35550" lIns="71100" spcFirstLastPara="1" rIns="71100" wrap="square" tIns="35550">
            <a:noAutofit/>
          </a:bodyPr>
          <a:lstStyle>
            <a:lvl1pPr lvl="0" marR="0" rtl="0" algn="ctr">
              <a:lnSpc>
                <a:spcPct val="100000"/>
              </a:lnSpc>
              <a:spcBef>
                <a:spcPts val="0"/>
              </a:spcBef>
              <a:spcAft>
                <a:spcPts val="0"/>
              </a:spcAft>
              <a:buClr>
                <a:srgbClr val="000000"/>
              </a:buClr>
              <a:buSzPts val="1089"/>
              <a:buFont typeface="Arial"/>
              <a:buNone/>
              <a:defRPr b="0" i="0" sz="933" u="none" cap="none" strike="noStrike">
                <a:solidFill>
                  <a:srgbClr val="757575"/>
                </a:solidFill>
                <a:latin typeface="Arial"/>
                <a:ea typeface="Arial"/>
                <a:cs typeface="Arial"/>
                <a:sym typeface="Arial"/>
              </a:defRPr>
            </a:lvl1pPr>
            <a:lvl2pPr lvl="1" marR="0" rtl="0" algn="l">
              <a:lnSpc>
                <a:spcPct val="100000"/>
              </a:lnSpc>
              <a:spcBef>
                <a:spcPts val="0"/>
              </a:spcBef>
              <a:spcAft>
                <a:spcPts val="0"/>
              </a:spcAft>
              <a:buClr>
                <a:srgbClr val="000000"/>
              </a:buClr>
              <a:buSzPts val="1089"/>
              <a:buFont typeface="Arial"/>
              <a:buNone/>
              <a:defRPr b="0" i="0" sz="14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089"/>
              <a:buFont typeface="Arial"/>
              <a:buNone/>
              <a:defRPr b="0" i="0" sz="14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089"/>
              <a:buFont typeface="Arial"/>
              <a:buNone/>
              <a:defRPr b="0" i="0" sz="14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089"/>
              <a:buFont typeface="Arial"/>
              <a:buNone/>
              <a:defRPr b="0" i="0" sz="14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089"/>
              <a:buFont typeface="Arial"/>
              <a:buNone/>
              <a:defRPr b="0" i="0" sz="14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089"/>
              <a:buFont typeface="Arial"/>
              <a:buNone/>
              <a:defRPr b="0" i="0" sz="14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089"/>
              <a:buFont typeface="Arial"/>
              <a:buNone/>
              <a:defRPr b="0" i="0" sz="14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089"/>
              <a:buFont typeface="Arial"/>
              <a:buNone/>
              <a:defRPr b="0" i="0" sz="1400" u="none" cap="none" strike="noStrike">
                <a:solidFill>
                  <a:schemeClr val="dk1"/>
                </a:solidFill>
                <a:latin typeface="Arial"/>
                <a:ea typeface="Arial"/>
                <a:cs typeface="Arial"/>
                <a:sym typeface="Arial"/>
              </a:defRPr>
            </a:lvl9pPr>
          </a:lstStyle>
          <a:p/>
        </p:txBody>
      </p:sp>
      <p:sp>
        <p:nvSpPr>
          <p:cNvPr id="14" name="Google Shape;14;p25"/>
          <p:cNvSpPr txBox="1"/>
          <p:nvPr>
            <p:ph idx="12" type="sldNum"/>
          </p:nvPr>
        </p:nvSpPr>
        <p:spPr>
          <a:xfrm>
            <a:off x="6457950" y="5296958"/>
            <a:ext cx="2057400" cy="304200"/>
          </a:xfrm>
          <a:prstGeom prst="rect">
            <a:avLst/>
          </a:prstGeom>
          <a:noFill/>
          <a:ln>
            <a:noFill/>
          </a:ln>
        </p:spPr>
        <p:txBody>
          <a:bodyPr anchorCtr="0" anchor="ctr" bIns="35550" lIns="71100" spcFirstLastPara="1" rIns="71100" wrap="square" tIns="35550">
            <a:noAutofit/>
          </a:bodyPr>
          <a:lstStyle>
            <a:lvl1pPr indent="0" lvl="0" marL="0" marR="0" rtl="0" algn="r">
              <a:lnSpc>
                <a:spcPct val="100000"/>
              </a:lnSpc>
              <a:spcBef>
                <a:spcPts val="0"/>
              </a:spcBef>
              <a:spcAft>
                <a:spcPts val="0"/>
              </a:spcAft>
              <a:buClr>
                <a:srgbClr val="000000"/>
              </a:buClr>
              <a:buSzPts val="933"/>
              <a:buFont typeface="Arial"/>
              <a:buNone/>
              <a:defRPr b="0" i="0" sz="933" u="none" cap="none" strike="noStrike">
                <a:solidFill>
                  <a:srgbClr val="757575"/>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933"/>
              <a:buFont typeface="Arial"/>
              <a:buNone/>
              <a:defRPr b="0" i="0" sz="933" u="none" cap="none" strike="noStrike">
                <a:solidFill>
                  <a:srgbClr val="757575"/>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933"/>
              <a:buFont typeface="Arial"/>
              <a:buNone/>
              <a:defRPr b="0" i="0" sz="933" u="none" cap="none" strike="noStrike">
                <a:solidFill>
                  <a:srgbClr val="757575"/>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933"/>
              <a:buFont typeface="Arial"/>
              <a:buNone/>
              <a:defRPr b="0" i="0" sz="933" u="none" cap="none" strike="noStrike">
                <a:solidFill>
                  <a:srgbClr val="757575"/>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933"/>
              <a:buFont typeface="Arial"/>
              <a:buNone/>
              <a:defRPr b="0" i="0" sz="933" u="none" cap="none" strike="noStrike">
                <a:solidFill>
                  <a:srgbClr val="757575"/>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933"/>
              <a:buFont typeface="Arial"/>
              <a:buNone/>
              <a:defRPr b="0" i="0" sz="933" u="none" cap="none" strike="noStrike">
                <a:solidFill>
                  <a:srgbClr val="757575"/>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933"/>
              <a:buFont typeface="Arial"/>
              <a:buNone/>
              <a:defRPr b="0" i="0" sz="933" u="none" cap="none" strike="noStrike">
                <a:solidFill>
                  <a:srgbClr val="757575"/>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933"/>
              <a:buFont typeface="Arial"/>
              <a:buNone/>
              <a:defRPr b="0" i="0" sz="933" u="none" cap="none" strike="noStrike">
                <a:solidFill>
                  <a:srgbClr val="757575"/>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933"/>
              <a:buFont typeface="Arial"/>
              <a:buNone/>
              <a:defRPr b="0" i="0" sz="933"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pt-BR"/>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spd="slow">
    <p:push/>
  </p:transition>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2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2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2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2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2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0.png"/><Relationship Id="rId4" Type="http://schemas.openxmlformats.org/officeDocument/2006/relationships/image" Target="../media/image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2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9.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2.png"/><Relationship Id="rId4" Type="http://schemas.openxmlformats.org/officeDocument/2006/relationships/image" Target="../media/image13.png"/><Relationship Id="rId5" Type="http://schemas.openxmlformats.org/officeDocument/2006/relationships/image" Target="../media/image15.png"/><Relationship Id="rId6" Type="http://schemas.openxmlformats.org/officeDocument/2006/relationships/image" Target="../media/image14.jpg"/><Relationship Id="rId7" Type="http://schemas.openxmlformats.org/officeDocument/2006/relationships/image" Target="../media/image16.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2.png"/><Relationship Id="rId4" Type="http://schemas.openxmlformats.org/officeDocument/2006/relationships/image" Target="../media/image13.png"/><Relationship Id="rId5" Type="http://schemas.openxmlformats.org/officeDocument/2006/relationships/image" Target="../media/image15.png"/><Relationship Id="rId6" Type="http://schemas.openxmlformats.org/officeDocument/2006/relationships/image" Target="../media/image14.jpg"/><Relationship Id="rId7" Type="http://schemas.openxmlformats.org/officeDocument/2006/relationships/image" Target="../media/image16.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981B"/>
        </a:solidFill>
      </p:bgPr>
    </p:bg>
    <p:spTree>
      <p:nvGrpSpPr>
        <p:cNvPr id="87" name="Shape 87"/>
        <p:cNvGrpSpPr/>
        <p:nvPr/>
      </p:nvGrpSpPr>
      <p:grpSpPr>
        <a:xfrm>
          <a:off x="0" y="0"/>
          <a:ext cx="0" cy="0"/>
          <a:chOff x="0" y="0"/>
          <a:chExt cx="0" cy="0"/>
        </a:xfrm>
      </p:grpSpPr>
      <p:sp>
        <p:nvSpPr>
          <p:cNvPr id="88" name="Google Shape;88;p1"/>
          <p:cNvSpPr/>
          <p:nvPr/>
        </p:nvSpPr>
        <p:spPr>
          <a:xfrm>
            <a:off x="5118920" y="748952"/>
            <a:ext cx="3795300" cy="4217100"/>
          </a:xfrm>
          <a:prstGeom prst="ellipse">
            <a:avLst/>
          </a:prstGeom>
          <a:solidFill>
            <a:schemeClr val="lt1"/>
          </a:solidFill>
          <a:ln cap="flat" cmpd="sng" w="14825">
            <a:solidFill>
              <a:schemeClr val="lt1"/>
            </a:solidFill>
            <a:prstDash val="solid"/>
            <a:miter lim="800000"/>
            <a:headEnd len="sm" w="sm" type="none"/>
            <a:tailEnd len="sm" w="sm" type="none"/>
          </a:ln>
        </p:spPr>
        <p:txBody>
          <a:bodyPr anchorCtr="0" anchor="ctr" bIns="35550" lIns="71100" spcFirstLastPara="1" rIns="71100" wrap="square" tIns="3555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89" name="Google Shape;89;p1"/>
          <p:cNvSpPr txBox="1"/>
          <p:nvPr/>
        </p:nvSpPr>
        <p:spPr>
          <a:xfrm>
            <a:off x="273946" y="2084798"/>
            <a:ext cx="4845000" cy="610800"/>
          </a:xfrm>
          <a:prstGeom prst="rect">
            <a:avLst/>
          </a:prstGeom>
          <a:noFill/>
          <a:ln>
            <a:noFill/>
          </a:ln>
        </p:spPr>
        <p:txBody>
          <a:bodyPr anchorCtr="0" anchor="t" bIns="35550" lIns="71100" spcFirstLastPara="1" rIns="71100" wrap="square" tIns="35550">
            <a:noAutofit/>
          </a:bodyPr>
          <a:lstStyle/>
          <a:p>
            <a:pPr indent="0" lvl="0" marL="0" marR="0" rtl="0" algn="ctr">
              <a:lnSpc>
                <a:spcPct val="90000"/>
              </a:lnSpc>
              <a:spcBef>
                <a:spcPts val="0"/>
              </a:spcBef>
              <a:spcAft>
                <a:spcPts val="0"/>
              </a:spcAft>
              <a:buClr>
                <a:schemeClr val="lt1"/>
              </a:buClr>
              <a:buSzPts val="3422"/>
              <a:buFont typeface="Arial"/>
              <a:buNone/>
            </a:pPr>
            <a:r>
              <a:rPr b="1" i="0" lang="pt-BR" sz="3422" u="none" cap="none" strike="noStrike">
                <a:solidFill>
                  <a:schemeClr val="lt1"/>
                </a:solidFill>
                <a:latin typeface="Arial"/>
                <a:ea typeface="Arial"/>
                <a:cs typeface="Arial"/>
                <a:sym typeface="Arial"/>
              </a:rPr>
              <a:t>ADOBE ILLUSTRATOR</a:t>
            </a:r>
            <a:endParaRPr b="0" i="0" sz="1088" u="none" cap="none" strike="noStrike">
              <a:solidFill>
                <a:srgbClr val="000000"/>
              </a:solidFill>
              <a:latin typeface="Arial"/>
              <a:ea typeface="Arial"/>
              <a:cs typeface="Arial"/>
              <a:sym typeface="Arial"/>
            </a:endParaRPr>
          </a:p>
        </p:txBody>
      </p:sp>
      <p:sp>
        <p:nvSpPr>
          <p:cNvPr id="90" name="Google Shape;90;p1"/>
          <p:cNvSpPr txBox="1"/>
          <p:nvPr/>
        </p:nvSpPr>
        <p:spPr>
          <a:xfrm>
            <a:off x="1037485" y="3218515"/>
            <a:ext cx="3494400" cy="425400"/>
          </a:xfrm>
          <a:prstGeom prst="rect">
            <a:avLst/>
          </a:prstGeom>
          <a:noFill/>
          <a:ln>
            <a:noFill/>
          </a:ln>
        </p:spPr>
        <p:txBody>
          <a:bodyPr anchorCtr="0" anchor="t" bIns="35550" lIns="71100" spcFirstLastPara="1" rIns="71100" wrap="square" tIns="35550">
            <a:normAutofit/>
          </a:bodyPr>
          <a:lstStyle/>
          <a:p>
            <a:pPr indent="0" lvl="0" marL="0" marR="0" rtl="0" algn="ctr">
              <a:lnSpc>
                <a:spcPct val="90000"/>
              </a:lnSpc>
              <a:spcBef>
                <a:spcPts val="0"/>
              </a:spcBef>
              <a:spcAft>
                <a:spcPts val="0"/>
              </a:spcAft>
              <a:buClr>
                <a:schemeClr val="lt1"/>
              </a:buClr>
              <a:buSzPts val="1400"/>
              <a:buFont typeface="Arial"/>
              <a:buNone/>
            </a:pPr>
            <a:r>
              <a:rPr b="1" i="0" lang="pt-BR" sz="1400" u="none" cap="none" strike="noStrike">
                <a:solidFill>
                  <a:schemeClr val="lt1"/>
                </a:solidFill>
                <a:latin typeface="Arial"/>
                <a:ea typeface="Arial"/>
                <a:cs typeface="Arial"/>
                <a:sym typeface="Arial"/>
              </a:rPr>
              <a:t>PROFESSOR: LEONILSON SOUZA</a:t>
            </a:r>
            <a:endParaRPr b="0" i="0" sz="1088" u="none" cap="none" strike="noStrike">
              <a:solidFill>
                <a:srgbClr val="000000"/>
              </a:solidFill>
              <a:latin typeface="Arial"/>
              <a:ea typeface="Arial"/>
              <a:cs typeface="Arial"/>
              <a:sym typeface="Arial"/>
            </a:endParaRPr>
          </a:p>
        </p:txBody>
      </p:sp>
      <p:pic>
        <p:nvPicPr>
          <p:cNvPr descr="Illustrator Icon Vector Art, Icons, and Graphics for Free ..." id="91" name="Google Shape;91;p1"/>
          <p:cNvPicPr preferRelativeResize="0"/>
          <p:nvPr/>
        </p:nvPicPr>
        <p:blipFill rotWithShape="1">
          <a:blip r:embed="rId3">
            <a:alphaModFix/>
          </a:blip>
          <a:srcRect b="8320" l="27842" r="27979" t="8826"/>
          <a:stretch/>
        </p:blipFill>
        <p:spPr>
          <a:xfrm>
            <a:off x="5842297" y="1552705"/>
            <a:ext cx="2348629" cy="2609588"/>
          </a:xfrm>
          <a:prstGeom prst="rect">
            <a:avLst/>
          </a:prstGeom>
          <a:noFill/>
          <a:ln>
            <a:noFill/>
          </a:ln>
        </p:spPr>
      </p:pic>
    </p:spTree>
  </p:cSld>
  <p:clrMapOvr>
    <a:masterClrMapping/>
  </p:clrMapOvr>
  <p:transition spd="slow">
    <p:push/>
  </p:transition>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5" name="Shape 95"/>
        <p:cNvGrpSpPr/>
        <p:nvPr/>
      </p:nvGrpSpPr>
      <p:grpSpPr>
        <a:xfrm>
          <a:off x="0" y="0"/>
          <a:ext cx="0" cy="0"/>
          <a:chOff x="0" y="0"/>
          <a:chExt cx="0" cy="0"/>
        </a:xfrm>
      </p:grpSpPr>
      <p:sp>
        <p:nvSpPr>
          <p:cNvPr id="96" name="Google Shape;96;p3"/>
          <p:cNvSpPr/>
          <p:nvPr/>
        </p:nvSpPr>
        <p:spPr>
          <a:xfrm>
            <a:off x="0" y="0"/>
            <a:ext cx="9144000" cy="1054200"/>
          </a:xfrm>
          <a:prstGeom prst="rect">
            <a:avLst/>
          </a:prstGeom>
          <a:solidFill>
            <a:srgbClr val="FA981B"/>
          </a:solidFill>
          <a:ln cap="flat" cmpd="sng" w="14825">
            <a:solidFill>
              <a:srgbClr val="FA981B"/>
            </a:solidFill>
            <a:prstDash val="solid"/>
            <a:miter lim="800000"/>
            <a:headEnd len="sm" w="sm" type="none"/>
            <a:tailEnd len="sm" w="sm" type="none"/>
          </a:ln>
        </p:spPr>
        <p:txBody>
          <a:bodyPr anchorCtr="0" anchor="ctr" bIns="35550" lIns="71100" spcFirstLastPara="1" rIns="71100" wrap="square" tIns="35550">
            <a:noAutofit/>
          </a:bodyPr>
          <a:lstStyle/>
          <a:p>
            <a:pPr indent="0" lvl="0" marL="0" marR="0" rtl="0" algn="ctr">
              <a:lnSpc>
                <a:spcPct val="100000"/>
              </a:lnSpc>
              <a:spcBef>
                <a:spcPts val="0"/>
              </a:spcBef>
              <a:spcAft>
                <a:spcPts val="0"/>
              </a:spcAft>
              <a:buClr>
                <a:srgbClr val="000000"/>
              </a:buClr>
              <a:buSzPts val="3600"/>
              <a:buFont typeface="Arial"/>
              <a:buNone/>
            </a:pPr>
            <a:r>
              <a:rPr b="1" i="0" lang="pt-BR" sz="3600" u="none" cap="none" strike="noStrike">
                <a:solidFill>
                  <a:schemeClr val="lt1"/>
                </a:solidFill>
                <a:latin typeface="Arial"/>
                <a:ea typeface="Arial"/>
                <a:cs typeface="Arial"/>
                <a:sym typeface="Arial"/>
              </a:rPr>
              <a:t>Ferramenta Smooth</a:t>
            </a:r>
            <a:endParaRPr b="1" i="0" sz="3600" u="none" cap="none" strike="noStrike">
              <a:solidFill>
                <a:schemeClr val="lt1"/>
              </a:solidFill>
              <a:latin typeface="Arial"/>
              <a:ea typeface="Arial"/>
              <a:cs typeface="Arial"/>
              <a:sym typeface="Arial"/>
            </a:endParaRPr>
          </a:p>
        </p:txBody>
      </p:sp>
      <p:sp>
        <p:nvSpPr>
          <p:cNvPr id="97" name="Google Shape;97;p3"/>
          <p:cNvSpPr txBox="1"/>
          <p:nvPr/>
        </p:nvSpPr>
        <p:spPr>
          <a:xfrm>
            <a:off x="491360" y="1841837"/>
            <a:ext cx="7843344" cy="20313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pt-BR" sz="1400" u="none" cap="none" strike="noStrike">
                <a:solidFill>
                  <a:srgbClr val="000000"/>
                </a:solidFill>
                <a:latin typeface="Arial"/>
                <a:ea typeface="Arial"/>
                <a:cs typeface="Arial"/>
                <a:sym typeface="Arial"/>
              </a:rPr>
              <a:t>O que é?</a:t>
            </a:r>
            <a:endParaRPr/>
          </a:p>
          <a:p>
            <a:pPr indent="0" lvl="0" marL="0" marR="0" rtl="0" algn="l">
              <a:lnSpc>
                <a:spcPct val="100000"/>
              </a:lnSpc>
              <a:spcBef>
                <a:spcPts val="0"/>
              </a:spcBef>
              <a:spcAft>
                <a:spcPts val="0"/>
              </a:spcAft>
              <a:buClr>
                <a:srgbClr val="000000"/>
              </a:buClr>
              <a:buSzPts val="1400"/>
              <a:buFont typeface="Arial"/>
              <a:buNone/>
            </a:pPr>
            <a:r>
              <a:rPr b="0" i="0" lang="pt-BR" sz="1400" u="none" cap="none" strike="noStrike">
                <a:solidFill>
                  <a:srgbClr val="000000"/>
                </a:solidFill>
                <a:latin typeface="Arial"/>
                <a:ea typeface="Arial"/>
                <a:cs typeface="Arial"/>
                <a:sym typeface="Arial"/>
              </a:rPr>
              <a:t>A </a:t>
            </a:r>
            <a:r>
              <a:rPr b="1" i="0" lang="pt-BR" sz="1400" u="none" cap="none" strike="noStrike">
                <a:solidFill>
                  <a:srgbClr val="000000"/>
                </a:solidFill>
                <a:latin typeface="Arial"/>
                <a:ea typeface="Arial"/>
                <a:cs typeface="Arial"/>
                <a:sym typeface="Arial"/>
              </a:rPr>
              <a:t>Ferramenta Smooth</a:t>
            </a:r>
            <a:r>
              <a:rPr b="0" i="0" lang="pt-BR" sz="1400" u="none" cap="none" strike="noStrike">
                <a:solidFill>
                  <a:srgbClr val="000000"/>
                </a:solidFill>
                <a:latin typeface="Arial"/>
                <a:ea typeface="Arial"/>
                <a:cs typeface="Arial"/>
                <a:sym typeface="Arial"/>
              </a:rPr>
              <a:t> (Suavizar) serve para </a:t>
            </a:r>
            <a:r>
              <a:rPr b="1" i="0" lang="pt-BR" sz="1400" u="none" cap="none" strike="noStrike">
                <a:solidFill>
                  <a:srgbClr val="000000"/>
                </a:solidFill>
                <a:latin typeface="Arial"/>
                <a:ea typeface="Arial"/>
                <a:cs typeface="Arial"/>
                <a:sym typeface="Arial"/>
              </a:rPr>
              <a:t>deixar linhas e curvas mais suaves</a:t>
            </a:r>
            <a:r>
              <a:rPr b="0" i="0" lang="pt-BR" sz="1400" u="none" cap="none" strike="noStrike">
                <a:solidFill>
                  <a:srgbClr val="000000"/>
                </a:solidFill>
                <a:latin typeface="Arial"/>
                <a:ea typeface="Arial"/>
                <a:cs typeface="Arial"/>
                <a:sym typeface="Arial"/>
              </a:rPr>
              <a:t>, removendo irregularidades e ajustando pontos de ancoragem.</a:t>
            </a:r>
            <a:br>
              <a:rPr b="0" i="0" lang="pt-BR" sz="1400" u="none" cap="none" strike="noStrike">
                <a:solidFill>
                  <a:srgbClr val="000000"/>
                </a:solidFill>
                <a:latin typeface="Arial"/>
                <a:ea typeface="Arial"/>
                <a:cs typeface="Arial"/>
                <a:sym typeface="Arial"/>
              </a:rPr>
            </a:br>
            <a:r>
              <a:rPr b="0" i="0" lang="pt-BR" sz="1400" u="none" cap="none" strike="noStrike">
                <a:solidFill>
                  <a:srgbClr val="000000"/>
                </a:solidFill>
                <a:latin typeface="Arial"/>
                <a:ea typeface="Arial"/>
                <a:cs typeface="Arial"/>
                <a:sym typeface="Arial"/>
              </a:rPr>
              <a:t>É muito usada quando o traço fica “tremido” ou com muitas quebras.</a:t>
            </a:r>
            <a:endParaRPr/>
          </a:p>
          <a:p>
            <a:pPr indent="0" lvl="0" marL="0" marR="0" rtl="0" algn="l">
              <a:lnSpc>
                <a:spcPct val="100000"/>
              </a:lnSpc>
              <a:spcBef>
                <a:spcPts val="0"/>
              </a:spcBef>
              <a:spcAft>
                <a:spcPts val="0"/>
              </a:spcAft>
              <a:buClr>
                <a:srgbClr val="000000"/>
              </a:buClr>
              <a:buSzPts val="1400"/>
              <a:buFont typeface="Arial"/>
              <a:buNone/>
            </a:pPr>
            <a:br>
              <a:rPr b="0" i="0" lang="pt-BR" sz="1400" u="none" cap="none" strike="noStrike">
                <a:solidFill>
                  <a:srgbClr val="000000"/>
                </a:solidFill>
                <a:latin typeface="Arial"/>
                <a:ea typeface="Arial"/>
                <a:cs typeface="Arial"/>
                <a:sym typeface="Arial"/>
              </a:rPr>
            </a:b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1" i="0" lang="pt-BR" sz="1400" u="none" cap="none" strike="noStrike">
                <a:solidFill>
                  <a:srgbClr val="000000"/>
                </a:solidFill>
                <a:latin typeface="Arial"/>
                <a:ea typeface="Arial"/>
                <a:cs typeface="Arial"/>
                <a:sym typeface="Arial"/>
              </a:rPr>
              <a:t>Localização</a:t>
            </a:r>
            <a:endParaRPr/>
          </a:p>
          <a:p>
            <a:pPr indent="-88900" lvl="0" marL="0" marR="0" rtl="0" algn="l">
              <a:lnSpc>
                <a:spcPct val="100000"/>
              </a:lnSpc>
              <a:spcBef>
                <a:spcPts val="0"/>
              </a:spcBef>
              <a:spcAft>
                <a:spcPts val="0"/>
              </a:spcAft>
              <a:buClr>
                <a:srgbClr val="000000"/>
              </a:buClr>
              <a:buSzPts val="1400"/>
              <a:buFont typeface="Arial"/>
              <a:buChar char="•"/>
            </a:pPr>
            <a:r>
              <a:rPr b="0" i="0" lang="pt-BR" sz="1400" u="none" cap="none" strike="noStrike">
                <a:solidFill>
                  <a:srgbClr val="000000"/>
                </a:solidFill>
                <a:latin typeface="Arial"/>
                <a:ea typeface="Arial"/>
                <a:cs typeface="Arial"/>
                <a:sym typeface="Arial"/>
              </a:rPr>
              <a:t> Fica dentro da </a:t>
            </a:r>
            <a:r>
              <a:rPr b="1" i="0" lang="pt-BR" sz="1400" u="none" cap="none" strike="noStrike">
                <a:solidFill>
                  <a:srgbClr val="000000"/>
                </a:solidFill>
                <a:latin typeface="Arial"/>
                <a:ea typeface="Arial"/>
                <a:cs typeface="Arial"/>
                <a:sym typeface="Arial"/>
              </a:rPr>
              <a:t>Ferramenta Lápis (Pencil Tool)</a:t>
            </a:r>
            <a:r>
              <a:rPr b="0" i="0" lang="pt-BR" sz="1400" u="none" cap="none" strike="noStrike">
                <a:solidFill>
                  <a:srgbClr val="000000"/>
                </a:solidFill>
                <a:latin typeface="Arial"/>
                <a:ea typeface="Arial"/>
                <a:cs typeface="Arial"/>
                <a:sym typeface="Arial"/>
              </a:rPr>
              <a:t>.</a:t>
            </a:r>
            <a:endParaRPr/>
          </a:p>
          <a:p>
            <a:pPr indent="-88900" lvl="0" marL="0" marR="0" rtl="0" algn="l">
              <a:lnSpc>
                <a:spcPct val="100000"/>
              </a:lnSpc>
              <a:spcBef>
                <a:spcPts val="0"/>
              </a:spcBef>
              <a:spcAft>
                <a:spcPts val="0"/>
              </a:spcAft>
              <a:buClr>
                <a:srgbClr val="000000"/>
              </a:buClr>
              <a:buSzPts val="1400"/>
              <a:buFont typeface="Arial"/>
              <a:buChar char="•"/>
            </a:pPr>
            <a:r>
              <a:rPr b="0" i="0" lang="pt-BR" sz="1400" u="none" cap="none" strike="noStrike">
                <a:solidFill>
                  <a:srgbClr val="000000"/>
                </a:solidFill>
                <a:latin typeface="Arial"/>
                <a:ea typeface="Arial"/>
                <a:cs typeface="Arial"/>
                <a:sym typeface="Arial"/>
              </a:rPr>
              <a:t> Clique e segure no ícone da </a:t>
            </a:r>
            <a:r>
              <a:rPr b="1" i="0" lang="pt-BR" sz="1400" u="none" cap="none" strike="noStrike">
                <a:solidFill>
                  <a:srgbClr val="000000"/>
                </a:solidFill>
                <a:latin typeface="Arial"/>
                <a:ea typeface="Arial"/>
                <a:cs typeface="Arial"/>
                <a:sym typeface="Arial"/>
              </a:rPr>
              <a:t>Lápis (N)</a:t>
            </a:r>
            <a:r>
              <a:rPr b="0" i="0" lang="pt-BR" sz="1400" u="none" cap="none" strike="noStrike">
                <a:solidFill>
                  <a:srgbClr val="000000"/>
                </a:solidFill>
                <a:latin typeface="Arial"/>
                <a:ea typeface="Arial"/>
                <a:cs typeface="Arial"/>
                <a:sym typeface="Arial"/>
              </a:rPr>
              <a:t> para abrir o menu escondido → selecione </a:t>
            </a:r>
            <a:r>
              <a:rPr b="1" i="0" lang="pt-BR" sz="1400" u="none" cap="none" strike="noStrike">
                <a:solidFill>
                  <a:srgbClr val="000000"/>
                </a:solidFill>
                <a:latin typeface="Arial"/>
                <a:ea typeface="Arial"/>
                <a:cs typeface="Arial"/>
                <a:sym typeface="Arial"/>
              </a:rPr>
              <a:t>Smooth Tool</a:t>
            </a:r>
            <a:r>
              <a:rPr b="0" i="0" lang="pt-BR" sz="1400" u="none" cap="none" strike="noStrike">
                <a:solidFill>
                  <a:srgbClr val="000000"/>
                </a:solidFill>
                <a:latin typeface="Arial"/>
                <a:ea typeface="Arial"/>
                <a:cs typeface="Arial"/>
                <a:sym typeface="Arial"/>
              </a:rPr>
              <a:t>.</a:t>
            </a:r>
            <a:endParaRPr/>
          </a:p>
        </p:txBody>
      </p:sp>
      <p:pic>
        <p:nvPicPr>
          <p:cNvPr id="98" name="Google Shape;98;p3"/>
          <p:cNvPicPr preferRelativeResize="0"/>
          <p:nvPr/>
        </p:nvPicPr>
        <p:blipFill rotWithShape="1">
          <a:blip r:embed="rId3">
            <a:alphaModFix/>
          </a:blip>
          <a:srcRect b="0" l="0" r="0" t="0"/>
          <a:stretch/>
        </p:blipFill>
        <p:spPr>
          <a:xfrm>
            <a:off x="6023287" y="4309241"/>
            <a:ext cx="2466717" cy="1031537"/>
          </a:xfrm>
          <a:prstGeom prst="rect">
            <a:avLst/>
          </a:prstGeom>
          <a:noFill/>
          <a:ln>
            <a:noFill/>
          </a:ln>
        </p:spPr>
      </p:pic>
    </p:spTree>
  </p:cSld>
  <p:clrMapOvr>
    <a:masterClrMapping/>
  </p:clrMapOvr>
  <p:transition spd="slow">
    <p:push/>
  </p:transition>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02" name="Shape 102"/>
        <p:cNvGrpSpPr/>
        <p:nvPr/>
      </p:nvGrpSpPr>
      <p:grpSpPr>
        <a:xfrm>
          <a:off x="0" y="0"/>
          <a:ext cx="0" cy="0"/>
          <a:chOff x="0" y="0"/>
          <a:chExt cx="0" cy="0"/>
        </a:xfrm>
      </p:grpSpPr>
      <p:sp>
        <p:nvSpPr>
          <p:cNvPr id="103" name="Google Shape;103;p37"/>
          <p:cNvSpPr/>
          <p:nvPr/>
        </p:nvSpPr>
        <p:spPr>
          <a:xfrm>
            <a:off x="0" y="0"/>
            <a:ext cx="9144000" cy="1054200"/>
          </a:xfrm>
          <a:prstGeom prst="rect">
            <a:avLst/>
          </a:prstGeom>
          <a:solidFill>
            <a:srgbClr val="FA981B"/>
          </a:solidFill>
          <a:ln cap="flat" cmpd="sng" w="14825">
            <a:solidFill>
              <a:srgbClr val="FA981B"/>
            </a:solidFill>
            <a:prstDash val="solid"/>
            <a:miter lim="800000"/>
            <a:headEnd len="sm" w="sm" type="none"/>
            <a:tailEnd len="sm" w="sm" type="none"/>
          </a:ln>
        </p:spPr>
        <p:txBody>
          <a:bodyPr anchorCtr="0" anchor="ctr" bIns="35550" lIns="71100" spcFirstLastPara="1" rIns="71100" wrap="square" tIns="35550">
            <a:noAutofit/>
          </a:bodyPr>
          <a:lstStyle/>
          <a:p>
            <a:pPr indent="0" lvl="0" marL="0" marR="0" rtl="0" algn="ctr">
              <a:lnSpc>
                <a:spcPct val="100000"/>
              </a:lnSpc>
              <a:spcBef>
                <a:spcPts val="0"/>
              </a:spcBef>
              <a:spcAft>
                <a:spcPts val="0"/>
              </a:spcAft>
              <a:buClr>
                <a:srgbClr val="000000"/>
              </a:buClr>
              <a:buSzPts val="3600"/>
              <a:buFont typeface="Arial"/>
              <a:buNone/>
            </a:pPr>
            <a:r>
              <a:rPr b="1" i="0" lang="pt-BR" sz="3600" u="none" cap="none" strike="noStrike">
                <a:solidFill>
                  <a:schemeClr val="lt1"/>
                </a:solidFill>
                <a:latin typeface="Arial"/>
                <a:ea typeface="Arial"/>
                <a:cs typeface="Arial"/>
                <a:sym typeface="Arial"/>
              </a:rPr>
              <a:t>Ferramenta Smooth</a:t>
            </a:r>
            <a:endParaRPr b="1" i="0" sz="3600" u="none" cap="none" strike="noStrike">
              <a:solidFill>
                <a:schemeClr val="lt1"/>
              </a:solidFill>
              <a:latin typeface="Arial"/>
              <a:ea typeface="Arial"/>
              <a:cs typeface="Arial"/>
              <a:sym typeface="Arial"/>
            </a:endParaRPr>
          </a:p>
        </p:txBody>
      </p:sp>
      <p:sp>
        <p:nvSpPr>
          <p:cNvPr id="104" name="Google Shape;104;p37"/>
          <p:cNvSpPr txBox="1"/>
          <p:nvPr/>
        </p:nvSpPr>
        <p:spPr>
          <a:xfrm>
            <a:off x="249620" y="1220459"/>
            <a:ext cx="7675179" cy="224676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pt-BR" sz="1400" u="none" cap="none" strike="noStrike">
                <a:solidFill>
                  <a:srgbClr val="000000"/>
                </a:solidFill>
                <a:latin typeface="Arial"/>
                <a:ea typeface="Arial"/>
                <a:cs typeface="Arial"/>
                <a:sym typeface="Arial"/>
              </a:rPr>
              <a:t>Como usar – Passo a Passo</a:t>
            </a:r>
            <a:endParaRPr/>
          </a:p>
          <a:p>
            <a:pPr indent="-88900" lvl="0" marL="0" marR="0" rtl="0" algn="l">
              <a:lnSpc>
                <a:spcPct val="100000"/>
              </a:lnSpc>
              <a:spcBef>
                <a:spcPts val="0"/>
              </a:spcBef>
              <a:spcAft>
                <a:spcPts val="0"/>
              </a:spcAft>
              <a:buClr>
                <a:srgbClr val="000000"/>
              </a:buClr>
              <a:buSzPts val="1400"/>
              <a:buFont typeface="Arial"/>
              <a:buAutoNum type="arabicPeriod"/>
            </a:pPr>
            <a:r>
              <a:rPr b="1" i="0" lang="pt-BR" sz="1400" u="none" cap="none" strike="noStrike">
                <a:solidFill>
                  <a:srgbClr val="000000"/>
                </a:solidFill>
                <a:latin typeface="Arial"/>
                <a:ea typeface="Arial"/>
                <a:cs typeface="Arial"/>
                <a:sym typeface="Arial"/>
              </a:rPr>
              <a:t>Selecione o caminho</a:t>
            </a:r>
            <a:r>
              <a:rPr b="0" i="0" lang="pt-BR" sz="1400" u="none" cap="none" strike="noStrike">
                <a:solidFill>
                  <a:srgbClr val="000000"/>
                </a:solidFill>
                <a:latin typeface="Arial"/>
                <a:ea typeface="Arial"/>
                <a:cs typeface="Arial"/>
                <a:sym typeface="Arial"/>
              </a:rPr>
              <a:t> que deseja suavizar usando a </a:t>
            </a:r>
            <a:r>
              <a:rPr b="1" i="0" lang="pt-BR" sz="1400" u="none" cap="none" strike="noStrike">
                <a:solidFill>
                  <a:srgbClr val="000000"/>
                </a:solidFill>
                <a:latin typeface="Arial"/>
                <a:ea typeface="Arial"/>
                <a:cs typeface="Arial"/>
                <a:sym typeface="Arial"/>
              </a:rPr>
              <a:t>Ferramenta Seleção (V)</a:t>
            </a:r>
            <a:r>
              <a:rPr b="0" i="0" lang="pt-BR" sz="1400" u="none" cap="none" strike="noStrike">
                <a:solidFill>
                  <a:srgbClr val="000000"/>
                </a:solidFill>
                <a:latin typeface="Arial"/>
                <a:ea typeface="Arial"/>
                <a:cs typeface="Arial"/>
                <a:sym typeface="Arial"/>
              </a:rPr>
              <a:t>.</a:t>
            </a:r>
            <a:endParaRPr/>
          </a:p>
          <a:p>
            <a:pPr indent="-88900" lvl="0" marL="0" marR="0" rtl="0" algn="l">
              <a:lnSpc>
                <a:spcPct val="100000"/>
              </a:lnSpc>
              <a:spcBef>
                <a:spcPts val="0"/>
              </a:spcBef>
              <a:spcAft>
                <a:spcPts val="0"/>
              </a:spcAft>
              <a:buClr>
                <a:srgbClr val="000000"/>
              </a:buClr>
              <a:buSzPts val="1400"/>
              <a:buFont typeface="Arial"/>
              <a:buAutoNum type="arabicPeriod"/>
            </a:pPr>
            <a:r>
              <a:rPr b="0" i="0" lang="pt-BR" sz="1400" u="none" cap="none" strike="noStrike">
                <a:solidFill>
                  <a:srgbClr val="000000"/>
                </a:solidFill>
                <a:latin typeface="Arial"/>
                <a:ea typeface="Arial"/>
                <a:cs typeface="Arial"/>
                <a:sym typeface="Arial"/>
              </a:rPr>
              <a:t>Ative a </a:t>
            </a:r>
            <a:r>
              <a:rPr b="1" i="0" lang="pt-BR" sz="1400" u="none" cap="none" strike="noStrike">
                <a:solidFill>
                  <a:srgbClr val="000000"/>
                </a:solidFill>
                <a:latin typeface="Arial"/>
                <a:ea typeface="Arial"/>
                <a:cs typeface="Arial"/>
                <a:sym typeface="Arial"/>
              </a:rPr>
              <a:t>Ferramenta Smooth</a:t>
            </a:r>
            <a:r>
              <a:rPr b="0" i="0" lang="pt-BR" sz="1400" u="none" cap="none" strike="noStrike">
                <a:solidFill>
                  <a:srgbClr val="000000"/>
                </a:solidFill>
                <a:latin typeface="Arial"/>
                <a:ea typeface="Arial"/>
                <a:cs typeface="Arial"/>
                <a:sym typeface="Arial"/>
              </a:rPr>
              <a:t>.</a:t>
            </a:r>
            <a:endParaRPr/>
          </a:p>
          <a:p>
            <a:pPr indent="-88900" lvl="0" marL="0" marR="0" rtl="0" algn="l">
              <a:lnSpc>
                <a:spcPct val="100000"/>
              </a:lnSpc>
              <a:spcBef>
                <a:spcPts val="0"/>
              </a:spcBef>
              <a:spcAft>
                <a:spcPts val="0"/>
              </a:spcAft>
              <a:buClr>
                <a:srgbClr val="000000"/>
              </a:buClr>
              <a:buSzPts val="1400"/>
              <a:buFont typeface="Arial"/>
              <a:buAutoNum type="arabicPeriod"/>
            </a:pPr>
            <a:r>
              <a:rPr b="1" i="0" lang="pt-BR" sz="1400" u="none" cap="none" strike="noStrike">
                <a:solidFill>
                  <a:srgbClr val="000000"/>
                </a:solidFill>
                <a:latin typeface="Arial"/>
                <a:ea typeface="Arial"/>
                <a:cs typeface="Arial"/>
                <a:sym typeface="Arial"/>
              </a:rPr>
              <a:t>Arraste sobre o caminho</a:t>
            </a:r>
            <a:r>
              <a:rPr b="0" i="0" lang="pt-BR" sz="1400" u="none" cap="none" strike="noStrike">
                <a:solidFill>
                  <a:srgbClr val="000000"/>
                </a:solidFill>
                <a:latin typeface="Arial"/>
                <a:ea typeface="Arial"/>
                <a:cs typeface="Arial"/>
                <a:sym typeface="Arial"/>
              </a:rPr>
              <a:t> várias vezes → as bordas vão ficando mais arredondadas e limpas.</a:t>
            </a:r>
            <a:endParaRPr/>
          </a:p>
          <a:p>
            <a:pPr indent="-88900" lvl="0" marL="0" marR="0" rtl="0" algn="l">
              <a:lnSpc>
                <a:spcPct val="100000"/>
              </a:lnSpc>
              <a:spcBef>
                <a:spcPts val="0"/>
              </a:spcBef>
              <a:spcAft>
                <a:spcPts val="0"/>
              </a:spcAft>
              <a:buClr>
                <a:srgbClr val="000000"/>
              </a:buClr>
              <a:buSzPts val="1400"/>
              <a:buFont typeface="Arial"/>
              <a:buAutoNum type="arabicPeriod"/>
            </a:pPr>
            <a:r>
              <a:rPr b="0" i="0" lang="pt-BR" sz="1400" u="none" cap="none" strike="noStrike">
                <a:solidFill>
                  <a:srgbClr val="000000"/>
                </a:solidFill>
                <a:latin typeface="Arial"/>
                <a:ea typeface="Arial"/>
                <a:cs typeface="Arial"/>
                <a:sym typeface="Arial"/>
              </a:rPr>
              <a:t>Para ajustes avançados:</a:t>
            </a:r>
            <a:endParaRPr/>
          </a:p>
          <a:p>
            <a:pPr indent="-285750" lvl="1" marL="742950" marR="0" rtl="0" algn="l">
              <a:lnSpc>
                <a:spcPct val="100000"/>
              </a:lnSpc>
              <a:spcBef>
                <a:spcPts val="0"/>
              </a:spcBef>
              <a:spcAft>
                <a:spcPts val="0"/>
              </a:spcAft>
              <a:buClr>
                <a:srgbClr val="000000"/>
              </a:buClr>
              <a:buSzPts val="1400"/>
              <a:buFont typeface="Arial"/>
              <a:buAutoNum type="arabicPeriod"/>
            </a:pPr>
            <a:r>
              <a:rPr b="1" i="0" lang="pt-BR" sz="1400" u="none" cap="none" strike="noStrike">
                <a:solidFill>
                  <a:srgbClr val="000000"/>
                </a:solidFill>
                <a:latin typeface="Arial"/>
                <a:ea typeface="Arial"/>
                <a:cs typeface="Arial"/>
                <a:sym typeface="Arial"/>
              </a:rPr>
              <a:t>Clique duas vezes</a:t>
            </a:r>
            <a:r>
              <a:rPr b="0" i="0" lang="pt-BR" sz="1400" u="none" cap="none" strike="noStrike">
                <a:solidFill>
                  <a:srgbClr val="000000"/>
                </a:solidFill>
                <a:latin typeface="Arial"/>
                <a:ea typeface="Arial"/>
                <a:cs typeface="Arial"/>
                <a:sym typeface="Arial"/>
              </a:rPr>
              <a:t> na Smooth Tool → abre a janela </a:t>
            </a:r>
            <a:r>
              <a:rPr b="1" i="0" lang="pt-BR" sz="1400" u="none" cap="none" strike="noStrike">
                <a:solidFill>
                  <a:srgbClr val="000000"/>
                </a:solidFill>
                <a:latin typeface="Arial"/>
                <a:ea typeface="Arial"/>
                <a:cs typeface="Arial"/>
                <a:sym typeface="Arial"/>
              </a:rPr>
              <a:t>Smooth Tool Options</a:t>
            </a:r>
            <a:r>
              <a:rPr b="0" i="0" lang="pt-BR" sz="1400" u="none" cap="none" strike="noStrike">
                <a:solidFill>
                  <a:srgbClr val="000000"/>
                </a:solidFill>
                <a:latin typeface="Arial"/>
                <a:ea typeface="Arial"/>
                <a:cs typeface="Arial"/>
                <a:sym typeface="Arial"/>
              </a:rPr>
              <a:t>.</a:t>
            </a:r>
            <a:endParaRPr/>
          </a:p>
          <a:p>
            <a:pPr indent="-285750" lvl="1" marL="742950" marR="0" rtl="0" algn="l">
              <a:lnSpc>
                <a:spcPct val="100000"/>
              </a:lnSpc>
              <a:spcBef>
                <a:spcPts val="0"/>
              </a:spcBef>
              <a:spcAft>
                <a:spcPts val="0"/>
              </a:spcAft>
              <a:buClr>
                <a:srgbClr val="000000"/>
              </a:buClr>
              <a:buSzPts val="1400"/>
              <a:buFont typeface="Arial"/>
              <a:buAutoNum type="arabicPeriod"/>
            </a:pPr>
            <a:r>
              <a:rPr b="0" i="0" lang="pt-BR" sz="1400" u="none" cap="none" strike="noStrike">
                <a:solidFill>
                  <a:srgbClr val="000000"/>
                </a:solidFill>
                <a:latin typeface="Arial"/>
                <a:ea typeface="Arial"/>
                <a:cs typeface="Arial"/>
                <a:sym typeface="Arial"/>
              </a:rPr>
              <a:t>Na opção </a:t>
            </a:r>
            <a:r>
              <a:rPr b="1" i="0" lang="pt-BR" sz="1400" u="none" cap="none" strike="noStrike">
                <a:solidFill>
                  <a:srgbClr val="000000"/>
                </a:solidFill>
                <a:latin typeface="Arial"/>
                <a:ea typeface="Arial"/>
                <a:cs typeface="Arial"/>
                <a:sym typeface="Arial"/>
              </a:rPr>
              <a:t>Fidelity</a:t>
            </a:r>
            <a:r>
              <a:rPr b="0" i="0" lang="pt-BR" sz="1400" u="none" cap="none" strike="noStrike">
                <a:solidFill>
                  <a:srgbClr val="000000"/>
                </a:solidFill>
                <a:latin typeface="Arial"/>
                <a:ea typeface="Arial"/>
                <a:cs typeface="Arial"/>
                <a:sym typeface="Arial"/>
              </a:rPr>
              <a:t>, escolha:</a:t>
            </a:r>
            <a:endParaRPr/>
          </a:p>
          <a:p>
            <a:pPr indent="-228600" lvl="2" marL="1143000" marR="0" rtl="0" algn="l">
              <a:lnSpc>
                <a:spcPct val="100000"/>
              </a:lnSpc>
              <a:spcBef>
                <a:spcPts val="0"/>
              </a:spcBef>
              <a:spcAft>
                <a:spcPts val="0"/>
              </a:spcAft>
              <a:buClr>
                <a:srgbClr val="000000"/>
              </a:buClr>
              <a:buSzPts val="1400"/>
              <a:buFont typeface="Arial"/>
              <a:buAutoNum type="arabicPeriod"/>
            </a:pPr>
            <a:r>
              <a:rPr b="1" i="0" lang="pt-BR" sz="1400" u="none" cap="none" strike="noStrike">
                <a:solidFill>
                  <a:srgbClr val="000000"/>
                </a:solidFill>
                <a:latin typeface="Arial"/>
                <a:ea typeface="Arial"/>
                <a:cs typeface="Arial"/>
                <a:sym typeface="Arial"/>
              </a:rPr>
              <a:t>Mais baixa</a:t>
            </a:r>
            <a:r>
              <a:rPr b="0" i="0" lang="pt-BR" sz="1400" u="none" cap="none" strike="noStrike">
                <a:solidFill>
                  <a:srgbClr val="000000"/>
                </a:solidFill>
                <a:latin typeface="Arial"/>
                <a:ea typeface="Arial"/>
                <a:cs typeface="Arial"/>
                <a:sym typeface="Arial"/>
              </a:rPr>
              <a:t> → adiciona mais pontos, maior precisão.</a:t>
            </a:r>
            <a:endParaRPr/>
          </a:p>
          <a:p>
            <a:pPr indent="-228600" lvl="2" marL="1143000" marR="0" rtl="0" algn="l">
              <a:lnSpc>
                <a:spcPct val="100000"/>
              </a:lnSpc>
              <a:spcBef>
                <a:spcPts val="0"/>
              </a:spcBef>
              <a:spcAft>
                <a:spcPts val="0"/>
              </a:spcAft>
              <a:buClr>
                <a:srgbClr val="000000"/>
              </a:buClr>
              <a:buSzPts val="1400"/>
              <a:buFont typeface="Arial"/>
              <a:buAutoNum type="arabicPeriod"/>
            </a:pPr>
            <a:r>
              <a:rPr b="1" i="0" lang="pt-BR" sz="1400" u="none" cap="none" strike="noStrike">
                <a:solidFill>
                  <a:srgbClr val="000000"/>
                </a:solidFill>
                <a:latin typeface="Arial"/>
                <a:ea typeface="Arial"/>
                <a:cs typeface="Arial"/>
                <a:sym typeface="Arial"/>
              </a:rPr>
              <a:t>Mais alta</a:t>
            </a:r>
            <a:r>
              <a:rPr b="0" i="0" lang="pt-BR" sz="1400" u="none" cap="none" strike="noStrike">
                <a:solidFill>
                  <a:srgbClr val="000000"/>
                </a:solidFill>
                <a:latin typeface="Arial"/>
                <a:ea typeface="Arial"/>
                <a:cs typeface="Arial"/>
                <a:sym typeface="Arial"/>
              </a:rPr>
              <a:t> → menos pontos, traço mais simples e limpo.</a:t>
            </a:r>
            <a:endParaRPr/>
          </a:p>
        </p:txBody>
      </p:sp>
      <p:pic>
        <p:nvPicPr>
          <p:cNvPr id="105" name="Google Shape;105;p37"/>
          <p:cNvPicPr preferRelativeResize="0"/>
          <p:nvPr/>
        </p:nvPicPr>
        <p:blipFill rotWithShape="1">
          <a:blip r:embed="rId3">
            <a:alphaModFix/>
          </a:blip>
          <a:srcRect b="0" l="8173" r="0" t="0"/>
          <a:stretch/>
        </p:blipFill>
        <p:spPr>
          <a:xfrm>
            <a:off x="6288321" y="2957158"/>
            <a:ext cx="2750576" cy="2757842"/>
          </a:xfrm>
          <a:prstGeom prst="rect">
            <a:avLst/>
          </a:prstGeom>
          <a:noFill/>
          <a:ln>
            <a:noFill/>
          </a:ln>
        </p:spPr>
      </p:pic>
      <p:sp>
        <p:nvSpPr>
          <p:cNvPr id="106" name="Google Shape;106;p37"/>
          <p:cNvSpPr txBox="1"/>
          <p:nvPr/>
        </p:nvSpPr>
        <p:spPr>
          <a:xfrm>
            <a:off x="1237592" y="4589134"/>
            <a:ext cx="5699233"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pt-BR" sz="1400" u="none" cap="none" strike="noStrike">
                <a:solidFill>
                  <a:srgbClr val="000000"/>
                </a:solidFill>
                <a:latin typeface="Arial"/>
                <a:ea typeface="Arial"/>
                <a:cs typeface="Arial"/>
                <a:sym typeface="Arial"/>
              </a:rPr>
              <a:t>Experimente diferentes valores em </a:t>
            </a:r>
            <a:r>
              <a:rPr b="1" i="0" lang="pt-BR" sz="1400" u="none" cap="none" strike="noStrike">
                <a:solidFill>
                  <a:srgbClr val="000000"/>
                </a:solidFill>
                <a:latin typeface="Arial"/>
                <a:ea typeface="Arial"/>
                <a:cs typeface="Arial"/>
                <a:sym typeface="Arial"/>
              </a:rPr>
              <a:t>Fidelity</a:t>
            </a:r>
            <a:r>
              <a:rPr b="0" i="0" lang="pt-BR" sz="1400" u="none" cap="none" strike="noStrike">
                <a:solidFill>
                  <a:srgbClr val="000000"/>
                </a:solidFill>
                <a:latin typeface="Arial"/>
                <a:ea typeface="Arial"/>
                <a:cs typeface="Arial"/>
                <a:sym typeface="Arial"/>
              </a:rPr>
              <a:t> e compare os resultados.</a:t>
            </a:r>
            <a:endParaRPr/>
          </a:p>
        </p:txBody>
      </p:sp>
    </p:spTree>
  </p:cSld>
  <p:clrMapOvr>
    <a:masterClrMapping/>
  </p:clrMapOvr>
  <p:transition spd="slow">
    <p:push/>
  </p:transition>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chemeClr val="lt1"/>
        </a:solidFill>
      </p:bgPr>
    </p:bg>
    <p:spTree>
      <p:nvGrpSpPr>
        <p:cNvPr id="110" name="Shape 110"/>
        <p:cNvGrpSpPr/>
        <p:nvPr/>
      </p:nvGrpSpPr>
      <p:grpSpPr>
        <a:xfrm>
          <a:off x="0" y="0"/>
          <a:ext cx="0" cy="0"/>
          <a:chOff x="0" y="0"/>
          <a:chExt cx="0" cy="0"/>
        </a:xfrm>
      </p:grpSpPr>
      <p:sp>
        <p:nvSpPr>
          <p:cNvPr id="111" name="Google Shape;111;p4"/>
          <p:cNvSpPr/>
          <p:nvPr/>
        </p:nvSpPr>
        <p:spPr>
          <a:xfrm>
            <a:off x="0" y="0"/>
            <a:ext cx="9144000" cy="1054200"/>
          </a:xfrm>
          <a:prstGeom prst="rect">
            <a:avLst/>
          </a:prstGeom>
          <a:solidFill>
            <a:srgbClr val="FA981B"/>
          </a:solidFill>
          <a:ln cap="flat" cmpd="sng" w="14825">
            <a:solidFill>
              <a:srgbClr val="FA981B"/>
            </a:solidFill>
            <a:prstDash val="solid"/>
            <a:miter lim="800000"/>
            <a:headEnd len="sm" w="sm" type="none"/>
            <a:tailEnd len="sm" w="sm" type="none"/>
          </a:ln>
        </p:spPr>
        <p:txBody>
          <a:bodyPr anchorCtr="0" anchor="ctr" bIns="35550" lIns="71100" spcFirstLastPara="1" rIns="71100" wrap="square" tIns="35550">
            <a:noAutofit/>
          </a:bodyPr>
          <a:lstStyle/>
          <a:p>
            <a:pPr indent="0" lvl="0" marL="0" marR="0" rtl="0" algn="ctr">
              <a:lnSpc>
                <a:spcPct val="100000"/>
              </a:lnSpc>
              <a:spcBef>
                <a:spcPts val="0"/>
              </a:spcBef>
              <a:spcAft>
                <a:spcPts val="0"/>
              </a:spcAft>
              <a:buNone/>
            </a:pPr>
            <a:r>
              <a:rPr b="1" i="0" lang="pt-BR" sz="3600" u="none" cap="none" strike="noStrike">
                <a:solidFill>
                  <a:schemeClr val="lt1"/>
                </a:solidFill>
                <a:latin typeface="Arial"/>
                <a:ea typeface="Arial"/>
                <a:cs typeface="Arial"/>
                <a:sym typeface="Arial"/>
              </a:rPr>
              <a:t>Ferramenta Path Eraser Tool</a:t>
            </a:r>
            <a:endParaRPr b="1" i="0" sz="3200" u="none" cap="none" strike="noStrike">
              <a:solidFill>
                <a:schemeClr val="lt1"/>
              </a:solidFill>
              <a:latin typeface="Arial"/>
              <a:ea typeface="Arial"/>
              <a:cs typeface="Arial"/>
              <a:sym typeface="Arial"/>
            </a:endParaRPr>
          </a:p>
        </p:txBody>
      </p:sp>
      <p:sp>
        <p:nvSpPr>
          <p:cNvPr id="112" name="Google Shape;112;p4"/>
          <p:cNvSpPr txBox="1"/>
          <p:nvPr/>
        </p:nvSpPr>
        <p:spPr>
          <a:xfrm>
            <a:off x="480849" y="1288757"/>
            <a:ext cx="7780282" cy="20313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pt-BR" sz="1400" u="none" cap="none" strike="noStrike">
                <a:solidFill>
                  <a:srgbClr val="000000"/>
                </a:solidFill>
                <a:latin typeface="Arial"/>
                <a:ea typeface="Arial"/>
                <a:cs typeface="Arial"/>
                <a:sym typeface="Arial"/>
              </a:rPr>
              <a:t>O que é?</a:t>
            </a:r>
            <a:endParaRPr/>
          </a:p>
          <a:p>
            <a:pPr indent="0" lvl="0" marL="0" marR="0" rtl="0" algn="l">
              <a:lnSpc>
                <a:spcPct val="100000"/>
              </a:lnSpc>
              <a:spcBef>
                <a:spcPts val="0"/>
              </a:spcBef>
              <a:spcAft>
                <a:spcPts val="0"/>
              </a:spcAft>
              <a:buClr>
                <a:srgbClr val="000000"/>
              </a:buClr>
              <a:buSzPts val="1400"/>
              <a:buFont typeface="Arial"/>
              <a:buNone/>
            </a:pPr>
            <a:r>
              <a:rPr b="0" i="0" lang="pt-BR" sz="1400" u="none" cap="none" strike="noStrike">
                <a:solidFill>
                  <a:srgbClr val="000000"/>
                </a:solidFill>
                <a:latin typeface="Arial"/>
                <a:ea typeface="Arial"/>
                <a:cs typeface="Arial"/>
                <a:sym typeface="Arial"/>
              </a:rPr>
              <a:t>A </a:t>
            </a:r>
            <a:r>
              <a:rPr b="1" i="0" lang="pt-BR" sz="1400" u="none" cap="none" strike="noStrike">
                <a:solidFill>
                  <a:srgbClr val="000000"/>
                </a:solidFill>
                <a:latin typeface="Arial"/>
                <a:ea typeface="Arial"/>
                <a:cs typeface="Arial"/>
                <a:sym typeface="Arial"/>
              </a:rPr>
              <a:t>Ferramenta Path Eraser</a:t>
            </a:r>
            <a:r>
              <a:rPr b="0" i="0" lang="pt-BR" sz="1400" u="none" cap="none" strike="noStrike">
                <a:solidFill>
                  <a:srgbClr val="000000"/>
                </a:solidFill>
                <a:latin typeface="Arial"/>
                <a:ea typeface="Arial"/>
                <a:cs typeface="Arial"/>
                <a:sym typeface="Arial"/>
              </a:rPr>
              <a:t> serve para </a:t>
            </a:r>
            <a:r>
              <a:rPr b="1" i="0" lang="pt-BR" sz="1400" u="none" cap="none" strike="noStrike">
                <a:solidFill>
                  <a:srgbClr val="000000"/>
                </a:solidFill>
                <a:latin typeface="Arial"/>
                <a:ea typeface="Arial"/>
                <a:cs typeface="Arial"/>
                <a:sym typeface="Arial"/>
              </a:rPr>
              <a:t>apagar partes de um caminho</a:t>
            </a:r>
            <a:r>
              <a:rPr b="0" i="0" lang="pt-BR" sz="1400" u="none" cap="none" strike="noStrike">
                <a:solidFill>
                  <a:srgbClr val="000000"/>
                </a:solidFill>
                <a:latin typeface="Arial"/>
                <a:ea typeface="Arial"/>
                <a:cs typeface="Arial"/>
                <a:sym typeface="Arial"/>
              </a:rPr>
              <a:t> desenhado, sem precisar apagar o objeto inteiro.</a:t>
            </a:r>
            <a:br>
              <a:rPr b="0" i="0" lang="pt-BR" sz="1400" u="none" cap="none" strike="noStrike">
                <a:solidFill>
                  <a:srgbClr val="000000"/>
                </a:solidFill>
                <a:latin typeface="Arial"/>
                <a:ea typeface="Arial"/>
                <a:cs typeface="Arial"/>
                <a:sym typeface="Arial"/>
              </a:rPr>
            </a:br>
            <a:r>
              <a:rPr b="0" i="0" lang="pt-BR" sz="1400" u="none" cap="none" strike="noStrike">
                <a:solidFill>
                  <a:srgbClr val="000000"/>
                </a:solidFill>
                <a:latin typeface="Arial"/>
                <a:ea typeface="Arial"/>
                <a:cs typeface="Arial"/>
                <a:sym typeface="Arial"/>
              </a:rPr>
              <a:t>Muito útil para corrigir detalhes ou cortar trechos de linhas e formas.</a:t>
            </a:r>
            <a:endParaRPr/>
          </a:p>
          <a:p>
            <a:pPr indent="0" lvl="0" marL="0" marR="0" rtl="0" algn="l">
              <a:lnSpc>
                <a:spcPct val="100000"/>
              </a:lnSpc>
              <a:spcBef>
                <a:spcPts val="0"/>
              </a:spcBef>
              <a:spcAft>
                <a:spcPts val="0"/>
              </a:spcAft>
              <a:buClr>
                <a:srgbClr val="000000"/>
              </a:buClr>
              <a:buSzPts val="1400"/>
              <a:buFont typeface="Arial"/>
              <a:buNone/>
            </a:pPr>
            <a:br>
              <a:rPr b="0" i="0" lang="pt-BR" sz="1400" u="none" cap="none" strike="noStrike">
                <a:solidFill>
                  <a:srgbClr val="000000"/>
                </a:solidFill>
                <a:latin typeface="Arial"/>
                <a:ea typeface="Arial"/>
                <a:cs typeface="Arial"/>
                <a:sym typeface="Arial"/>
              </a:rPr>
            </a:b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1" i="0" lang="pt-BR" sz="1400" u="none" cap="none" strike="noStrike">
                <a:solidFill>
                  <a:srgbClr val="000000"/>
                </a:solidFill>
                <a:latin typeface="Arial"/>
                <a:ea typeface="Arial"/>
                <a:cs typeface="Arial"/>
                <a:sym typeface="Arial"/>
              </a:rPr>
              <a:t>📍 Localização</a:t>
            </a:r>
            <a:endParaRPr/>
          </a:p>
          <a:p>
            <a:pPr indent="-88900" lvl="0" marL="0" marR="0" rtl="0" algn="l">
              <a:lnSpc>
                <a:spcPct val="100000"/>
              </a:lnSpc>
              <a:spcBef>
                <a:spcPts val="0"/>
              </a:spcBef>
              <a:spcAft>
                <a:spcPts val="0"/>
              </a:spcAft>
              <a:buClr>
                <a:srgbClr val="000000"/>
              </a:buClr>
              <a:buSzPts val="1400"/>
              <a:buFont typeface="Arial"/>
              <a:buChar char="•"/>
            </a:pPr>
            <a:r>
              <a:rPr b="0" i="0" lang="pt-BR" sz="1400" u="none" cap="none" strike="noStrike">
                <a:solidFill>
                  <a:srgbClr val="000000"/>
                </a:solidFill>
                <a:latin typeface="Arial"/>
                <a:ea typeface="Arial"/>
                <a:cs typeface="Arial"/>
                <a:sym typeface="Arial"/>
              </a:rPr>
              <a:t> Fica dentro do </a:t>
            </a:r>
            <a:r>
              <a:rPr b="1" i="0" lang="pt-BR" sz="1400" u="none" cap="none" strike="noStrike">
                <a:solidFill>
                  <a:srgbClr val="000000"/>
                </a:solidFill>
                <a:latin typeface="Arial"/>
                <a:ea typeface="Arial"/>
                <a:cs typeface="Arial"/>
                <a:sym typeface="Arial"/>
              </a:rPr>
              <a:t>grupo da Borracha (Eraser Tool)</a:t>
            </a:r>
            <a:r>
              <a:rPr b="0" i="0" lang="pt-BR" sz="1400" u="none" cap="none" strike="noStrike">
                <a:solidFill>
                  <a:srgbClr val="000000"/>
                </a:solidFill>
                <a:latin typeface="Arial"/>
                <a:ea typeface="Arial"/>
                <a:cs typeface="Arial"/>
                <a:sym typeface="Arial"/>
              </a:rPr>
              <a:t>.</a:t>
            </a:r>
            <a:endParaRPr/>
          </a:p>
          <a:p>
            <a:pPr indent="-88900" lvl="0" marL="0" marR="0" rtl="0" algn="l">
              <a:lnSpc>
                <a:spcPct val="100000"/>
              </a:lnSpc>
              <a:spcBef>
                <a:spcPts val="0"/>
              </a:spcBef>
              <a:spcAft>
                <a:spcPts val="0"/>
              </a:spcAft>
              <a:buClr>
                <a:srgbClr val="000000"/>
              </a:buClr>
              <a:buSzPts val="1400"/>
              <a:buFont typeface="Arial"/>
              <a:buChar char="•"/>
            </a:pPr>
            <a:r>
              <a:rPr b="0" i="0" lang="pt-BR" sz="1400" u="none" cap="none" strike="noStrike">
                <a:solidFill>
                  <a:srgbClr val="000000"/>
                </a:solidFill>
                <a:latin typeface="Arial"/>
                <a:ea typeface="Arial"/>
                <a:cs typeface="Arial"/>
                <a:sym typeface="Arial"/>
              </a:rPr>
              <a:t> Clique e segure no ícone da </a:t>
            </a:r>
            <a:r>
              <a:rPr b="1" i="0" lang="pt-BR" sz="1400" u="none" cap="none" strike="noStrike">
                <a:solidFill>
                  <a:srgbClr val="000000"/>
                </a:solidFill>
                <a:latin typeface="Arial"/>
                <a:ea typeface="Arial"/>
                <a:cs typeface="Arial"/>
                <a:sym typeface="Arial"/>
              </a:rPr>
              <a:t>Eraser Tool (Shift + E)</a:t>
            </a:r>
            <a:r>
              <a:rPr b="0" i="0" lang="pt-BR" sz="1400" u="none" cap="none" strike="noStrike">
                <a:solidFill>
                  <a:srgbClr val="000000"/>
                </a:solidFill>
                <a:latin typeface="Arial"/>
                <a:ea typeface="Arial"/>
                <a:cs typeface="Arial"/>
                <a:sym typeface="Arial"/>
              </a:rPr>
              <a:t> → selecione </a:t>
            </a:r>
            <a:r>
              <a:rPr b="1" i="0" lang="pt-BR" sz="1400" u="none" cap="none" strike="noStrike">
                <a:solidFill>
                  <a:srgbClr val="000000"/>
                </a:solidFill>
                <a:latin typeface="Arial"/>
                <a:ea typeface="Arial"/>
                <a:cs typeface="Arial"/>
                <a:sym typeface="Arial"/>
              </a:rPr>
              <a:t>Path Eraser Tool</a:t>
            </a:r>
            <a:r>
              <a:rPr b="0" i="0" lang="pt-BR" sz="1400" u="none" cap="none" strike="noStrike">
                <a:solidFill>
                  <a:srgbClr val="000000"/>
                </a:solidFill>
                <a:latin typeface="Arial"/>
                <a:ea typeface="Arial"/>
                <a:cs typeface="Arial"/>
                <a:sym typeface="Arial"/>
              </a:rPr>
              <a:t>.</a:t>
            </a:r>
            <a:endParaRPr/>
          </a:p>
        </p:txBody>
      </p:sp>
      <p:pic>
        <p:nvPicPr>
          <p:cNvPr id="113" name="Google Shape;113;p4"/>
          <p:cNvPicPr preferRelativeResize="0"/>
          <p:nvPr/>
        </p:nvPicPr>
        <p:blipFill rotWithShape="1">
          <a:blip r:embed="rId3">
            <a:alphaModFix/>
          </a:blip>
          <a:srcRect b="0" l="0" r="0" t="0"/>
          <a:stretch/>
        </p:blipFill>
        <p:spPr>
          <a:xfrm>
            <a:off x="6010199" y="4023018"/>
            <a:ext cx="2250932" cy="1026742"/>
          </a:xfrm>
          <a:prstGeom prst="rect">
            <a:avLst/>
          </a:prstGeom>
          <a:noFill/>
          <a:ln>
            <a:noFill/>
          </a:ln>
        </p:spPr>
      </p:pic>
    </p:spTree>
  </p:cSld>
  <p:clrMapOvr>
    <a:masterClrMapping/>
  </p:clrMapOvr>
  <p:transition spd="slow">
    <p:push/>
  </p:transition>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chemeClr val="lt1"/>
        </a:solidFill>
      </p:bgPr>
    </p:bg>
    <p:spTree>
      <p:nvGrpSpPr>
        <p:cNvPr id="117" name="Shape 117"/>
        <p:cNvGrpSpPr/>
        <p:nvPr/>
      </p:nvGrpSpPr>
      <p:grpSpPr>
        <a:xfrm>
          <a:off x="0" y="0"/>
          <a:ext cx="0" cy="0"/>
          <a:chOff x="0" y="0"/>
          <a:chExt cx="0" cy="0"/>
        </a:xfrm>
      </p:grpSpPr>
      <p:pic>
        <p:nvPicPr>
          <p:cNvPr id="118" name="Google Shape;118;p38"/>
          <p:cNvPicPr preferRelativeResize="0"/>
          <p:nvPr/>
        </p:nvPicPr>
        <p:blipFill rotWithShape="1">
          <a:blip r:embed="rId3">
            <a:alphaModFix/>
          </a:blip>
          <a:srcRect b="0" l="11365" r="0" t="0"/>
          <a:stretch/>
        </p:blipFill>
        <p:spPr>
          <a:xfrm>
            <a:off x="6379131" y="3178782"/>
            <a:ext cx="2567800" cy="2536218"/>
          </a:xfrm>
          <a:prstGeom prst="rect">
            <a:avLst/>
          </a:prstGeom>
          <a:noFill/>
          <a:ln>
            <a:noFill/>
          </a:ln>
        </p:spPr>
      </p:pic>
      <p:sp>
        <p:nvSpPr>
          <p:cNvPr id="119" name="Google Shape;119;p38"/>
          <p:cNvSpPr/>
          <p:nvPr/>
        </p:nvSpPr>
        <p:spPr>
          <a:xfrm>
            <a:off x="0" y="0"/>
            <a:ext cx="9144000" cy="1054200"/>
          </a:xfrm>
          <a:prstGeom prst="rect">
            <a:avLst/>
          </a:prstGeom>
          <a:solidFill>
            <a:srgbClr val="FA981B"/>
          </a:solidFill>
          <a:ln cap="flat" cmpd="sng" w="14825">
            <a:solidFill>
              <a:srgbClr val="FA981B"/>
            </a:solidFill>
            <a:prstDash val="solid"/>
            <a:miter lim="800000"/>
            <a:headEnd len="sm" w="sm" type="none"/>
            <a:tailEnd len="sm" w="sm" type="none"/>
          </a:ln>
        </p:spPr>
        <p:txBody>
          <a:bodyPr anchorCtr="0" anchor="ctr" bIns="35550" lIns="71100" spcFirstLastPara="1" rIns="71100" wrap="square" tIns="35550">
            <a:noAutofit/>
          </a:bodyPr>
          <a:lstStyle/>
          <a:p>
            <a:pPr indent="0" lvl="0" marL="0" marR="0" rtl="0" algn="ctr">
              <a:lnSpc>
                <a:spcPct val="100000"/>
              </a:lnSpc>
              <a:spcBef>
                <a:spcPts val="0"/>
              </a:spcBef>
              <a:spcAft>
                <a:spcPts val="0"/>
              </a:spcAft>
              <a:buNone/>
            </a:pPr>
            <a:r>
              <a:rPr b="1" i="0" lang="pt-BR" sz="3600" u="none" cap="none" strike="noStrike">
                <a:solidFill>
                  <a:schemeClr val="lt1"/>
                </a:solidFill>
                <a:latin typeface="Arial"/>
                <a:ea typeface="Arial"/>
                <a:cs typeface="Arial"/>
                <a:sym typeface="Arial"/>
              </a:rPr>
              <a:t>Ferramenta Path Eraser Tool</a:t>
            </a:r>
            <a:endParaRPr b="1" i="0" sz="3200" u="none" cap="none" strike="noStrike">
              <a:solidFill>
                <a:schemeClr val="lt1"/>
              </a:solidFill>
              <a:latin typeface="Arial"/>
              <a:ea typeface="Arial"/>
              <a:cs typeface="Arial"/>
              <a:sym typeface="Arial"/>
            </a:endParaRPr>
          </a:p>
        </p:txBody>
      </p:sp>
      <p:sp>
        <p:nvSpPr>
          <p:cNvPr id="120" name="Google Shape;120;p38"/>
          <p:cNvSpPr txBox="1"/>
          <p:nvPr/>
        </p:nvSpPr>
        <p:spPr>
          <a:xfrm>
            <a:off x="197069" y="1231043"/>
            <a:ext cx="8316310" cy="20313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pt-BR" sz="1400" u="none" cap="none" strike="noStrike">
                <a:solidFill>
                  <a:srgbClr val="000000"/>
                </a:solidFill>
                <a:latin typeface="Arial"/>
                <a:ea typeface="Arial"/>
                <a:cs typeface="Arial"/>
                <a:sym typeface="Arial"/>
              </a:rPr>
              <a:t>🖱️ Como usar – Passo a Passo</a:t>
            </a:r>
            <a:endParaRPr/>
          </a:p>
          <a:p>
            <a:pPr indent="-88900" lvl="0" marL="0" marR="0" rtl="0" algn="l">
              <a:lnSpc>
                <a:spcPct val="100000"/>
              </a:lnSpc>
              <a:spcBef>
                <a:spcPts val="0"/>
              </a:spcBef>
              <a:spcAft>
                <a:spcPts val="0"/>
              </a:spcAft>
              <a:buClr>
                <a:srgbClr val="000000"/>
              </a:buClr>
              <a:buSzPts val="1400"/>
              <a:buFont typeface="Arial"/>
              <a:buAutoNum type="arabicPeriod"/>
            </a:pPr>
            <a:r>
              <a:rPr b="1" i="0" lang="pt-BR" sz="1400" u="none" cap="none" strike="noStrike">
                <a:solidFill>
                  <a:srgbClr val="000000"/>
                </a:solidFill>
                <a:latin typeface="Arial"/>
                <a:ea typeface="Arial"/>
                <a:cs typeface="Arial"/>
                <a:sym typeface="Arial"/>
              </a:rPr>
              <a:t>Selecione o caminho</a:t>
            </a:r>
            <a:r>
              <a:rPr b="0" i="0" lang="pt-BR" sz="1400" u="none" cap="none" strike="noStrike">
                <a:solidFill>
                  <a:srgbClr val="000000"/>
                </a:solidFill>
                <a:latin typeface="Arial"/>
                <a:ea typeface="Arial"/>
                <a:cs typeface="Arial"/>
                <a:sym typeface="Arial"/>
              </a:rPr>
              <a:t> que deseja apagar usando a </a:t>
            </a:r>
            <a:r>
              <a:rPr b="1" i="0" lang="pt-BR" sz="1400" u="none" cap="none" strike="noStrike">
                <a:solidFill>
                  <a:srgbClr val="000000"/>
                </a:solidFill>
                <a:latin typeface="Arial"/>
                <a:ea typeface="Arial"/>
                <a:cs typeface="Arial"/>
                <a:sym typeface="Arial"/>
              </a:rPr>
              <a:t>Ferramenta Seleção (V)</a:t>
            </a:r>
            <a:r>
              <a:rPr b="0" i="0" lang="pt-BR" sz="1400" u="none" cap="none" strike="noStrike">
                <a:solidFill>
                  <a:srgbClr val="000000"/>
                </a:solidFill>
                <a:latin typeface="Arial"/>
                <a:ea typeface="Arial"/>
                <a:cs typeface="Arial"/>
                <a:sym typeface="Arial"/>
              </a:rPr>
              <a:t>.</a:t>
            </a:r>
            <a:endParaRPr/>
          </a:p>
          <a:p>
            <a:pPr indent="-88900" lvl="0" marL="0" marR="0" rtl="0" algn="l">
              <a:lnSpc>
                <a:spcPct val="100000"/>
              </a:lnSpc>
              <a:spcBef>
                <a:spcPts val="0"/>
              </a:spcBef>
              <a:spcAft>
                <a:spcPts val="0"/>
              </a:spcAft>
              <a:buClr>
                <a:srgbClr val="000000"/>
              </a:buClr>
              <a:buSzPts val="1400"/>
              <a:buFont typeface="Arial"/>
              <a:buAutoNum type="arabicPeriod"/>
            </a:pPr>
            <a:r>
              <a:rPr b="0" i="0" lang="pt-BR" sz="1400" u="none" cap="none" strike="noStrike">
                <a:solidFill>
                  <a:srgbClr val="000000"/>
                </a:solidFill>
                <a:latin typeface="Arial"/>
                <a:ea typeface="Arial"/>
                <a:cs typeface="Arial"/>
                <a:sym typeface="Arial"/>
              </a:rPr>
              <a:t>Ative a </a:t>
            </a:r>
            <a:r>
              <a:rPr b="1" i="0" lang="pt-BR" sz="1400" u="none" cap="none" strike="noStrike">
                <a:solidFill>
                  <a:srgbClr val="000000"/>
                </a:solidFill>
                <a:latin typeface="Arial"/>
                <a:ea typeface="Arial"/>
                <a:cs typeface="Arial"/>
                <a:sym typeface="Arial"/>
              </a:rPr>
              <a:t>Path Eraser Tool</a:t>
            </a:r>
            <a:r>
              <a:rPr b="0" i="0" lang="pt-BR" sz="1400" u="none" cap="none" strike="noStrike">
                <a:solidFill>
                  <a:srgbClr val="000000"/>
                </a:solidFill>
                <a:latin typeface="Arial"/>
                <a:ea typeface="Arial"/>
                <a:cs typeface="Arial"/>
                <a:sym typeface="Arial"/>
              </a:rPr>
              <a:t>.</a:t>
            </a:r>
            <a:endParaRPr/>
          </a:p>
          <a:p>
            <a:pPr indent="-88900" lvl="0" marL="0" marR="0" rtl="0" algn="l">
              <a:lnSpc>
                <a:spcPct val="100000"/>
              </a:lnSpc>
              <a:spcBef>
                <a:spcPts val="0"/>
              </a:spcBef>
              <a:spcAft>
                <a:spcPts val="0"/>
              </a:spcAft>
              <a:buClr>
                <a:srgbClr val="000000"/>
              </a:buClr>
              <a:buSzPts val="1400"/>
              <a:buFont typeface="Arial"/>
              <a:buAutoNum type="arabicPeriod"/>
            </a:pPr>
            <a:r>
              <a:rPr b="1" i="0" lang="pt-BR" sz="1400" u="none" cap="none" strike="noStrike">
                <a:solidFill>
                  <a:srgbClr val="000000"/>
                </a:solidFill>
                <a:latin typeface="Arial"/>
                <a:ea typeface="Arial"/>
                <a:cs typeface="Arial"/>
                <a:sym typeface="Arial"/>
              </a:rPr>
              <a:t>Arraste sobre o caminho</a:t>
            </a:r>
            <a:r>
              <a:rPr b="0" i="0" lang="pt-BR" sz="1400" u="none" cap="none" strike="noStrike">
                <a:solidFill>
                  <a:srgbClr val="000000"/>
                </a:solidFill>
                <a:latin typeface="Arial"/>
                <a:ea typeface="Arial"/>
                <a:cs typeface="Arial"/>
                <a:sym typeface="Arial"/>
              </a:rPr>
              <a:t> que deseja remover → apenas a parte tocada será apagada.</a:t>
            </a:r>
            <a:br>
              <a:rPr b="0" i="0" lang="pt-BR" sz="1400" u="none" cap="none" strike="noStrike">
                <a:solidFill>
                  <a:srgbClr val="000000"/>
                </a:solidFill>
                <a:latin typeface="Arial"/>
                <a:ea typeface="Arial"/>
                <a:cs typeface="Arial"/>
                <a:sym typeface="Arial"/>
              </a:rPr>
            </a:b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1" i="0" lang="pt-BR" sz="1400" u="none" cap="none" strike="noStrike">
                <a:solidFill>
                  <a:srgbClr val="000000"/>
                </a:solidFill>
                <a:latin typeface="Arial"/>
                <a:ea typeface="Arial"/>
                <a:cs typeface="Arial"/>
                <a:sym typeface="Arial"/>
              </a:rPr>
              <a:t>📝 Exemplo prático</a:t>
            </a:r>
            <a:endParaRPr/>
          </a:p>
          <a:p>
            <a:pPr indent="-88900" lvl="0" marL="0" marR="0" rtl="0" algn="l">
              <a:lnSpc>
                <a:spcPct val="100000"/>
              </a:lnSpc>
              <a:spcBef>
                <a:spcPts val="0"/>
              </a:spcBef>
              <a:spcAft>
                <a:spcPts val="0"/>
              </a:spcAft>
              <a:buClr>
                <a:srgbClr val="000000"/>
              </a:buClr>
              <a:buSzPts val="1400"/>
              <a:buFont typeface="Arial"/>
              <a:buChar char="•"/>
            </a:pPr>
            <a:r>
              <a:rPr b="0" i="0" lang="pt-BR" sz="1400" u="none" cap="none" strike="noStrike">
                <a:solidFill>
                  <a:srgbClr val="000000"/>
                </a:solidFill>
                <a:latin typeface="Arial"/>
                <a:ea typeface="Arial"/>
                <a:cs typeface="Arial"/>
                <a:sym typeface="Arial"/>
              </a:rPr>
              <a:t>Desenhe uma linha ou forma usando o </a:t>
            </a:r>
            <a:r>
              <a:rPr b="1" i="0" lang="pt-BR" sz="1400" u="none" cap="none" strike="noStrike">
                <a:solidFill>
                  <a:srgbClr val="000000"/>
                </a:solidFill>
                <a:latin typeface="Arial"/>
                <a:ea typeface="Arial"/>
                <a:cs typeface="Arial"/>
                <a:sym typeface="Arial"/>
              </a:rPr>
              <a:t>Pen Tool (P)</a:t>
            </a:r>
            <a:r>
              <a:rPr b="0" i="0" lang="pt-BR" sz="1400" u="none" cap="none" strike="noStrike">
                <a:solidFill>
                  <a:srgbClr val="000000"/>
                </a:solidFill>
                <a:latin typeface="Arial"/>
                <a:ea typeface="Arial"/>
                <a:cs typeface="Arial"/>
                <a:sym typeface="Arial"/>
              </a:rPr>
              <a:t> ou </a:t>
            </a:r>
            <a:r>
              <a:rPr b="1" i="0" lang="pt-BR" sz="1400" u="none" cap="none" strike="noStrike">
                <a:solidFill>
                  <a:srgbClr val="000000"/>
                </a:solidFill>
                <a:latin typeface="Arial"/>
                <a:ea typeface="Arial"/>
                <a:cs typeface="Arial"/>
                <a:sym typeface="Arial"/>
              </a:rPr>
              <a:t>Pencil Tool (N)</a:t>
            </a:r>
            <a:r>
              <a:rPr b="0" i="0" lang="pt-BR" sz="1400" u="none" cap="none" strike="noStrike">
                <a:solidFill>
                  <a:srgbClr val="000000"/>
                </a:solidFill>
                <a:latin typeface="Arial"/>
                <a:ea typeface="Arial"/>
                <a:cs typeface="Arial"/>
                <a:sym typeface="Arial"/>
              </a:rPr>
              <a:t>.</a:t>
            </a:r>
            <a:endParaRPr/>
          </a:p>
          <a:p>
            <a:pPr indent="-88900" lvl="0" marL="0" marR="0" rtl="0" algn="l">
              <a:lnSpc>
                <a:spcPct val="100000"/>
              </a:lnSpc>
              <a:spcBef>
                <a:spcPts val="0"/>
              </a:spcBef>
              <a:spcAft>
                <a:spcPts val="0"/>
              </a:spcAft>
              <a:buClr>
                <a:srgbClr val="000000"/>
              </a:buClr>
              <a:buSzPts val="1400"/>
              <a:buFont typeface="Arial"/>
              <a:buChar char="•"/>
            </a:pPr>
            <a:r>
              <a:rPr b="0" i="0" lang="pt-BR" sz="1400" u="none" cap="none" strike="noStrike">
                <a:solidFill>
                  <a:srgbClr val="000000"/>
                </a:solidFill>
                <a:latin typeface="Arial"/>
                <a:ea typeface="Arial"/>
                <a:cs typeface="Arial"/>
                <a:sym typeface="Arial"/>
              </a:rPr>
              <a:t>Passe a </a:t>
            </a:r>
            <a:r>
              <a:rPr b="1" i="0" lang="pt-BR" sz="1400" u="none" cap="none" strike="noStrike">
                <a:solidFill>
                  <a:srgbClr val="000000"/>
                </a:solidFill>
                <a:latin typeface="Arial"/>
                <a:ea typeface="Arial"/>
                <a:cs typeface="Arial"/>
                <a:sym typeface="Arial"/>
              </a:rPr>
              <a:t>Path Eraser Tool</a:t>
            </a:r>
            <a:r>
              <a:rPr b="0" i="0" lang="pt-BR" sz="1400" u="none" cap="none" strike="noStrike">
                <a:solidFill>
                  <a:srgbClr val="000000"/>
                </a:solidFill>
                <a:latin typeface="Arial"/>
                <a:ea typeface="Arial"/>
                <a:cs typeface="Arial"/>
                <a:sym typeface="Arial"/>
              </a:rPr>
              <a:t> sobre o trecho que deseja remover.</a:t>
            </a:r>
            <a:endParaRPr/>
          </a:p>
          <a:p>
            <a:pPr indent="-88900" lvl="0" marL="0" marR="0" rtl="0" algn="l">
              <a:lnSpc>
                <a:spcPct val="100000"/>
              </a:lnSpc>
              <a:spcBef>
                <a:spcPts val="0"/>
              </a:spcBef>
              <a:spcAft>
                <a:spcPts val="0"/>
              </a:spcAft>
              <a:buClr>
                <a:srgbClr val="000000"/>
              </a:buClr>
              <a:buSzPts val="1400"/>
              <a:buFont typeface="Arial"/>
              <a:buChar char="•"/>
            </a:pPr>
            <a:r>
              <a:rPr b="0" i="0" lang="pt-BR" sz="1400" u="none" cap="none" strike="noStrike">
                <a:solidFill>
                  <a:srgbClr val="000000"/>
                </a:solidFill>
                <a:latin typeface="Arial"/>
                <a:ea typeface="Arial"/>
                <a:cs typeface="Arial"/>
                <a:sym typeface="Arial"/>
              </a:rPr>
              <a:t>Observe que apenas a parte selecionada do caminho é apagada, mantendo o restante intacto.</a:t>
            </a:r>
            <a:endParaRPr/>
          </a:p>
        </p:txBody>
      </p:sp>
    </p:spTree>
  </p:cSld>
  <p:clrMapOvr>
    <a:masterClrMapping/>
  </p:clrMapOvr>
  <p:transition spd="slow">
    <p:push/>
  </p:transition>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24" name="Shape 124"/>
        <p:cNvGrpSpPr/>
        <p:nvPr/>
      </p:nvGrpSpPr>
      <p:grpSpPr>
        <a:xfrm>
          <a:off x="0" y="0"/>
          <a:ext cx="0" cy="0"/>
          <a:chOff x="0" y="0"/>
          <a:chExt cx="0" cy="0"/>
        </a:xfrm>
      </p:grpSpPr>
      <p:sp>
        <p:nvSpPr>
          <p:cNvPr id="125" name="Google Shape;125;p5"/>
          <p:cNvSpPr/>
          <p:nvPr/>
        </p:nvSpPr>
        <p:spPr>
          <a:xfrm>
            <a:off x="0" y="0"/>
            <a:ext cx="9144000" cy="1054200"/>
          </a:xfrm>
          <a:prstGeom prst="rect">
            <a:avLst/>
          </a:prstGeom>
          <a:solidFill>
            <a:srgbClr val="FA981B"/>
          </a:solidFill>
          <a:ln cap="flat" cmpd="sng" w="14825">
            <a:solidFill>
              <a:srgbClr val="FA981B"/>
            </a:solidFill>
            <a:prstDash val="solid"/>
            <a:miter lim="800000"/>
            <a:headEnd len="sm" w="sm" type="none"/>
            <a:tailEnd len="sm" w="sm" type="none"/>
          </a:ln>
        </p:spPr>
        <p:txBody>
          <a:bodyPr anchorCtr="0" anchor="ctr" bIns="35550" lIns="71100" spcFirstLastPara="1" rIns="71100" wrap="square" tIns="35550">
            <a:noAutofit/>
          </a:bodyPr>
          <a:lstStyle/>
          <a:p>
            <a:pPr indent="0" lvl="0" marL="0" marR="0" rtl="0" algn="ctr">
              <a:lnSpc>
                <a:spcPct val="100000"/>
              </a:lnSpc>
              <a:spcBef>
                <a:spcPts val="0"/>
              </a:spcBef>
              <a:spcAft>
                <a:spcPts val="0"/>
              </a:spcAft>
              <a:buNone/>
            </a:pPr>
            <a:r>
              <a:rPr b="1" i="0" lang="pt-BR" sz="3600" u="none" cap="none" strike="noStrike">
                <a:solidFill>
                  <a:schemeClr val="lt1"/>
                </a:solidFill>
                <a:latin typeface="Arial"/>
                <a:ea typeface="Arial"/>
                <a:cs typeface="Arial"/>
                <a:sym typeface="Arial"/>
              </a:rPr>
              <a:t>Ferramenta Pen Tool</a:t>
            </a:r>
            <a:endParaRPr b="1" i="0" sz="3200" u="none" cap="none" strike="noStrike">
              <a:solidFill>
                <a:schemeClr val="lt1"/>
              </a:solidFill>
              <a:latin typeface="Arial"/>
              <a:ea typeface="Arial"/>
              <a:cs typeface="Arial"/>
              <a:sym typeface="Arial"/>
            </a:endParaRPr>
          </a:p>
        </p:txBody>
      </p:sp>
      <p:sp>
        <p:nvSpPr>
          <p:cNvPr id="126" name="Google Shape;126;p5"/>
          <p:cNvSpPr txBox="1"/>
          <p:nvPr/>
        </p:nvSpPr>
        <p:spPr>
          <a:xfrm>
            <a:off x="438806" y="1257062"/>
            <a:ext cx="8022022" cy="116955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pt-BR" sz="1400" u="none" cap="none" strike="noStrike">
                <a:solidFill>
                  <a:srgbClr val="000000"/>
                </a:solidFill>
                <a:latin typeface="Arial"/>
                <a:ea typeface="Arial"/>
                <a:cs typeface="Arial"/>
                <a:sym typeface="Arial"/>
              </a:rPr>
              <a:t>O que é?</a:t>
            </a:r>
            <a:endParaRPr/>
          </a:p>
          <a:p>
            <a:pPr indent="0" lvl="0" marL="0" marR="0" rtl="0" algn="l">
              <a:lnSpc>
                <a:spcPct val="100000"/>
              </a:lnSpc>
              <a:spcBef>
                <a:spcPts val="0"/>
              </a:spcBef>
              <a:spcAft>
                <a:spcPts val="0"/>
              </a:spcAft>
              <a:buClr>
                <a:srgbClr val="000000"/>
              </a:buClr>
              <a:buSzPts val="1400"/>
              <a:buFont typeface="Arial"/>
              <a:buNone/>
            </a:pPr>
            <a:r>
              <a:rPr b="0" i="0" lang="pt-BR" sz="1400" u="none" cap="none" strike="noStrike">
                <a:solidFill>
                  <a:srgbClr val="000000"/>
                </a:solidFill>
                <a:latin typeface="Arial"/>
                <a:ea typeface="Arial"/>
                <a:cs typeface="Arial"/>
                <a:sym typeface="Arial"/>
              </a:rPr>
              <a:t>A </a:t>
            </a:r>
            <a:r>
              <a:rPr b="1" i="0" lang="pt-BR" sz="1400" u="none" cap="none" strike="noStrike">
                <a:solidFill>
                  <a:srgbClr val="000000"/>
                </a:solidFill>
                <a:latin typeface="Arial"/>
                <a:ea typeface="Arial"/>
                <a:cs typeface="Arial"/>
                <a:sym typeface="Arial"/>
              </a:rPr>
              <a:t>Pen Tool</a:t>
            </a:r>
            <a:r>
              <a:rPr b="0" i="0" lang="pt-BR" sz="1400" u="none" cap="none" strike="noStrike">
                <a:solidFill>
                  <a:srgbClr val="000000"/>
                </a:solidFill>
                <a:latin typeface="Arial"/>
                <a:ea typeface="Arial"/>
                <a:cs typeface="Arial"/>
                <a:sym typeface="Arial"/>
              </a:rPr>
              <a:t> (Ferramenta Caneta) é usada para </a:t>
            </a:r>
            <a:r>
              <a:rPr b="1" i="0" lang="pt-BR" sz="1400" u="none" cap="none" strike="noStrike">
                <a:solidFill>
                  <a:srgbClr val="000000"/>
                </a:solidFill>
                <a:latin typeface="Arial"/>
                <a:ea typeface="Arial"/>
                <a:cs typeface="Arial"/>
                <a:sym typeface="Arial"/>
              </a:rPr>
              <a:t>desenhar linhas retas e curvas precisas</a:t>
            </a:r>
            <a:r>
              <a:rPr b="0" i="0" lang="pt-BR" sz="1400" u="none" cap="none" strike="noStrike">
                <a:solidFill>
                  <a:srgbClr val="000000"/>
                </a:solidFill>
                <a:latin typeface="Arial"/>
                <a:ea typeface="Arial"/>
                <a:cs typeface="Arial"/>
                <a:sym typeface="Arial"/>
              </a:rPr>
              <a:t> usando </a:t>
            </a:r>
            <a:r>
              <a:rPr b="1" i="0" lang="pt-BR" sz="1400" u="none" cap="none" strike="noStrike">
                <a:solidFill>
                  <a:srgbClr val="000000"/>
                </a:solidFill>
                <a:latin typeface="Arial"/>
                <a:ea typeface="Arial"/>
                <a:cs typeface="Arial"/>
                <a:sym typeface="Arial"/>
              </a:rPr>
              <a:t>pontos de ancoragem</a:t>
            </a:r>
            <a:r>
              <a:rPr b="0" i="0" lang="pt-BR" sz="1400" u="none" cap="none" strike="noStrike">
                <a:solidFill>
                  <a:srgbClr val="000000"/>
                </a:solidFill>
                <a:latin typeface="Arial"/>
                <a:ea typeface="Arial"/>
                <a:cs typeface="Arial"/>
                <a:sym typeface="Arial"/>
              </a:rPr>
              <a:t>.</a:t>
            </a:r>
            <a:endParaRPr/>
          </a:p>
          <a:p>
            <a:pPr indent="-88900" lvl="0" marL="0" marR="0" rtl="0" algn="l">
              <a:lnSpc>
                <a:spcPct val="100000"/>
              </a:lnSpc>
              <a:spcBef>
                <a:spcPts val="0"/>
              </a:spcBef>
              <a:spcAft>
                <a:spcPts val="0"/>
              </a:spcAft>
              <a:buClr>
                <a:srgbClr val="000000"/>
              </a:buClr>
              <a:buSzPts val="1400"/>
              <a:buFont typeface="Arial"/>
              <a:buChar char="•"/>
            </a:pPr>
            <a:r>
              <a:rPr b="0" i="0" lang="pt-BR" sz="1400" u="none" cap="none" strike="noStrike">
                <a:solidFill>
                  <a:srgbClr val="000000"/>
                </a:solidFill>
                <a:latin typeface="Arial"/>
                <a:ea typeface="Arial"/>
                <a:cs typeface="Arial"/>
                <a:sym typeface="Arial"/>
              </a:rPr>
              <a:t> O </a:t>
            </a:r>
            <a:r>
              <a:rPr b="1" i="0" lang="pt-BR" sz="1400" u="none" cap="none" strike="noStrike">
                <a:solidFill>
                  <a:srgbClr val="000000"/>
                </a:solidFill>
                <a:latin typeface="Arial"/>
                <a:ea typeface="Arial"/>
                <a:cs typeface="Arial"/>
                <a:sym typeface="Arial"/>
              </a:rPr>
              <a:t>demarcador mais simples</a:t>
            </a:r>
            <a:r>
              <a:rPr b="0" i="0" lang="pt-BR" sz="1400" u="none" cap="none" strike="noStrike">
                <a:solidFill>
                  <a:srgbClr val="000000"/>
                </a:solidFill>
                <a:latin typeface="Arial"/>
                <a:ea typeface="Arial"/>
                <a:cs typeface="Arial"/>
                <a:sym typeface="Arial"/>
              </a:rPr>
              <a:t> é uma linha reta feita com dois pontos de ancoragem.</a:t>
            </a:r>
            <a:endParaRPr/>
          </a:p>
          <a:p>
            <a:pPr indent="-88900" lvl="0" marL="0" marR="0" rtl="0" algn="l">
              <a:lnSpc>
                <a:spcPct val="100000"/>
              </a:lnSpc>
              <a:spcBef>
                <a:spcPts val="0"/>
              </a:spcBef>
              <a:spcAft>
                <a:spcPts val="0"/>
              </a:spcAft>
              <a:buClr>
                <a:srgbClr val="000000"/>
              </a:buClr>
              <a:buSzPts val="1400"/>
              <a:buFont typeface="Arial"/>
              <a:buChar char="•"/>
            </a:pPr>
            <a:r>
              <a:rPr b="0" i="0" lang="pt-BR" sz="1400" u="none" cap="none" strike="noStrike">
                <a:solidFill>
                  <a:srgbClr val="000000"/>
                </a:solidFill>
                <a:latin typeface="Arial"/>
                <a:ea typeface="Arial"/>
                <a:cs typeface="Arial"/>
                <a:sym typeface="Arial"/>
              </a:rPr>
              <a:t> Segmentos retos adicionais são criados conectando mais pontos de ancoragem.</a:t>
            </a:r>
            <a:endParaRPr/>
          </a:p>
        </p:txBody>
      </p:sp>
      <p:sp>
        <p:nvSpPr>
          <p:cNvPr id="127" name="Google Shape;127;p5"/>
          <p:cNvSpPr txBox="1"/>
          <p:nvPr/>
        </p:nvSpPr>
        <p:spPr>
          <a:xfrm>
            <a:off x="438806" y="2488168"/>
            <a:ext cx="4577254" cy="73866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pt-BR" sz="1400" u="none" cap="none" strike="noStrike">
                <a:solidFill>
                  <a:srgbClr val="000000"/>
                </a:solidFill>
                <a:latin typeface="Arial"/>
                <a:ea typeface="Arial"/>
                <a:cs typeface="Arial"/>
                <a:sym typeface="Arial"/>
              </a:rPr>
              <a:t>Localização</a:t>
            </a:r>
            <a:endParaRPr/>
          </a:p>
          <a:p>
            <a:pPr indent="-88900" lvl="0" marL="0" marR="0" rtl="0" algn="l">
              <a:lnSpc>
                <a:spcPct val="100000"/>
              </a:lnSpc>
              <a:spcBef>
                <a:spcPts val="0"/>
              </a:spcBef>
              <a:spcAft>
                <a:spcPts val="0"/>
              </a:spcAft>
              <a:buClr>
                <a:srgbClr val="000000"/>
              </a:buClr>
              <a:buSzPts val="1400"/>
              <a:buFont typeface="Arial"/>
              <a:buChar char="•"/>
            </a:pPr>
            <a:r>
              <a:rPr b="0" i="0" lang="pt-BR" sz="1400" u="none" cap="none" strike="noStrike">
                <a:solidFill>
                  <a:srgbClr val="000000"/>
                </a:solidFill>
                <a:latin typeface="Arial"/>
                <a:ea typeface="Arial"/>
                <a:cs typeface="Arial"/>
                <a:sym typeface="Arial"/>
              </a:rPr>
              <a:t> Atalho: </a:t>
            </a:r>
            <a:r>
              <a:rPr b="1" i="0" lang="pt-BR" sz="1400" u="none" cap="none" strike="noStrike">
                <a:solidFill>
                  <a:srgbClr val="000000"/>
                </a:solidFill>
                <a:latin typeface="Arial"/>
                <a:ea typeface="Arial"/>
                <a:cs typeface="Arial"/>
                <a:sym typeface="Arial"/>
              </a:rPr>
              <a:t>P</a:t>
            </a:r>
            <a:endParaRPr b="0" i="0" sz="1400" u="none" cap="none" strike="noStrike">
              <a:solidFill>
                <a:srgbClr val="000000"/>
              </a:solidFill>
              <a:latin typeface="Arial"/>
              <a:ea typeface="Arial"/>
              <a:cs typeface="Arial"/>
              <a:sym typeface="Arial"/>
            </a:endParaRPr>
          </a:p>
          <a:p>
            <a:pPr indent="-88900" lvl="0" marL="0" marR="0" rtl="0" algn="l">
              <a:lnSpc>
                <a:spcPct val="100000"/>
              </a:lnSpc>
              <a:spcBef>
                <a:spcPts val="0"/>
              </a:spcBef>
              <a:spcAft>
                <a:spcPts val="0"/>
              </a:spcAft>
              <a:buClr>
                <a:srgbClr val="000000"/>
              </a:buClr>
              <a:buSzPts val="1400"/>
              <a:buFont typeface="Arial"/>
              <a:buChar char="•"/>
            </a:pPr>
            <a:r>
              <a:rPr b="0" i="0" lang="pt-BR" sz="1400" u="none" cap="none" strike="noStrike">
                <a:solidFill>
                  <a:srgbClr val="000000"/>
                </a:solidFill>
                <a:latin typeface="Arial"/>
                <a:ea typeface="Arial"/>
                <a:cs typeface="Arial"/>
                <a:sym typeface="Arial"/>
              </a:rPr>
              <a:t> Ícone da </a:t>
            </a:r>
            <a:r>
              <a:rPr b="1" i="0" lang="pt-BR" sz="1400" u="none" cap="none" strike="noStrike">
                <a:solidFill>
                  <a:srgbClr val="000000"/>
                </a:solidFill>
                <a:latin typeface="Arial"/>
                <a:ea typeface="Arial"/>
                <a:cs typeface="Arial"/>
                <a:sym typeface="Arial"/>
              </a:rPr>
              <a:t>caneta</a:t>
            </a:r>
            <a:r>
              <a:rPr b="0" i="0" lang="pt-BR" sz="1400" u="none" cap="none" strike="noStrike">
                <a:solidFill>
                  <a:srgbClr val="000000"/>
                </a:solidFill>
                <a:latin typeface="Arial"/>
                <a:ea typeface="Arial"/>
                <a:cs typeface="Arial"/>
                <a:sym typeface="Arial"/>
              </a:rPr>
              <a:t> na barra de ferramentas.</a:t>
            </a:r>
            <a:endParaRPr/>
          </a:p>
        </p:txBody>
      </p:sp>
      <p:pic>
        <p:nvPicPr>
          <p:cNvPr id="128" name="Google Shape;128;p5"/>
          <p:cNvPicPr preferRelativeResize="0"/>
          <p:nvPr/>
        </p:nvPicPr>
        <p:blipFill rotWithShape="1">
          <a:blip r:embed="rId3">
            <a:alphaModFix/>
          </a:blip>
          <a:srcRect b="0" l="0" r="0" t="0"/>
          <a:stretch/>
        </p:blipFill>
        <p:spPr>
          <a:xfrm>
            <a:off x="4687614" y="3947541"/>
            <a:ext cx="3847626" cy="1366186"/>
          </a:xfrm>
          <a:prstGeom prst="rect">
            <a:avLst/>
          </a:prstGeom>
          <a:noFill/>
          <a:ln>
            <a:noFill/>
          </a:ln>
        </p:spPr>
      </p:pic>
    </p:spTree>
  </p:cSld>
  <p:clrMapOvr>
    <a:masterClrMapping/>
  </p:clrMapOvr>
  <p:transition spd="slow">
    <p:push/>
  </p:transition>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32" name="Shape 132"/>
        <p:cNvGrpSpPr/>
        <p:nvPr/>
      </p:nvGrpSpPr>
      <p:grpSpPr>
        <a:xfrm>
          <a:off x="0" y="0"/>
          <a:ext cx="0" cy="0"/>
          <a:chOff x="0" y="0"/>
          <a:chExt cx="0" cy="0"/>
        </a:xfrm>
      </p:grpSpPr>
      <p:sp>
        <p:nvSpPr>
          <p:cNvPr id="133" name="Google Shape;133;p39"/>
          <p:cNvSpPr/>
          <p:nvPr/>
        </p:nvSpPr>
        <p:spPr>
          <a:xfrm>
            <a:off x="0" y="0"/>
            <a:ext cx="9144000" cy="1054200"/>
          </a:xfrm>
          <a:prstGeom prst="rect">
            <a:avLst/>
          </a:prstGeom>
          <a:solidFill>
            <a:srgbClr val="FA981B"/>
          </a:solidFill>
          <a:ln cap="flat" cmpd="sng" w="14825">
            <a:solidFill>
              <a:srgbClr val="FA981B"/>
            </a:solidFill>
            <a:prstDash val="solid"/>
            <a:miter lim="800000"/>
            <a:headEnd len="sm" w="sm" type="none"/>
            <a:tailEnd len="sm" w="sm" type="none"/>
          </a:ln>
        </p:spPr>
        <p:txBody>
          <a:bodyPr anchorCtr="0" anchor="ctr" bIns="35550" lIns="71100" spcFirstLastPara="1" rIns="71100" wrap="square" tIns="35550">
            <a:noAutofit/>
          </a:bodyPr>
          <a:lstStyle/>
          <a:p>
            <a:pPr indent="0" lvl="0" marL="0" marR="0" rtl="0" algn="ctr">
              <a:lnSpc>
                <a:spcPct val="100000"/>
              </a:lnSpc>
              <a:spcBef>
                <a:spcPts val="0"/>
              </a:spcBef>
              <a:spcAft>
                <a:spcPts val="0"/>
              </a:spcAft>
              <a:buNone/>
            </a:pPr>
            <a:r>
              <a:rPr b="1" i="0" lang="pt-BR" sz="3600" u="none" cap="none" strike="noStrike">
                <a:solidFill>
                  <a:schemeClr val="lt1"/>
                </a:solidFill>
                <a:latin typeface="Arial"/>
                <a:ea typeface="Arial"/>
                <a:cs typeface="Arial"/>
                <a:sym typeface="Arial"/>
              </a:rPr>
              <a:t>Ferramenta Pen Tool</a:t>
            </a:r>
            <a:endParaRPr b="1" i="0" sz="3200" u="none" cap="none" strike="noStrike">
              <a:solidFill>
                <a:schemeClr val="lt1"/>
              </a:solidFill>
              <a:latin typeface="Arial"/>
              <a:ea typeface="Arial"/>
              <a:cs typeface="Arial"/>
              <a:sym typeface="Arial"/>
            </a:endParaRPr>
          </a:p>
        </p:txBody>
      </p:sp>
      <p:sp>
        <p:nvSpPr>
          <p:cNvPr id="134" name="Google Shape;134;p39"/>
          <p:cNvSpPr txBox="1"/>
          <p:nvPr/>
        </p:nvSpPr>
        <p:spPr>
          <a:xfrm>
            <a:off x="124811" y="1152912"/>
            <a:ext cx="8894378" cy="20313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pt-BR" sz="1400" u="none" cap="none" strike="noStrike">
                <a:solidFill>
                  <a:srgbClr val="000000"/>
                </a:solidFill>
                <a:latin typeface="Arial"/>
                <a:ea typeface="Arial"/>
                <a:cs typeface="Arial"/>
                <a:sym typeface="Arial"/>
              </a:rPr>
              <a:t>Como usar – Passo a Passo (Linhas Retas)</a:t>
            </a:r>
            <a:endParaRPr/>
          </a:p>
          <a:p>
            <a:pPr indent="-88900" lvl="0" marL="0" marR="0" rtl="0" algn="l">
              <a:lnSpc>
                <a:spcPct val="100000"/>
              </a:lnSpc>
              <a:spcBef>
                <a:spcPts val="0"/>
              </a:spcBef>
              <a:spcAft>
                <a:spcPts val="0"/>
              </a:spcAft>
              <a:buClr>
                <a:srgbClr val="000000"/>
              </a:buClr>
              <a:buSzPts val="1400"/>
              <a:buFont typeface="Arial"/>
              <a:buAutoNum type="arabicPeriod"/>
            </a:pPr>
            <a:r>
              <a:rPr b="0" i="0" lang="pt-BR" sz="1400" u="none" cap="none" strike="noStrike">
                <a:solidFill>
                  <a:srgbClr val="000000"/>
                </a:solidFill>
                <a:latin typeface="Arial"/>
                <a:ea typeface="Arial"/>
                <a:cs typeface="Arial"/>
                <a:sym typeface="Arial"/>
              </a:rPr>
              <a:t> Selecione a </a:t>
            </a:r>
            <a:r>
              <a:rPr b="1" i="0" lang="pt-BR" sz="1400" u="none" cap="none" strike="noStrike">
                <a:solidFill>
                  <a:srgbClr val="000000"/>
                </a:solidFill>
                <a:latin typeface="Arial"/>
                <a:ea typeface="Arial"/>
                <a:cs typeface="Arial"/>
                <a:sym typeface="Arial"/>
              </a:rPr>
              <a:t>Pen Tool (P)</a:t>
            </a:r>
            <a:r>
              <a:rPr b="0" i="0" lang="pt-BR" sz="1400" u="none" cap="none" strike="noStrike">
                <a:solidFill>
                  <a:srgbClr val="000000"/>
                </a:solidFill>
                <a:latin typeface="Arial"/>
                <a:ea typeface="Arial"/>
                <a:cs typeface="Arial"/>
                <a:sym typeface="Arial"/>
              </a:rPr>
              <a:t>.</a:t>
            </a:r>
            <a:endParaRPr/>
          </a:p>
          <a:p>
            <a:pPr indent="-88900" lvl="0" marL="0" marR="0" rtl="0" algn="l">
              <a:lnSpc>
                <a:spcPct val="100000"/>
              </a:lnSpc>
              <a:spcBef>
                <a:spcPts val="0"/>
              </a:spcBef>
              <a:spcAft>
                <a:spcPts val="0"/>
              </a:spcAft>
              <a:buClr>
                <a:srgbClr val="000000"/>
              </a:buClr>
              <a:buSzPts val="1400"/>
              <a:buFont typeface="Arial"/>
              <a:buAutoNum type="arabicPeriod"/>
            </a:pPr>
            <a:r>
              <a:rPr b="0" i="0" lang="pt-BR" sz="1400" u="none" cap="none" strike="noStrike">
                <a:solidFill>
                  <a:srgbClr val="000000"/>
                </a:solidFill>
                <a:latin typeface="Arial"/>
                <a:ea typeface="Arial"/>
                <a:cs typeface="Arial"/>
                <a:sym typeface="Arial"/>
              </a:rPr>
              <a:t> Posicione a ferramenta no </a:t>
            </a:r>
            <a:r>
              <a:rPr b="1" i="0" lang="pt-BR" sz="1400" u="none" cap="none" strike="noStrike">
                <a:solidFill>
                  <a:srgbClr val="000000"/>
                </a:solidFill>
                <a:latin typeface="Arial"/>
                <a:ea typeface="Arial"/>
                <a:cs typeface="Arial"/>
                <a:sym typeface="Arial"/>
              </a:rPr>
              <a:t>ponto inicial</a:t>
            </a:r>
            <a:r>
              <a:rPr b="0" i="0" lang="pt-BR" sz="1400" u="none" cap="none" strike="noStrike">
                <a:solidFill>
                  <a:srgbClr val="000000"/>
                </a:solidFill>
                <a:latin typeface="Arial"/>
                <a:ea typeface="Arial"/>
                <a:cs typeface="Arial"/>
                <a:sym typeface="Arial"/>
              </a:rPr>
              <a:t> e </a:t>
            </a:r>
            <a:r>
              <a:rPr b="1" i="0" lang="pt-BR" sz="1400" u="none" cap="none" strike="noStrike">
                <a:solidFill>
                  <a:srgbClr val="000000"/>
                </a:solidFill>
                <a:latin typeface="Arial"/>
                <a:ea typeface="Arial"/>
                <a:cs typeface="Arial"/>
                <a:sym typeface="Arial"/>
              </a:rPr>
              <a:t>clique</a:t>
            </a:r>
            <a:r>
              <a:rPr b="0" i="0" lang="pt-BR" sz="1400" u="none" cap="none" strike="noStrike">
                <a:solidFill>
                  <a:srgbClr val="000000"/>
                </a:solidFill>
                <a:latin typeface="Arial"/>
                <a:ea typeface="Arial"/>
                <a:cs typeface="Arial"/>
                <a:sym typeface="Arial"/>
              </a:rPr>
              <a:t> (não arraste) → define o primeiro ponto de ancoragem.</a:t>
            </a:r>
            <a:endParaRPr/>
          </a:p>
          <a:p>
            <a:pPr indent="-285750" lvl="1" marL="742950" marR="0" rtl="0" algn="l">
              <a:lnSpc>
                <a:spcPct val="100000"/>
              </a:lnSpc>
              <a:spcBef>
                <a:spcPts val="0"/>
              </a:spcBef>
              <a:spcAft>
                <a:spcPts val="0"/>
              </a:spcAft>
              <a:buClr>
                <a:srgbClr val="000000"/>
              </a:buClr>
              <a:buSzPts val="1400"/>
              <a:buFont typeface="Arial"/>
              <a:buAutoNum type="arabicPeriod"/>
            </a:pPr>
            <a:r>
              <a:rPr b="0" i="0" lang="pt-BR" sz="1400" u="none" cap="none" strike="noStrike">
                <a:solidFill>
                  <a:srgbClr val="000000"/>
                </a:solidFill>
                <a:latin typeface="Arial"/>
                <a:ea typeface="Arial"/>
                <a:cs typeface="Arial"/>
                <a:sym typeface="Arial"/>
              </a:rPr>
              <a:t>Observação: o primeiro segmento não ficará visível até você clicar no </a:t>
            </a:r>
            <a:r>
              <a:rPr b="1" i="0" lang="pt-BR" sz="1400" u="none" cap="none" strike="noStrike">
                <a:solidFill>
                  <a:srgbClr val="000000"/>
                </a:solidFill>
                <a:latin typeface="Arial"/>
                <a:ea typeface="Arial"/>
                <a:cs typeface="Arial"/>
                <a:sym typeface="Arial"/>
              </a:rPr>
              <a:t>segundo ponto de ancoragem</a:t>
            </a:r>
            <a:r>
              <a:rPr b="0" i="0" lang="pt-BR" sz="1400" u="none" cap="none" strike="noStrike">
                <a:solidFill>
                  <a:srgbClr val="000000"/>
                </a:solidFill>
                <a:latin typeface="Arial"/>
                <a:ea typeface="Arial"/>
                <a:cs typeface="Arial"/>
                <a:sym typeface="Arial"/>
              </a:rPr>
              <a:t>.</a:t>
            </a:r>
            <a:endParaRPr/>
          </a:p>
          <a:p>
            <a:pPr indent="-88900" lvl="0" marL="0" marR="0" rtl="0" algn="l">
              <a:lnSpc>
                <a:spcPct val="100000"/>
              </a:lnSpc>
              <a:spcBef>
                <a:spcPts val="0"/>
              </a:spcBef>
              <a:spcAft>
                <a:spcPts val="0"/>
              </a:spcAft>
              <a:buClr>
                <a:srgbClr val="000000"/>
              </a:buClr>
              <a:buSzPts val="1400"/>
              <a:buFont typeface="Arial"/>
              <a:buAutoNum type="arabicPeriod"/>
            </a:pPr>
            <a:r>
              <a:rPr b="0" i="0" lang="pt-BR" sz="1400" u="none" cap="none" strike="noStrike">
                <a:solidFill>
                  <a:srgbClr val="000000"/>
                </a:solidFill>
                <a:latin typeface="Arial"/>
                <a:ea typeface="Arial"/>
                <a:cs typeface="Arial"/>
                <a:sym typeface="Arial"/>
              </a:rPr>
              <a:t> Clique novamente onde deseja que o segmento termine.</a:t>
            </a:r>
            <a:endParaRPr/>
          </a:p>
          <a:p>
            <a:pPr indent="-285750" lvl="1" marL="742950" marR="0" rtl="0" algn="l">
              <a:lnSpc>
                <a:spcPct val="100000"/>
              </a:lnSpc>
              <a:spcBef>
                <a:spcPts val="0"/>
              </a:spcBef>
              <a:spcAft>
                <a:spcPts val="0"/>
              </a:spcAft>
              <a:buClr>
                <a:srgbClr val="000000"/>
              </a:buClr>
              <a:buSzPts val="1400"/>
              <a:buFont typeface="Arial"/>
              <a:buAutoNum type="arabicPeriod"/>
            </a:pPr>
            <a:r>
              <a:rPr b="0" i="0" lang="pt-BR" sz="1400" u="none" cap="none" strike="noStrike">
                <a:solidFill>
                  <a:srgbClr val="000000"/>
                </a:solidFill>
                <a:latin typeface="Arial"/>
                <a:ea typeface="Arial"/>
                <a:cs typeface="Arial"/>
                <a:sym typeface="Arial"/>
              </a:rPr>
              <a:t>Dica: </a:t>
            </a:r>
            <a:r>
              <a:rPr b="1" i="0" lang="pt-BR" sz="1400" u="none" cap="none" strike="noStrike">
                <a:solidFill>
                  <a:srgbClr val="000000"/>
                </a:solidFill>
                <a:latin typeface="Arial"/>
                <a:ea typeface="Arial"/>
                <a:cs typeface="Arial"/>
                <a:sym typeface="Arial"/>
              </a:rPr>
              <a:t>Shift + clique</a:t>
            </a:r>
            <a:r>
              <a:rPr b="0" i="0" lang="pt-BR" sz="1400" u="none" cap="none" strike="noStrike">
                <a:solidFill>
                  <a:srgbClr val="000000"/>
                </a:solidFill>
                <a:latin typeface="Arial"/>
                <a:ea typeface="Arial"/>
                <a:cs typeface="Arial"/>
                <a:sym typeface="Arial"/>
              </a:rPr>
              <a:t> → restringe o ângulo a múltiplos de 45°.</a:t>
            </a:r>
            <a:endParaRPr/>
          </a:p>
          <a:p>
            <a:pPr indent="-88900" lvl="0" marL="0" marR="0" rtl="0" algn="l">
              <a:lnSpc>
                <a:spcPct val="100000"/>
              </a:lnSpc>
              <a:spcBef>
                <a:spcPts val="0"/>
              </a:spcBef>
              <a:spcAft>
                <a:spcPts val="0"/>
              </a:spcAft>
              <a:buClr>
                <a:srgbClr val="000000"/>
              </a:buClr>
              <a:buSzPts val="1400"/>
              <a:buFont typeface="Arial"/>
              <a:buAutoNum type="arabicPeriod"/>
            </a:pPr>
            <a:r>
              <a:rPr b="0" i="0" lang="pt-BR" sz="1400" u="none" cap="none" strike="noStrike">
                <a:solidFill>
                  <a:srgbClr val="000000"/>
                </a:solidFill>
                <a:latin typeface="Arial"/>
                <a:ea typeface="Arial"/>
                <a:cs typeface="Arial"/>
                <a:sym typeface="Arial"/>
              </a:rPr>
              <a:t> Continue clicando para adicionar </a:t>
            </a:r>
            <a:r>
              <a:rPr b="1" i="0" lang="pt-BR" sz="1400" u="none" cap="none" strike="noStrike">
                <a:solidFill>
                  <a:srgbClr val="000000"/>
                </a:solidFill>
                <a:latin typeface="Arial"/>
                <a:ea typeface="Arial"/>
                <a:cs typeface="Arial"/>
                <a:sym typeface="Arial"/>
              </a:rPr>
              <a:t>mais pontos de ancoragem</a:t>
            </a:r>
            <a:r>
              <a:rPr b="0" i="0" lang="pt-BR" sz="1400" u="none" cap="none" strike="noStrike">
                <a:solidFill>
                  <a:srgbClr val="000000"/>
                </a:solidFill>
                <a:latin typeface="Arial"/>
                <a:ea typeface="Arial"/>
                <a:cs typeface="Arial"/>
                <a:sym typeface="Arial"/>
              </a:rPr>
              <a:t> e criar segmentos retos.</a:t>
            </a:r>
            <a:endParaRPr/>
          </a:p>
          <a:p>
            <a:pPr indent="-88900" lvl="0" marL="0" marR="0" rtl="0" algn="l">
              <a:lnSpc>
                <a:spcPct val="100000"/>
              </a:lnSpc>
              <a:spcBef>
                <a:spcPts val="0"/>
              </a:spcBef>
              <a:spcAft>
                <a:spcPts val="0"/>
              </a:spcAft>
              <a:buClr>
                <a:srgbClr val="000000"/>
              </a:buClr>
              <a:buSzPts val="1400"/>
              <a:buFont typeface="Arial"/>
              <a:buAutoNum type="arabicPeriod"/>
            </a:pPr>
            <a:r>
              <a:rPr b="0" i="0" lang="pt-BR" sz="1400" u="none" cap="none" strike="noStrike">
                <a:solidFill>
                  <a:srgbClr val="000000"/>
                </a:solidFill>
                <a:latin typeface="Arial"/>
                <a:ea typeface="Arial"/>
                <a:cs typeface="Arial"/>
                <a:sym typeface="Arial"/>
              </a:rPr>
              <a:t> O </a:t>
            </a:r>
            <a:r>
              <a:rPr b="1" i="0" lang="pt-BR" sz="1400" u="none" cap="none" strike="noStrike">
                <a:solidFill>
                  <a:srgbClr val="000000"/>
                </a:solidFill>
                <a:latin typeface="Arial"/>
                <a:ea typeface="Arial"/>
                <a:cs typeface="Arial"/>
                <a:sym typeface="Arial"/>
              </a:rPr>
              <a:t>último ponto de ancoragem</a:t>
            </a:r>
            <a:r>
              <a:rPr b="0" i="0" lang="pt-BR" sz="1400" u="none" cap="none" strike="noStrike">
                <a:solidFill>
                  <a:srgbClr val="000000"/>
                </a:solidFill>
                <a:latin typeface="Arial"/>
                <a:ea typeface="Arial"/>
                <a:cs typeface="Arial"/>
                <a:sym typeface="Arial"/>
              </a:rPr>
              <a:t> aparece sólido (selecionado), os anteriores ficam vazados.</a:t>
            </a:r>
            <a:endParaRPr/>
          </a:p>
        </p:txBody>
      </p:sp>
      <p:pic>
        <p:nvPicPr>
          <p:cNvPr id="135" name="Google Shape;135;p39"/>
          <p:cNvPicPr preferRelativeResize="0"/>
          <p:nvPr/>
        </p:nvPicPr>
        <p:blipFill rotWithShape="1">
          <a:blip r:embed="rId3">
            <a:alphaModFix/>
          </a:blip>
          <a:srcRect b="0" l="6454" r="12247" t="9563"/>
          <a:stretch/>
        </p:blipFill>
        <p:spPr>
          <a:xfrm>
            <a:off x="6905297" y="3184237"/>
            <a:ext cx="2238703" cy="2530763"/>
          </a:xfrm>
          <a:prstGeom prst="rect">
            <a:avLst/>
          </a:prstGeom>
          <a:noFill/>
          <a:ln>
            <a:noFill/>
          </a:ln>
        </p:spPr>
      </p:pic>
    </p:spTree>
  </p:cSld>
  <p:clrMapOvr>
    <a:masterClrMapping/>
  </p:clrMapOvr>
  <p:transition spd="slow">
    <p:push/>
  </p:transition>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39" name="Shape 139"/>
        <p:cNvGrpSpPr/>
        <p:nvPr/>
      </p:nvGrpSpPr>
      <p:grpSpPr>
        <a:xfrm>
          <a:off x="0" y="0"/>
          <a:ext cx="0" cy="0"/>
          <a:chOff x="0" y="0"/>
          <a:chExt cx="0" cy="0"/>
        </a:xfrm>
      </p:grpSpPr>
      <p:sp>
        <p:nvSpPr>
          <p:cNvPr id="140" name="Google Shape;140;p40"/>
          <p:cNvSpPr/>
          <p:nvPr/>
        </p:nvSpPr>
        <p:spPr>
          <a:xfrm>
            <a:off x="0" y="0"/>
            <a:ext cx="9144000" cy="1054200"/>
          </a:xfrm>
          <a:prstGeom prst="rect">
            <a:avLst/>
          </a:prstGeom>
          <a:solidFill>
            <a:srgbClr val="FA981B"/>
          </a:solidFill>
          <a:ln cap="flat" cmpd="sng" w="14825">
            <a:solidFill>
              <a:srgbClr val="FA981B"/>
            </a:solidFill>
            <a:prstDash val="solid"/>
            <a:miter lim="800000"/>
            <a:headEnd len="sm" w="sm" type="none"/>
            <a:tailEnd len="sm" w="sm" type="none"/>
          </a:ln>
        </p:spPr>
        <p:txBody>
          <a:bodyPr anchorCtr="0" anchor="ctr" bIns="35550" lIns="71100" spcFirstLastPara="1" rIns="71100" wrap="square" tIns="35550">
            <a:noAutofit/>
          </a:bodyPr>
          <a:lstStyle/>
          <a:p>
            <a:pPr indent="0" lvl="0" marL="0" marR="0" rtl="0" algn="ctr">
              <a:lnSpc>
                <a:spcPct val="100000"/>
              </a:lnSpc>
              <a:spcBef>
                <a:spcPts val="0"/>
              </a:spcBef>
              <a:spcAft>
                <a:spcPts val="0"/>
              </a:spcAft>
              <a:buNone/>
            </a:pPr>
            <a:r>
              <a:rPr b="1" i="0" lang="pt-BR" sz="3600" u="none" cap="none" strike="noStrike">
                <a:solidFill>
                  <a:schemeClr val="lt1"/>
                </a:solidFill>
                <a:latin typeface="Arial"/>
                <a:ea typeface="Arial"/>
                <a:cs typeface="Arial"/>
                <a:sym typeface="Arial"/>
              </a:rPr>
              <a:t>Ferramenta Pen Tool</a:t>
            </a:r>
            <a:endParaRPr b="1" i="0" sz="3200" u="none" cap="none" strike="noStrike">
              <a:solidFill>
                <a:schemeClr val="lt1"/>
              </a:solidFill>
              <a:latin typeface="Arial"/>
              <a:ea typeface="Arial"/>
              <a:cs typeface="Arial"/>
              <a:sym typeface="Arial"/>
            </a:endParaRPr>
          </a:p>
        </p:txBody>
      </p:sp>
      <p:sp>
        <p:nvSpPr>
          <p:cNvPr id="141" name="Google Shape;141;p40"/>
          <p:cNvSpPr txBox="1"/>
          <p:nvPr/>
        </p:nvSpPr>
        <p:spPr>
          <a:xfrm>
            <a:off x="239111" y="1312397"/>
            <a:ext cx="8261422" cy="20313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pt-BR" sz="1400" u="none" cap="none" strike="noStrike">
                <a:solidFill>
                  <a:srgbClr val="000000"/>
                </a:solidFill>
                <a:latin typeface="Arial"/>
                <a:ea typeface="Arial"/>
                <a:cs typeface="Arial"/>
                <a:sym typeface="Arial"/>
              </a:rPr>
              <a:t>🔄 Finalizando o demarcador</a:t>
            </a:r>
            <a:endParaRPr/>
          </a:p>
          <a:p>
            <a:pPr indent="-88900" lvl="0" marL="0" marR="0" rtl="0" algn="l">
              <a:lnSpc>
                <a:spcPct val="100000"/>
              </a:lnSpc>
              <a:spcBef>
                <a:spcPts val="0"/>
              </a:spcBef>
              <a:spcAft>
                <a:spcPts val="0"/>
              </a:spcAft>
              <a:buClr>
                <a:srgbClr val="000000"/>
              </a:buClr>
              <a:buSzPts val="1400"/>
              <a:buFont typeface="Arial"/>
              <a:buChar char="•"/>
            </a:pPr>
            <a:r>
              <a:rPr b="1" i="0" lang="pt-BR" sz="1400" u="none" cap="none" strike="noStrike">
                <a:solidFill>
                  <a:srgbClr val="000000"/>
                </a:solidFill>
                <a:latin typeface="Arial"/>
                <a:ea typeface="Arial"/>
                <a:cs typeface="Arial"/>
                <a:sym typeface="Arial"/>
              </a:rPr>
              <a:t> Fechar o caminho</a:t>
            </a:r>
            <a:r>
              <a:rPr b="0" i="0" lang="pt-BR" sz="1400" u="none" cap="none" strike="noStrike">
                <a:solidFill>
                  <a:srgbClr val="000000"/>
                </a:solidFill>
                <a:latin typeface="Arial"/>
                <a:ea typeface="Arial"/>
                <a:cs typeface="Arial"/>
                <a:sym typeface="Arial"/>
              </a:rPr>
              <a:t>: posicione a caneta sobre o </a:t>
            </a:r>
            <a:r>
              <a:rPr b="1" i="0" lang="pt-BR" sz="1400" u="none" cap="none" strike="noStrike">
                <a:solidFill>
                  <a:srgbClr val="000000"/>
                </a:solidFill>
                <a:latin typeface="Arial"/>
                <a:ea typeface="Arial"/>
                <a:cs typeface="Arial"/>
                <a:sym typeface="Arial"/>
              </a:rPr>
              <a:t>primeiro ponto de ancoragem (vazio)</a:t>
            </a:r>
            <a:r>
              <a:rPr b="0" i="0" lang="pt-BR" sz="1400" u="none" cap="none" strike="noStrike">
                <a:solidFill>
                  <a:srgbClr val="000000"/>
                </a:solidFill>
                <a:latin typeface="Arial"/>
                <a:ea typeface="Arial"/>
                <a:cs typeface="Arial"/>
                <a:sym typeface="Arial"/>
              </a:rPr>
              <a:t> → aparece um </a:t>
            </a:r>
            <a:r>
              <a:rPr b="1" i="0" lang="pt-BR" sz="1400" u="none" cap="none" strike="noStrike">
                <a:solidFill>
                  <a:srgbClr val="000000"/>
                </a:solidFill>
                <a:latin typeface="Arial"/>
                <a:ea typeface="Arial"/>
                <a:cs typeface="Arial"/>
                <a:sym typeface="Arial"/>
              </a:rPr>
              <a:t>círculo pequeno</a:t>
            </a:r>
            <a:r>
              <a:rPr b="0" i="0" lang="pt-BR" sz="1400" u="none" cap="none" strike="noStrike">
                <a:solidFill>
                  <a:srgbClr val="000000"/>
                </a:solidFill>
                <a:latin typeface="Arial"/>
                <a:ea typeface="Arial"/>
                <a:cs typeface="Arial"/>
                <a:sym typeface="Arial"/>
              </a:rPr>
              <a:t> → clique ou arraste.</a:t>
            </a:r>
            <a:endParaRPr/>
          </a:p>
          <a:p>
            <a:pPr indent="-88900" lvl="0" marL="0" marR="0" rtl="0" algn="l">
              <a:lnSpc>
                <a:spcPct val="100000"/>
              </a:lnSpc>
              <a:spcBef>
                <a:spcPts val="0"/>
              </a:spcBef>
              <a:spcAft>
                <a:spcPts val="0"/>
              </a:spcAft>
              <a:buClr>
                <a:srgbClr val="000000"/>
              </a:buClr>
              <a:buSzPts val="1400"/>
              <a:buFont typeface="Arial"/>
              <a:buChar char="•"/>
            </a:pPr>
            <a:r>
              <a:rPr b="1" i="0" lang="pt-BR" sz="1400" u="none" cap="none" strike="noStrike">
                <a:solidFill>
                  <a:srgbClr val="000000"/>
                </a:solidFill>
                <a:latin typeface="Arial"/>
                <a:ea typeface="Arial"/>
                <a:cs typeface="Arial"/>
                <a:sym typeface="Arial"/>
              </a:rPr>
              <a:t> Deixar aberto</a:t>
            </a:r>
            <a:r>
              <a:rPr b="0" i="0" lang="pt-BR" sz="1400" u="none" cap="none" strike="noStrike">
                <a:solidFill>
                  <a:srgbClr val="000000"/>
                </a:solidFill>
                <a:latin typeface="Arial"/>
                <a:ea typeface="Arial"/>
                <a:cs typeface="Arial"/>
                <a:sym typeface="Arial"/>
              </a:rPr>
              <a:t>: clique em qualquer lugar fora do objeto </a:t>
            </a:r>
            <a:r>
              <a:rPr b="1" i="0" lang="pt-BR" sz="1400" u="none" cap="none" strike="noStrike">
                <a:solidFill>
                  <a:srgbClr val="000000"/>
                </a:solidFill>
                <a:latin typeface="Arial"/>
                <a:ea typeface="Arial"/>
                <a:cs typeface="Arial"/>
                <a:sym typeface="Arial"/>
              </a:rPr>
              <a:t>com Ctrl (Windows) ou Command (macOS) pressionado</a:t>
            </a:r>
            <a:r>
              <a:rPr b="0" i="0" lang="pt-BR" sz="1400" u="none" cap="none" strike="noStrike">
                <a:solidFill>
                  <a:srgbClr val="000000"/>
                </a:solidFill>
                <a:latin typeface="Arial"/>
                <a:ea typeface="Arial"/>
                <a:cs typeface="Arial"/>
                <a:sym typeface="Arial"/>
              </a:rPr>
              <a:t>.</a:t>
            </a:r>
            <a:endParaRPr/>
          </a:p>
          <a:p>
            <a:pPr indent="-88900" lvl="0" marL="0" marR="0" rtl="0" algn="l">
              <a:lnSpc>
                <a:spcPct val="100000"/>
              </a:lnSpc>
              <a:spcBef>
                <a:spcPts val="0"/>
              </a:spcBef>
              <a:spcAft>
                <a:spcPts val="0"/>
              </a:spcAft>
              <a:buClr>
                <a:srgbClr val="000000"/>
              </a:buClr>
              <a:buSzPts val="1400"/>
              <a:buFont typeface="Arial"/>
              <a:buChar char="•"/>
            </a:pPr>
            <a:r>
              <a:rPr b="0" i="0" lang="pt-BR" sz="1400" u="none" cap="none" strike="noStrike">
                <a:solidFill>
                  <a:srgbClr val="000000"/>
                </a:solidFill>
                <a:latin typeface="Arial"/>
                <a:ea typeface="Arial"/>
                <a:cs typeface="Arial"/>
                <a:sym typeface="Arial"/>
              </a:rPr>
              <a:t> Para sair de um caminho aberto:</a:t>
            </a:r>
            <a:endParaRPr/>
          </a:p>
          <a:p>
            <a:pPr indent="-285750" lvl="1" marL="742950" marR="0" rtl="0" algn="l">
              <a:lnSpc>
                <a:spcPct val="100000"/>
              </a:lnSpc>
              <a:spcBef>
                <a:spcPts val="0"/>
              </a:spcBef>
              <a:spcAft>
                <a:spcPts val="0"/>
              </a:spcAft>
              <a:buClr>
                <a:srgbClr val="000000"/>
              </a:buClr>
              <a:buSzPts val="1400"/>
              <a:buFont typeface="Arial"/>
              <a:buChar char="•"/>
            </a:pPr>
            <a:r>
              <a:rPr b="0" i="0" lang="pt-BR" sz="1400" u="none" cap="none" strike="noStrike">
                <a:solidFill>
                  <a:srgbClr val="000000"/>
                </a:solidFill>
                <a:latin typeface="Arial"/>
                <a:ea typeface="Arial"/>
                <a:cs typeface="Arial"/>
                <a:sym typeface="Arial"/>
              </a:rPr>
              <a:t>Selecione outra ferramenta, ou</a:t>
            </a:r>
            <a:endParaRPr/>
          </a:p>
          <a:p>
            <a:pPr indent="-285750" lvl="1" marL="742950" marR="0" rtl="0" algn="l">
              <a:lnSpc>
                <a:spcPct val="100000"/>
              </a:lnSpc>
              <a:spcBef>
                <a:spcPts val="0"/>
              </a:spcBef>
              <a:spcAft>
                <a:spcPts val="0"/>
              </a:spcAft>
              <a:buClr>
                <a:srgbClr val="000000"/>
              </a:buClr>
              <a:buSzPts val="1400"/>
              <a:buFont typeface="Arial"/>
              <a:buChar char="•"/>
            </a:pPr>
            <a:r>
              <a:rPr b="0" i="0" lang="pt-BR" sz="1400" u="none" cap="none" strike="noStrike">
                <a:solidFill>
                  <a:srgbClr val="000000"/>
                </a:solidFill>
                <a:latin typeface="Arial"/>
                <a:ea typeface="Arial"/>
                <a:cs typeface="Arial"/>
                <a:sym typeface="Arial"/>
              </a:rPr>
              <a:t>Escolha </a:t>
            </a:r>
            <a:r>
              <a:rPr b="1" i="0" lang="pt-BR" sz="1400" u="none" cap="none" strike="noStrike">
                <a:solidFill>
                  <a:srgbClr val="000000"/>
                </a:solidFill>
                <a:latin typeface="Arial"/>
                <a:ea typeface="Arial"/>
                <a:cs typeface="Arial"/>
                <a:sym typeface="Arial"/>
              </a:rPr>
              <a:t>Selecionar &gt; Desmarcar</a:t>
            </a:r>
            <a:r>
              <a:rPr b="0" i="0" lang="pt-BR" sz="1400" u="none" cap="none" strike="noStrike">
                <a:solidFill>
                  <a:srgbClr val="000000"/>
                </a:solidFill>
                <a:latin typeface="Arial"/>
                <a:ea typeface="Arial"/>
                <a:cs typeface="Arial"/>
                <a:sym typeface="Arial"/>
              </a:rPr>
              <a:t>, ou</a:t>
            </a:r>
            <a:endParaRPr/>
          </a:p>
          <a:p>
            <a:pPr indent="-285750" lvl="1" marL="742950" marR="0" rtl="0" algn="l">
              <a:lnSpc>
                <a:spcPct val="100000"/>
              </a:lnSpc>
              <a:spcBef>
                <a:spcPts val="0"/>
              </a:spcBef>
              <a:spcAft>
                <a:spcPts val="0"/>
              </a:spcAft>
              <a:buClr>
                <a:srgbClr val="000000"/>
              </a:buClr>
              <a:buSzPts val="1400"/>
              <a:buFont typeface="Arial"/>
              <a:buChar char="•"/>
            </a:pPr>
            <a:r>
              <a:rPr b="0" i="0" lang="pt-BR" sz="1400" u="none" cap="none" strike="noStrike">
                <a:solidFill>
                  <a:srgbClr val="000000"/>
                </a:solidFill>
                <a:latin typeface="Arial"/>
                <a:ea typeface="Arial"/>
                <a:cs typeface="Arial"/>
                <a:sym typeface="Arial"/>
              </a:rPr>
              <a:t>Pressione </a:t>
            </a:r>
            <a:r>
              <a:rPr b="1" i="0" lang="pt-BR" sz="1400" u="none" cap="none" strike="noStrike">
                <a:solidFill>
                  <a:srgbClr val="000000"/>
                </a:solidFill>
                <a:latin typeface="Arial"/>
                <a:ea typeface="Arial"/>
                <a:cs typeface="Arial"/>
                <a:sym typeface="Arial"/>
              </a:rPr>
              <a:t>Enter / Retornar</a:t>
            </a:r>
            <a:r>
              <a:rPr b="0" i="0" lang="pt-BR" sz="1400" u="none" cap="none" strike="noStrike">
                <a:solidFill>
                  <a:srgbClr val="000000"/>
                </a:solidFill>
                <a:latin typeface="Arial"/>
                <a:ea typeface="Arial"/>
                <a:cs typeface="Arial"/>
                <a:sym typeface="Arial"/>
              </a:rPr>
              <a:t>.</a:t>
            </a:r>
            <a:endParaRPr/>
          </a:p>
        </p:txBody>
      </p:sp>
      <p:pic>
        <p:nvPicPr>
          <p:cNvPr id="142" name="Google Shape;142;p40"/>
          <p:cNvPicPr preferRelativeResize="0"/>
          <p:nvPr/>
        </p:nvPicPr>
        <p:blipFill rotWithShape="1">
          <a:blip r:embed="rId3">
            <a:alphaModFix/>
          </a:blip>
          <a:srcRect b="0" l="9581" r="0" t="0"/>
          <a:stretch/>
        </p:blipFill>
        <p:spPr>
          <a:xfrm>
            <a:off x="4893325" y="2932386"/>
            <a:ext cx="4145573" cy="2782614"/>
          </a:xfrm>
          <a:prstGeom prst="rect">
            <a:avLst/>
          </a:prstGeom>
          <a:noFill/>
          <a:ln>
            <a:noFill/>
          </a:ln>
        </p:spPr>
      </p:pic>
    </p:spTree>
  </p:cSld>
  <p:clrMapOvr>
    <a:masterClrMapping/>
  </p:clrMapOvr>
  <p:transition spd="slow">
    <p:push/>
  </p:transition>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46" name="Shape 146"/>
        <p:cNvGrpSpPr/>
        <p:nvPr/>
      </p:nvGrpSpPr>
      <p:grpSpPr>
        <a:xfrm>
          <a:off x="0" y="0"/>
          <a:ext cx="0" cy="0"/>
          <a:chOff x="0" y="0"/>
          <a:chExt cx="0" cy="0"/>
        </a:xfrm>
      </p:grpSpPr>
      <p:sp>
        <p:nvSpPr>
          <p:cNvPr id="147" name="Google Shape;147;p7"/>
          <p:cNvSpPr/>
          <p:nvPr/>
        </p:nvSpPr>
        <p:spPr>
          <a:xfrm>
            <a:off x="0" y="0"/>
            <a:ext cx="9144000" cy="1054200"/>
          </a:xfrm>
          <a:prstGeom prst="rect">
            <a:avLst/>
          </a:prstGeom>
          <a:solidFill>
            <a:srgbClr val="FA981B"/>
          </a:solidFill>
          <a:ln cap="flat" cmpd="sng" w="14825">
            <a:solidFill>
              <a:srgbClr val="FA981B"/>
            </a:solidFill>
            <a:prstDash val="solid"/>
            <a:miter lim="800000"/>
            <a:headEnd len="sm" w="sm" type="none"/>
            <a:tailEnd len="sm" w="sm" type="none"/>
          </a:ln>
        </p:spPr>
        <p:txBody>
          <a:bodyPr anchorCtr="0" anchor="ctr" bIns="35550" lIns="71100" spcFirstLastPara="1" rIns="71100" wrap="square" tIns="35550">
            <a:noAutofit/>
          </a:bodyPr>
          <a:lstStyle/>
          <a:p>
            <a:pPr indent="0" lvl="0" marL="0" marR="0" rtl="0" algn="ctr">
              <a:lnSpc>
                <a:spcPct val="100000"/>
              </a:lnSpc>
              <a:spcBef>
                <a:spcPts val="0"/>
              </a:spcBef>
              <a:spcAft>
                <a:spcPts val="0"/>
              </a:spcAft>
              <a:buNone/>
            </a:pPr>
            <a:r>
              <a:rPr b="1" i="0" lang="pt-BR" sz="3600" u="none" cap="none" strike="noStrike">
                <a:solidFill>
                  <a:schemeClr val="lt1"/>
                </a:solidFill>
                <a:latin typeface="Arial"/>
                <a:ea typeface="Arial"/>
                <a:cs typeface="Arial"/>
                <a:sym typeface="Arial"/>
              </a:rPr>
              <a:t>Trabalhando com Textos</a:t>
            </a:r>
            <a:endParaRPr b="1" i="0" sz="3200" u="none" cap="none" strike="noStrike">
              <a:solidFill>
                <a:schemeClr val="lt1"/>
              </a:solidFill>
              <a:latin typeface="Arial"/>
              <a:ea typeface="Arial"/>
              <a:cs typeface="Arial"/>
              <a:sym typeface="Arial"/>
            </a:endParaRPr>
          </a:p>
        </p:txBody>
      </p:sp>
      <p:sp>
        <p:nvSpPr>
          <p:cNvPr id="148" name="Google Shape;148;p7"/>
          <p:cNvSpPr txBox="1"/>
          <p:nvPr/>
        </p:nvSpPr>
        <p:spPr>
          <a:xfrm>
            <a:off x="312682" y="1254572"/>
            <a:ext cx="8652641" cy="160043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pt-BR" sz="1400" u="none" cap="none" strike="noStrike">
                <a:solidFill>
                  <a:srgbClr val="000000"/>
                </a:solidFill>
                <a:latin typeface="Arial"/>
                <a:ea typeface="Arial"/>
                <a:cs typeface="Arial"/>
                <a:sym typeface="Arial"/>
              </a:rPr>
              <a:t>Ao criar </a:t>
            </a:r>
            <a:r>
              <a:rPr b="1" i="0" lang="pt-BR" sz="1400" u="none" cap="none" strike="noStrike">
                <a:solidFill>
                  <a:srgbClr val="000000"/>
                </a:solidFill>
                <a:latin typeface="Arial"/>
                <a:ea typeface="Arial"/>
                <a:cs typeface="Arial"/>
                <a:sym typeface="Arial"/>
              </a:rPr>
              <a:t>logotipos, panfletos, banners ou qualquer arte</a:t>
            </a:r>
            <a:r>
              <a:rPr b="0" i="0" lang="pt-BR" sz="1400" u="none" cap="none" strike="noStrike">
                <a:solidFill>
                  <a:srgbClr val="000000"/>
                </a:solidFill>
                <a:latin typeface="Arial"/>
                <a:ea typeface="Arial"/>
                <a:cs typeface="Arial"/>
                <a:sym typeface="Arial"/>
              </a:rPr>
              <a:t>, você pode adicionar texto de </a:t>
            </a:r>
            <a:r>
              <a:rPr b="1" i="0" lang="pt-BR" sz="1400" u="none" cap="none" strike="noStrike">
                <a:solidFill>
                  <a:srgbClr val="000000"/>
                </a:solidFill>
                <a:latin typeface="Arial"/>
                <a:ea typeface="Arial"/>
                <a:cs typeface="Arial"/>
                <a:sym typeface="Arial"/>
              </a:rPr>
              <a:t>três maneiras diferentes</a:t>
            </a:r>
            <a:r>
              <a:rPr b="0" i="0" lang="pt-BR" sz="1400" u="none" cap="none" strike="noStrike">
                <a:solidFill>
                  <a:srgbClr val="000000"/>
                </a:solidFill>
                <a:latin typeface="Arial"/>
                <a:ea typeface="Arial"/>
                <a:cs typeface="Arial"/>
                <a:sym typeface="Arial"/>
              </a:rPr>
              <a:t>:</a:t>
            </a:r>
            <a:endParaRPr/>
          </a:p>
          <a:p>
            <a:pPr indent="-88900" lvl="0" marL="0" marR="0" rtl="0" algn="l">
              <a:lnSpc>
                <a:spcPct val="100000"/>
              </a:lnSpc>
              <a:spcBef>
                <a:spcPts val="0"/>
              </a:spcBef>
              <a:spcAft>
                <a:spcPts val="0"/>
              </a:spcAft>
              <a:buClr>
                <a:srgbClr val="000000"/>
              </a:buClr>
              <a:buSzPts val="1400"/>
              <a:buFont typeface="Arial"/>
              <a:buAutoNum type="arabicPeriod"/>
            </a:pPr>
            <a:r>
              <a:rPr b="1" i="0" lang="pt-BR" sz="1400" u="none" cap="none" strike="noStrike">
                <a:solidFill>
                  <a:srgbClr val="000000"/>
                </a:solidFill>
                <a:latin typeface="Arial"/>
                <a:ea typeface="Arial"/>
                <a:cs typeface="Arial"/>
                <a:sym typeface="Arial"/>
              </a:rPr>
              <a:t>Texto em ponto</a:t>
            </a:r>
            <a:endParaRPr b="0" i="0" sz="1400" u="none" cap="none" strike="noStrike">
              <a:solidFill>
                <a:srgbClr val="000000"/>
              </a:solidFill>
              <a:latin typeface="Arial"/>
              <a:ea typeface="Arial"/>
              <a:cs typeface="Arial"/>
              <a:sym typeface="Arial"/>
            </a:endParaRPr>
          </a:p>
          <a:p>
            <a:pPr indent="-88900" lvl="0" marL="0" marR="0" rtl="0" algn="l">
              <a:lnSpc>
                <a:spcPct val="100000"/>
              </a:lnSpc>
              <a:spcBef>
                <a:spcPts val="0"/>
              </a:spcBef>
              <a:spcAft>
                <a:spcPts val="0"/>
              </a:spcAft>
              <a:buClr>
                <a:srgbClr val="000000"/>
              </a:buClr>
              <a:buSzPts val="1400"/>
              <a:buFont typeface="Arial"/>
              <a:buAutoNum type="arabicPeriod"/>
            </a:pPr>
            <a:r>
              <a:rPr b="1" i="0" lang="pt-BR" sz="1400" u="none" cap="none" strike="noStrike">
                <a:solidFill>
                  <a:srgbClr val="000000"/>
                </a:solidFill>
                <a:latin typeface="Arial"/>
                <a:ea typeface="Arial"/>
                <a:cs typeface="Arial"/>
                <a:sym typeface="Arial"/>
              </a:rPr>
              <a:t>Texto em área</a:t>
            </a:r>
            <a:endParaRPr b="0" i="0" sz="1400" u="none" cap="none" strike="noStrike">
              <a:solidFill>
                <a:srgbClr val="000000"/>
              </a:solidFill>
              <a:latin typeface="Arial"/>
              <a:ea typeface="Arial"/>
              <a:cs typeface="Arial"/>
              <a:sym typeface="Arial"/>
            </a:endParaRPr>
          </a:p>
          <a:p>
            <a:pPr indent="-88900" lvl="0" marL="0" marR="0" rtl="0" algn="l">
              <a:lnSpc>
                <a:spcPct val="100000"/>
              </a:lnSpc>
              <a:spcBef>
                <a:spcPts val="0"/>
              </a:spcBef>
              <a:spcAft>
                <a:spcPts val="0"/>
              </a:spcAft>
              <a:buClr>
                <a:srgbClr val="000000"/>
              </a:buClr>
              <a:buSzPts val="1400"/>
              <a:buFont typeface="Arial"/>
              <a:buAutoNum type="arabicPeriod"/>
            </a:pPr>
            <a:r>
              <a:rPr b="1" i="0" lang="pt-BR" sz="1400" u="none" cap="none" strike="noStrike">
                <a:solidFill>
                  <a:srgbClr val="000000"/>
                </a:solidFill>
                <a:latin typeface="Arial"/>
                <a:ea typeface="Arial"/>
                <a:cs typeface="Arial"/>
                <a:sym typeface="Arial"/>
              </a:rPr>
              <a:t>Texto em caminho</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pt-BR" sz="1400" u="none" cap="none" strike="noStrike">
                <a:solidFill>
                  <a:srgbClr val="000000"/>
                </a:solidFill>
                <a:latin typeface="Arial"/>
                <a:ea typeface="Arial"/>
                <a:cs typeface="Arial"/>
                <a:sym typeface="Arial"/>
              </a:rPr>
              <a:t>Também é possível </a:t>
            </a:r>
            <a:r>
              <a:rPr b="1" i="0" lang="pt-BR" sz="1400" u="none" cap="none" strike="noStrike">
                <a:solidFill>
                  <a:srgbClr val="000000"/>
                </a:solidFill>
                <a:latin typeface="Arial"/>
                <a:ea typeface="Arial"/>
                <a:cs typeface="Arial"/>
                <a:sym typeface="Arial"/>
              </a:rPr>
              <a:t>excluir objetos de texto vazios</a:t>
            </a:r>
            <a:r>
              <a:rPr b="0" i="0" lang="pt-BR" sz="1400" u="none" cap="none" strike="noStrike">
                <a:solidFill>
                  <a:srgbClr val="000000"/>
                </a:solidFill>
                <a:latin typeface="Arial"/>
                <a:ea typeface="Arial"/>
                <a:cs typeface="Arial"/>
                <a:sym typeface="Arial"/>
              </a:rPr>
              <a:t>, remover textos de espaço reservado, preencher apenas objetos selecionados e </a:t>
            </a:r>
            <a:r>
              <a:rPr b="1" i="0" lang="pt-BR" sz="1400" u="none" cap="none" strike="noStrike">
                <a:solidFill>
                  <a:srgbClr val="000000"/>
                </a:solidFill>
                <a:latin typeface="Arial"/>
                <a:ea typeface="Arial"/>
                <a:cs typeface="Arial"/>
                <a:sym typeface="Arial"/>
              </a:rPr>
              <a:t>quebrar textos</a:t>
            </a:r>
            <a:r>
              <a:rPr b="0" i="0" lang="pt-BR" sz="1400" u="none" cap="none" strike="noStrike">
                <a:solidFill>
                  <a:srgbClr val="000000"/>
                </a:solidFill>
                <a:latin typeface="Arial"/>
                <a:ea typeface="Arial"/>
                <a:cs typeface="Arial"/>
                <a:sym typeface="Arial"/>
              </a:rPr>
              <a:t>.</a:t>
            </a:r>
            <a:endParaRPr/>
          </a:p>
        </p:txBody>
      </p:sp>
      <p:pic>
        <p:nvPicPr>
          <p:cNvPr id="149" name="Google Shape;149;p7"/>
          <p:cNvPicPr preferRelativeResize="0"/>
          <p:nvPr/>
        </p:nvPicPr>
        <p:blipFill rotWithShape="1">
          <a:blip r:embed="rId3">
            <a:alphaModFix/>
          </a:blip>
          <a:srcRect b="0" l="0" r="0" t="0"/>
          <a:stretch/>
        </p:blipFill>
        <p:spPr>
          <a:xfrm>
            <a:off x="5654566" y="3243232"/>
            <a:ext cx="3026479" cy="1936434"/>
          </a:xfrm>
          <a:prstGeom prst="rect">
            <a:avLst/>
          </a:prstGeom>
          <a:noFill/>
          <a:ln>
            <a:noFill/>
          </a:ln>
        </p:spPr>
      </p:pic>
    </p:spTree>
  </p:cSld>
  <p:clrMapOvr>
    <a:masterClrMapping/>
  </p:clrMapOvr>
  <p:transition spd="slow">
    <p:push/>
  </p:transition>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53" name="Shape 153"/>
        <p:cNvGrpSpPr/>
        <p:nvPr/>
      </p:nvGrpSpPr>
      <p:grpSpPr>
        <a:xfrm>
          <a:off x="0" y="0"/>
          <a:ext cx="0" cy="0"/>
          <a:chOff x="0" y="0"/>
          <a:chExt cx="0" cy="0"/>
        </a:xfrm>
      </p:grpSpPr>
      <p:sp>
        <p:nvSpPr>
          <p:cNvPr id="154" name="Google Shape;154;p41"/>
          <p:cNvSpPr/>
          <p:nvPr/>
        </p:nvSpPr>
        <p:spPr>
          <a:xfrm>
            <a:off x="0" y="0"/>
            <a:ext cx="9144000" cy="1054200"/>
          </a:xfrm>
          <a:prstGeom prst="rect">
            <a:avLst/>
          </a:prstGeom>
          <a:solidFill>
            <a:srgbClr val="FA981B"/>
          </a:solidFill>
          <a:ln cap="flat" cmpd="sng" w="14825">
            <a:solidFill>
              <a:srgbClr val="FA981B"/>
            </a:solidFill>
            <a:prstDash val="solid"/>
            <a:miter lim="800000"/>
            <a:headEnd len="sm" w="sm" type="none"/>
            <a:tailEnd len="sm" w="sm" type="none"/>
          </a:ln>
        </p:spPr>
        <p:txBody>
          <a:bodyPr anchorCtr="0" anchor="ctr" bIns="35550" lIns="71100" spcFirstLastPara="1" rIns="71100" wrap="square" tIns="35550">
            <a:noAutofit/>
          </a:bodyPr>
          <a:lstStyle/>
          <a:p>
            <a:pPr indent="0" lvl="0" marL="0" marR="0" rtl="0" algn="ctr">
              <a:lnSpc>
                <a:spcPct val="100000"/>
              </a:lnSpc>
              <a:spcBef>
                <a:spcPts val="0"/>
              </a:spcBef>
              <a:spcAft>
                <a:spcPts val="0"/>
              </a:spcAft>
              <a:buNone/>
            </a:pPr>
            <a:r>
              <a:rPr b="1" i="0" lang="pt-BR" sz="3600" u="none" cap="none" strike="noStrike">
                <a:solidFill>
                  <a:schemeClr val="lt1"/>
                </a:solidFill>
                <a:latin typeface="Arial"/>
                <a:ea typeface="Arial"/>
                <a:cs typeface="Arial"/>
                <a:sym typeface="Arial"/>
              </a:rPr>
              <a:t>Trabalhando com Textos</a:t>
            </a:r>
            <a:endParaRPr b="1" i="0" sz="3200" u="none" cap="none" strike="noStrike">
              <a:solidFill>
                <a:schemeClr val="lt1"/>
              </a:solidFill>
              <a:latin typeface="Arial"/>
              <a:ea typeface="Arial"/>
              <a:cs typeface="Arial"/>
              <a:sym typeface="Arial"/>
            </a:endParaRPr>
          </a:p>
        </p:txBody>
      </p:sp>
      <p:sp>
        <p:nvSpPr>
          <p:cNvPr id="155" name="Google Shape;155;p41"/>
          <p:cNvSpPr txBox="1"/>
          <p:nvPr/>
        </p:nvSpPr>
        <p:spPr>
          <a:xfrm>
            <a:off x="520554" y="1398143"/>
            <a:ext cx="7128641" cy="181588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pt-BR" sz="1400" u="none" cap="none" strike="noStrike">
                <a:solidFill>
                  <a:srgbClr val="000000"/>
                </a:solidFill>
                <a:latin typeface="Arial"/>
                <a:ea typeface="Arial"/>
                <a:cs typeface="Arial"/>
                <a:sym typeface="Arial"/>
              </a:rPr>
              <a:t>Inserir Texto em um Ponto</a:t>
            </a:r>
            <a:endParaRPr/>
          </a:p>
          <a:p>
            <a:pPr indent="-88900" lvl="0" marL="0" marR="0" rtl="0" algn="l">
              <a:lnSpc>
                <a:spcPct val="100000"/>
              </a:lnSpc>
              <a:spcBef>
                <a:spcPts val="0"/>
              </a:spcBef>
              <a:spcAft>
                <a:spcPts val="0"/>
              </a:spcAft>
              <a:buClr>
                <a:srgbClr val="000000"/>
              </a:buClr>
              <a:buSzPts val="1400"/>
              <a:buFont typeface="Arial"/>
              <a:buChar char="•"/>
            </a:pPr>
            <a:r>
              <a:rPr b="0" i="0" lang="pt-BR" sz="1400" u="none" cap="none" strike="noStrike">
                <a:solidFill>
                  <a:srgbClr val="000000"/>
                </a:solidFill>
                <a:latin typeface="Arial"/>
                <a:ea typeface="Arial"/>
                <a:cs typeface="Arial"/>
                <a:sym typeface="Arial"/>
              </a:rPr>
              <a:t> É uma </a:t>
            </a:r>
            <a:r>
              <a:rPr b="1" i="0" lang="pt-BR" sz="1400" u="none" cap="none" strike="noStrike">
                <a:solidFill>
                  <a:srgbClr val="000000"/>
                </a:solidFill>
                <a:latin typeface="Arial"/>
                <a:ea typeface="Arial"/>
                <a:cs typeface="Arial"/>
                <a:sym typeface="Arial"/>
              </a:rPr>
              <a:t>linha de texto</a:t>
            </a:r>
            <a:r>
              <a:rPr b="0" i="0" lang="pt-BR" sz="1400" u="none" cap="none" strike="noStrike">
                <a:solidFill>
                  <a:srgbClr val="000000"/>
                </a:solidFill>
                <a:latin typeface="Arial"/>
                <a:ea typeface="Arial"/>
                <a:cs typeface="Arial"/>
                <a:sym typeface="Arial"/>
              </a:rPr>
              <a:t> que começa onde você clica e cresce à medida que digita.</a:t>
            </a:r>
            <a:endParaRPr/>
          </a:p>
          <a:p>
            <a:pPr indent="-88900" lvl="0" marL="0" marR="0" rtl="0" algn="l">
              <a:lnSpc>
                <a:spcPct val="100000"/>
              </a:lnSpc>
              <a:spcBef>
                <a:spcPts val="0"/>
              </a:spcBef>
              <a:spcAft>
                <a:spcPts val="0"/>
              </a:spcAft>
              <a:buClr>
                <a:srgbClr val="000000"/>
              </a:buClr>
              <a:buSzPts val="1400"/>
              <a:buFont typeface="Arial"/>
              <a:buChar char="•"/>
            </a:pPr>
            <a:r>
              <a:rPr b="0" i="0" lang="pt-BR" sz="1400" u="none" cap="none" strike="noStrike">
                <a:solidFill>
                  <a:srgbClr val="000000"/>
                </a:solidFill>
                <a:latin typeface="Arial"/>
                <a:ea typeface="Arial"/>
                <a:cs typeface="Arial"/>
                <a:sym typeface="Arial"/>
              </a:rPr>
              <a:t> Cada linha é independente → não há quebra automática para a próxima linha.</a:t>
            </a:r>
            <a:endParaRPr/>
          </a:p>
          <a:p>
            <a:pPr indent="0" lvl="0" marL="0" marR="0" rtl="0" algn="l">
              <a:lnSpc>
                <a:spcPct val="100000"/>
              </a:lnSpc>
              <a:spcBef>
                <a:spcPts val="0"/>
              </a:spcBef>
              <a:spcAft>
                <a:spcPts val="0"/>
              </a:spcAft>
              <a:buClr>
                <a:srgbClr val="000000"/>
              </a:buClr>
              <a:buSzPts val="1400"/>
              <a:buFont typeface="Arial"/>
              <a:buNone/>
            </a:pPr>
            <a:r>
              <a:rPr b="1" i="0" lang="pt-BR" sz="1400" u="none" cap="none" strike="noStrike">
                <a:solidFill>
                  <a:srgbClr val="000000"/>
                </a:solidFill>
                <a:latin typeface="Arial"/>
                <a:ea typeface="Arial"/>
                <a:cs typeface="Arial"/>
                <a:sym typeface="Arial"/>
              </a:rPr>
              <a:t>Como usar:</a:t>
            </a:r>
            <a:endParaRPr/>
          </a:p>
          <a:p>
            <a:pPr indent="-88900" lvl="0" marL="0" marR="0" rtl="0" algn="l">
              <a:lnSpc>
                <a:spcPct val="100000"/>
              </a:lnSpc>
              <a:spcBef>
                <a:spcPts val="0"/>
              </a:spcBef>
              <a:spcAft>
                <a:spcPts val="0"/>
              </a:spcAft>
              <a:buClr>
                <a:srgbClr val="000000"/>
              </a:buClr>
              <a:buSzPts val="1400"/>
              <a:buFont typeface="Arial"/>
              <a:buAutoNum type="arabicPeriod"/>
            </a:pPr>
            <a:r>
              <a:rPr b="0" i="0" lang="pt-BR" sz="1400" u="none" cap="none" strike="noStrike">
                <a:solidFill>
                  <a:srgbClr val="000000"/>
                </a:solidFill>
                <a:latin typeface="Arial"/>
                <a:ea typeface="Arial"/>
                <a:cs typeface="Arial"/>
                <a:sym typeface="Arial"/>
              </a:rPr>
              <a:t> Selecione a </a:t>
            </a:r>
            <a:r>
              <a:rPr b="1" i="0" lang="pt-BR" sz="1400" u="none" cap="none" strike="noStrike">
                <a:solidFill>
                  <a:srgbClr val="000000"/>
                </a:solidFill>
                <a:latin typeface="Arial"/>
                <a:ea typeface="Arial"/>
                <a:cs typeface="Arial"/>
                <a:sym typeface="Arial"/>
              </a:rPr>
              <a:t>Ferramenta Texto (T)</a:t>
            </a:r>
            <a:r>
              <a:rPr b="0" i="0" lang="pt-BR" sz="1400" u="none" cap="none" strike="noStrike">
                <a:solidFill>
                  <a:srgbClr val="000000"/>
                </a:solidFill>
                <a:latin typeface="Arial"/>
                <a:ea typeface="Arial"/>
                <a:cs typeface="Arial"/>
                <a:sym typeface="Arial"/>
              </a:rPr>
              <a:t> ou </a:t>
            </a:r>
            <a:r>
              <a:rPr b="1" i="0" lang="pt-BR" sz="1400" u="none" cap="none" strike="noStrike">
                <a:solidFill>
                  <a:srgbClr val="000000"/>
                </a:solidFill>
                <a:latin typeface="Arial"/>
                <a:ea typeface="Arial"/>
                <a:cs typeface="Arial"/>
                <a:sym typeface="Arial"/>
              </a:rPr>
              <a:t>Texto Vertical</a:t>
            </a:r>
            <a:r>
              <a:rPr b="0" i="0" lang="pt-BR" sz="1400" u="none" cap="none" strike="noStrike">
                <a:solidFill>
                  <a:srgbClr val="000000"/>
                </a:solidFill>
                <a:latin typeface="Arial"/>
                <a:ea typeface="Arial"/>
                <a:cs typeface="Arial"/>
                <a:sym typeface="Arial"/>
              </a:rPr>
              <a:t>.</a:t>
            </a:r>
            <a:endParaRPr/>
          </a:p>
          <a:p>
            <a:pPr indent="-88900" lvl="0" marL="0" marR="0" rtl="0" algn="l">
              <a:lnSpc>
                <a:spcPct val="100000"/>
              </a:lnSpc>
              <a:spcBef>
                <a:spcPts val="0"/>
              </a:spcBef>
              <a:spcAft>
                <a:spcPts val="0"/>
              </a:spcAft>
              <a:buClr>
                <a:srgbClr val="000000"/>
              </a:buClr>
              <a:buSzPts val="1400"/>
              <a:buFont typeface="Arial"/>
              <a:buAutoNum type="arabicPeriod"/>
            </a:pPr>
            <a:r>
              <a:rPr b="1" i="0" lang="pt-BR" sz="1400" u="none" cap="none" strike="noStrike">
                <a:solidFill>
                  <a:srgbClr val="000000"/>
                </a:solidFill>
                <a:latin typeface="Arial"/>
                <a:ea typeface="Arial"/>
                <a:cs typeface="Arial"/>
                <a:sym typeface="Arial"/>
              </a:rPr>
              <a:t> Clique</a:t>
            </a:r>
            <a:r>
              <a:rPr b="0" i="0" lang="pt-BR" sz="1400" u="none" cap="none" strike="noStrike">
                <a:solidFill>
                  <a:srgbClr val="000000"/>
                </a:solidFill>
                <a:latin typeface="Arial"/>
                <a:ea typeface="Arial"/>
                <a:cs typeface="Arial"/>
                <a:sym typeface="Arial"/>
              </a:rPr>
              <a:t> em qualquer lugar da arte → insira seu texto.</a:t>
            </a:r>
            <a:endParaRPr/>
          </a:p>
          <a:p>
            <a:pPr indent="-88900" lvl="0" marL="0" marR="0" rtl="0" algn="l">
              <a:lnSpc>
                <a:spcPct val="100000"/>
              </a:lnSpc>
              <a:spcBef>
                <a:spcPts val="0"/>
              </a:spcBef>
              <a:spcAft>
                <a:spcPts val="0"/>
              </a:spcAft>
              <a:buClr>
                <a:srgbClr val="000000"/>
              </a:buClr>
              <a:buSzPts val="1400"/>
              <a:buFont typeface="Arial"/>
              <a:buAutoNum type="arabicPeriod"/>
            </a:pPr>
            <a:r>
              <a:rPr b="0" i="0" lang="pt-BR" sz="1400" u="none" cap="none" strike="noStrike">
                <a:solidFill>
                  <a:srgbClr val="000000"/>
                </a:solidFill>
                <a:latin typeface="Arial"/>
                <a:ea typeface="Arial"/>
                <a:cs typeface="Arial"/>
                <a:sym typeface="Arial"/>
              </a:rPr>
              <a:t> Pressione </a:t>
            </a:r>
            <a:r>
              <a:rPr b="1" i="0" lang="pt-BR" sz="1400" u="none" cap="none" strike="noStrike">
                <a:solidFill>
                  <a:srgbClr val="000000"/>
                </a:solidFill>
                <a:latin typeface="Arial"/>
                <a:ea typeface="Arial"/>
                <a:cs typeface="Arial"/>
                <a:sym typeface="Arial"/>
              </a:rPr>
              <a:t>Enter / Return</a:t>
            </a:r>
            <a:r>
              <a:rPr b="0" i="0" lang="pt-BR" sz="1400" u="none" cap="none" strike="noStrike">
                <a:solidFill>
                  <a:srgbClr val="000000"/>
                </a:solidFill>
                <a:latin typeface="Arial"/>
                <a:ea typeface="Arial"/>
                <a:cs typeface="Arial"/>
                <a:sym typeface="Arial"/>
              </a:rPr>
              <a:t> → inicia uma nova linha </a:t>
            </a:r>
            <a:r>
              <a:rPr b="1" i="0" lang="pt-BR" sz="1400" u="none" cap="none" strike="noStrike">
                <a:solidFill>
                  <a:srgbClr val="000000"/>
                </a:solidFill>
                <a:latin typeface="Arial"/>
                <a:ea typeface="Arial"/>
                <a:cs typeface="Arial"/>
                <a:sym typeface="Arial"/>
              </a:rPr>
              <a:t>no mesmo objeto de texto</a:t>
            </a:r>
            <a:r>
              <a:rPr b="0" i="0" lang="pt-BR" sz="1400" u="none" cap="none" strike="noStrike">
                <a:solidFill>
                  <a:srgbClr val="000000"/>
                </a:solidFill>
                <a:latin typeface="Arial"/>
                <a:ea typeface="Arial"/>
                <a:cs typeface="Arial"/>
                <a:sym typeface="Arial"/>
              </a:rPr>
              <a:t>.</a:t>
            </a:r>
            <a:endParaRPr/>
          </a:p>
          <a:p>
            <a:pPr indent="-88900" lvl="0" marL="0" marR="0" rtl="0" algn="l">
              <a:lnSpc>
                <a:spcPct val="100000"/>
              </a:lnSpc>
              <a:spcBef>
                <a:spcPts val="0"/>
              </a:spcBef>
              <a:spcAft>
                <a:spcPts val="0"/>
              </a:spcAft>
              <a:buClr>
                <a:srgbClr val="000000"/>
              </a:buClr>
              <a:buSzPts val="1400"/>
              <a:buFont typeface="Arial"/>
              <a:buAutoNum type="arabicPeriod"/>
            </a:pPr>
            <a:r>
              <a:rPr b="0" i="0" lang="pt-BR" sz="1400" u="none" cap="none" strike="noStrike">
                <a:solidFill>
                  <a:srgbClr val="000000"/>
                </a:solidFill>
                <a:latin typeface="Arial"/>
                <a:ea typeface="Arial"/>
                <a:cs typeface="Arial"/>
                <a:sym typeface="Arial"/>
              </a:rPr>
              <a:t> Para selecionar o texto ou mover o objeto → use a </a:t>
            </a:r>
            <a:r>
              <a:rPr b="1" i="0" lang="pt-BR" sz="1400" u="none" cap="none" strike="noStrike">
                <a:solidFill>
                  <a:srgbClr val="000000"/>
                </a:solidFill>
                <a:latin typeface="Arial"/>
                <a:ea typeface="Arial"/>
                <a:cs typeface="Arial"/>
                <a:sym typeface="Arial"/>
              </a:rPr>
              <a:t>Ferramenta Seleção (V)</a:t>
            </a:r>
            <a:r>
              <a:rPr b="0" i="0" lang="pt-BR" sz="1400" u="none" cap="none" strike="noStrike">
                <a:solidFill>
                  <a:srgbClr val="000000"/>
                </a:solidFill>
                <a:latin typeface="Arial"/>
                <a:ea typeface="Arial"/>
                <a:cs typeface="Arial"/>
                <a:sym typeface="Arial"/>
              </a:rPr>
              <a:t>.</a:t>
            </a:r>
            <a:endParaRPr/>
          </a:p>
        </p:txBody>
      </p:sp>
      <p:pic>
        <p:nvPicPr>
          <p:cNvPr id="156" name="Google Shape;156;p41"/>
          <p:cNvPicPr preferRelativeResize="0"/>
          <p:nvPr/>
        </p:nvPicPr>
        <p:blipFill rotWithShape="1">
          <a:blip r:embed="rId3">
            <a:alphaModFix/>
          </a:blip>
          <a:srcRect b="0" l="0" r="0" t="0"/>
          <a:stretch/>
        </p:blipFill>
        <p:spPr>
          <a:xfrm>
            <a:off x="6333066" y="4123045"/>
            <a:ext cx="2916237" cy="1591955"/>
          </a:xfrm>
          <a:prstGeom prst="rect">
            <a:avLst/>
          </a:prstGeom>
          <a:noFill/>
          <a:ln>
            <a:noFill/>
          </a:ln>
        </p:spPr>
      </p:pic>
    </p:spTree>
  </p:cSld>
  <p:clrMapOvr>
    <a:masterClrMapping/>
  </p:clrMapOvr>
  <p:transition spd="slow">
    <p:push/>
  </p:transition>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60" name="Shape 160"/>
        <p:cNvGrpSpPr/>
        <p:nvPr/>
      </p:nvGrpSpPr>
      <p:grpSpPr>
        <a:xfrm>
          <a:off x="0" y="0"/>
          <a:ext cx="0" cy="0"/>
          <a:chOff x="0" y="0"/>
          <a:chExt cx="0" cy="0"/>
        </a:xfrm>
      </p:grpSpPr>
      <p:pic>
        <p:nvPicPr>
          <p:cNvPr id="161" name="Google Shape;161;p42"/>
          <p:cNvPicPr preferRelativeResize="0"/>
          <p:nvPr/>
        </p:nvPicPr>
        <p:blipFill rotWithShape="1">
          <a:blip r:embed="rId3">
            <a:alphaModFix/>
          </a:blip>
          <a:srcRect b="7615" l="13510" r="13227" t="15242"/>
          <a:stretch/>
        </p:blipFill>
        <p:spPr>
          <a:xfrm>
            <a:off x="6378221" y="3318933"/>
            <a:ext cx="2923823" cy="2483555"/>
          </a:xfrm>
          <a:prstGeom prst="rect">
            <a:avLst/>
          </a:prstGeom>
          <a:noFill/>
          <a:ln>
            <a:noFill/>
          </a:ln>
        </p:spPr>
      </p:pic>
      <p:sp>
        <p:nvSpPr>
          <p:cNvPr id="162" name="Google Shape;162;p42"/>
          <p:cNvSpPr/>
          <p:nvPr/>
        </p:nvSpPr>
        <p:spPr>
          <a:xfrm>
            <a:off x="0" y="0"/>
            <a:ext cx="9144000" cy="1054200"/>
          </a:xfrm>
          <a:prstGeom prst="rect">
            <a:avLst/>
          </a:prstGeom>
          <a:solidFill>
            <a:srgbClr val="FA981B"/>
          </a:solidFill>
          <a:ln cap="flat" cmpd="sng" w="14825">
            <a:solidFill>
              <a:srgbClr val="FA981B"/>
            </a:solidFill>
            <a:prstDash val="solid"/>
            <a:miter lim="800000"/>
            <a:headEnd len="sm" w="sm" type="none"/>
            <a:tailEnd len="sm" w="sm" type="none"/>
          </a:ln>
        </p:spPr>
        <p:txBody>
          <a:bodyPr anchorCtr="0" anchor="ctr" bIns="35550" lIns="71100" spcFirstLastPara="1" rIns="71100" wrap="square" tIns="35550">
            <a:noAutofit/>
          </a:bodyPr>
          <a:lstStyle/>
          <a:p>
            <a:pPr indent="0" lvl="0" marL="0" marR="0" rtl="0" algn="ctr">
              <a:lnSpc>
                <a:spcPct val="100000"/>
              </a:lnSpc>
              <a:spcBef>
                <a:spcPts val="0"/>
              </a:spcBef>
              <a:spcAft>
                <a:spcPts val="0"/>
              </a:spcAft>
              <a:buNone/>
            </a:pPr>
            <a:r>
              <a:rPr b="1" i="0" lang="pt-BR" sz="3600" u="none" cap="none" strike="noStrike">
                <a:solidFill>
                  <a:schemeClr val="lt1"/>
                </a:solidFill>
                <a:latin typeface="Arial"/>
                <a:ea typeface="Arial"/>
                <a:cs typeface="Arial"/>
                <a:sym typeface="Arial"/>
              </a:rPr>
              <a:t>Trabalhando com Textos</a:t>
            </a:r>
            <a:endParaRPr b="1" i="0" sz="3200" u="none" cap="none" strike="noStrike">
              <a:solidFill>
                <a:schemeClr val="lt1"/>
              </a:solidFill>
              <a:latin typeface="Arial"/>
              <a:ea typeface="Arial"/>
              <a:cs typeface="Arial"/>
              <a:sym typeface="Arial"/>
            </a:endParaRPr>
          </a:p>
        </p:txBody>
      </p:sp>
      <p:sp>
        <p:nvSpPr>
          <p:cNvPr id="163" name="Google Shape;163;p42"/>
          <p:cNvSpPr txBox="1"/>
          <p:nvPr/>
        </p:nvSpPr>
        <p:spPr>
          <a:xfrm>
            <a:off x="90311" y="1054200"/>
            <a:ext cx="7212724" cy="267765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pt-BR" sz="1400" u="none" cap="none" strike="noStrike">
                <a:solidFill>
                  <a:srgbClr val="000000"/>
                </a:solidFill>
                <a:latin typeface="Arial"/>
                <a:ea typeface="Arial"/>
                <a:cs typeface="Arial"/>
                <a:sym typeface="Arial"/>
              </a:rPr>
              <a:t>Inserir Texto em uma Área</a:t>
            </a:r>
            <a:endParaRPr/>
          </a:p>
          <a:p>
            <a:pPr indent="-88900" lvl="0" marL="0" marR="0" rtl="0" algn="l">
              <a:lnSpc>
                <a:spcPct val="100000"/>
              </a:lnSpc>
              <a:spcBef>
                <a:spcPts val="0"/>
              </a:spcBef>
              <a:spcAft>
                <a:spcPts val="0"/>
              </a:spcAft>
              <a:buClr>
                <a:srgbClr val="000000"/>
              </a:buClr>
              <a:buSzPts val="1400"/>
              <a:buFont typeface="Arial"/>
              <a:buChar char="•"/>
            </a:pPr>
            <a:r>
              <a:rPr b="0" i="0" lang="pt-BR" sz="1400" u="none" cap="none" strike="noStrike">
                <a:solidFill>
                  <a:srgbClr val="000000"/>
                </a:solidFill>
                <a:latin typeface="Arial"/>
                <a:ea typeface="Arial"/>
                <a:cs typeface="Arial"/>
                <a:sym typeface="Arial"/>
              </a:rPr>
              <a:t> Também chamado de </a:t>
            </a:r>
            <a:r>
              <a:rPr b="1" i="0" lang="pt-BR" sz="1400" u="none" cap="none" strike="noStrike">
                <a:solidFill>
                  <a:srgbClr val="000000"/>
                </a:solidFill>
                <a:latin typeface="Arial"/>
                <a:ea typeface="Arial"/>
                <a:cs typeface="Arial"/>
                <a:sym typeface="Arial"/>
              </a:rPr>
              <a:t>Texto de Parágrafo</a:t>
            </a:r>
            <a:r>
              <a:rPr b="0" i="0" lang="pt-BR" sz="1400" u="none" cap="none" strike="noStrike">
                <a:solidFill>
                  <a:srgbClr val="000000"/>
                </a:solidFill>
                <a:latin typeface="Arial"/>
                <a:ea typeface="Arial"/>
                <a:cs typeface="Arial"/>
                <a:sym typeface="Arial"/>
              </a:rPr>
              <a:t>.</a:t>
            </a:r>
            <a:endParaRPr/>
          </a:p>
          <a:p>
            <a:pPr indent="-88900" lvl="0" marL="0" marR="0" rtl="0" algn="l">
              <a:lnSpc>
                <a:spcPct val="100000"/>
              </a:lnSpc>
              <a:spcBef>
                <a:spcPts val="0"/>
              </a:spcBef>
              <a:spcAft>
                <a:spcPts val="0"/>
              </a:spcAft>
              <a:buClr>
                <a:srgbClr val="000000"/>
              </a:buClr>
              <a:buSzPts val="1400"/>
              <a:buFont typeface="Arial"/>
              <a:buChar char="•"/>
            </a:pPr>
            <a:r>
              <a:rPr b="0" i="0" lang="pt-BR" sz="1400" u="none" cap="none" strike="noStrike">
                <a:solidFill>
                  <a:srgbClr val="000000"/>
                </a:solidFill>
                <a:latin typeface="Arial"/>
                <a:ea typeface="Arial"/>
                <a:cs typeface="Arial"/>
                <a:sym typeface="Arial"/>
              </a:rPr>
              <a:t> O texto é limitado pelo </a:t>
            </a:r>
            <a:r>
              <a:rPr b="1" i="0" lang="pt-BR" sz="1400" u="none" cap="none" strike="noStrike">
                <a:solidFill>
                  <a:srgbClr val="000000"/>
                </a:solidFill>
                <a:latin typeface="Arial"/>
                <a:ea typeface="Arial"/>
                <a:cs typeface="Arial"/>
                <a:sym typeface="Arial"/>
              </a:rPr>
              <a:t>tamanho de um objeto</a:t>
            </a:r>
            <a:r>
              <a:rPr b="0" i="0" lang="pt-BR" sz="1400" u="none" cap="none" strike="noStrike">
                <a:solidFill>
                  <a:srgbClr val="000000"/>
                </a:solidFill>
                <a:latin typeface="Arial"/>
                <a:ea typeface="Arial"/>
                <a:cs typeface="Arial"/>
                <a:sym typeface="Arial"/>
              </a:rPr>
              <a:t>, quebrando automaticamente ao atingir as bordas.</a:t>
            </a:r>
            <a:endParaRPr/>
          </a:p>
          <a:p>
            <a:pPr indent="0" lvl="0" marL="0" marR="0" rtl="0" algn="l">
              <a:lnSpc>
                <a:spcPct val="100000"/>
              </a:lnSpc>
              <a:spcBef>
                <a:spcPts val="0"/>
              </a:spcBef>
              <a:spcAft>
                <a:spcPts val="0"/>
              </a:spcAft>
              <a:buClr>
                <a:srgbClr val="000000"/>
              </a:buClr>
              <a:buSzPts val="1400"/>
              <a:buFont typeface="Arial"/>
              <a:buNone/>
            </a:pPr>
            <a:r>
              <a:rPr b="1" i="0" lang="pt-BR" sz="1400" u="none" cap="none" strike="noStrike">
                <a:solidFill>
                  <a:srgbClr val="000000"/>
                </a:solidFill>
                <a:latin typeface="Arial"/>
                <a:ea typeface="Arial"/>
                <a:cs typeface="Arial"/>
                <a:sym typeface="Arial"/>
              </a:rPr>
              <a:t>Como usar:</a:t>
            </a:r>
            <a:endParaRPr/>
          </a:p>
          <a:p>
            <a:pPr indent="0" lvl="0" marL="0" marR="0" rtl="0" algn="l">
              <a:lnSpc>
                <a:spcPct val="100000"/>
              </a:lnSpc>
              <a:spcBef>
                <a:spcPts val="0"/>
              </a:spcBef>
              <a:spcAft>
                <a:spcPts val="0"/>
              </a:spcAft>
              <a:buClr>
                <a:srgbClr val="000000"/>
              </a:buClr>
              <a:buSzPts val="1400"/>
              <a:buFont typeface="Arial"/>
              <a:buNone/>
            </a:pPr>
            <a:r>
              <a:rPr b="1" i="0" lang="pt-BR" sz="1400" u="none" cap="none" strike="noStrike">
                <a:solidFill>
                  <a:srgbClr val="000000"/>
                </a:solidFill>
                <a:latin typeface="Arial"/>
                <a:ea typeface="Arial"/>
                <a:cs typeface="Arial"/>
                <a:sym typeface="Arial"/>
              </a:rPr>
              <a:t>1. Use o Mouse Para Clicar E Arrastar Criando uma Seleção/Caixa de Texto OU </a:t>
            </a:r>
            <a:endParaRPr b="1"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pt-BR" sz="1400" u="none" cap="none" strike="noStrike">
                <a:solidFill>
                  <a:srgbClr val="000000"/>
                </a:solidFill>
                <a:latin typeface="Arial"/>
                <a:ea typeface="Arial"/>
                <a:cs typeface="Arial"/>
                <a:sym typeface="Arial"/>
              </a:rPr>
              <a:t>2. Crie a </a:t>
            </a:r>
            <a:r>
              <a:rPr b="1" i="0" lang="pt-BR" sz="1400" u="none" cap="none" strike="noStrike">
                <a:solidFill>
                  <a:srgbClr val="000000"/>
                </a:solidFill>
                <a:latin typeface="Arial"/>
                <a:ea typeface="Arial"/>
                <a:cs typeface="Arial"/>
                <a:sym typeface="Arial"/>
              </a:rPr>
              <a:t>área delimitadora</a:t>
            </a:r>
            <a:r>
              <a:rPr b="0" i="0" lang="pt-BR" sz="1400" u="none" cap="none" strike="noStrike">
                <a:solidFill>
                  <a:srgbClr val="000000"/>
                </a:solidFill>
                <a:latin typeface="Arial"/>
                <a:ea typeface="Arial"/>
                <a:cs typeface="Arial"/>
                <a:sym typeface="Arial"/>
              </a:rPr>
              <a:t>:</a:t>
            </a:r>
            <a:endParaRPr/>
          </a:p>
          <a:p>
            <a:pPr indent="-285750" lvl="1" marL="742950" marR="0" rtl="0" algn="l">
              <a:lnSpc>
                <a:spcPct val="100000"/>
              </a:lnSpc>
              <a:spcBef>
                <a:spcPts val="0"/>
              </a:spcBef>
              <a:spcAft>
                <a:spcPts val="0"/>
              </a:spcAft>
              <a:buClr>
                <a:srgbClr val="000000"/>
              </a:buClr>
              <a:buSzPts val="1400"/>
              <a:buFont typeface="Arial"/>
              <a:buAutoNum type="arabicPeriod"/>
            </a:pPr>
            <a:r>
              <a:rPr b="1" i="0" lang="pt-BR" sz="1400" u="none" cap="none" strike="noStrike">
                <a:solidFill>
                  <a:srgbClr val="000000"/>
                </a:solidFill>
                <a:latin typeface="Arial"/>
                <a:ea typeface="Arial"/>
                <a:cs typeface="Arial"/>
                <a:sym typeface="Arial"/>
              </a:rPr>
              <a:t>Arrastando um retângulo</a:t>
            </a:r>
            <a:r>
              <a:rPr b="0" i="0" lang="pt-BR" sz="1400" u="none" cap="none" strike="noStrike">
                <a:solidFill>
                  <a:srgbClr val="000000"/>
                </a:solidFill>
                <a:latin typeface="Arial"/>
                <a:ea typeface="Arial"/>
                <a:cs typeface="Arial"/>
                <a:sym typeface="Arial"/>
              </a:rPr>
              <a:t>: Ferramenta Retângulo (M) → arraste na diagonal</a:t>
            </a:r>
            <a:endParaRPr b="0" i="0" sz="1400" u="none" cap="none" strike="noStrike">
              <a:solidFill>
                <a:srgbClr val="000000"/>
              </a:solidFill>
              <a:latin typeface="Arial"/>
              <a:ea typeface="Arial"/>
              <a:cs typeface="Arial"/>
              <a:sym typeface="Arial"/>
            </a:endParaRPr>
          </a:p>
          <a:p>
            <a:pPr indent="-88900" lvl="0" marL="0" marR="0" rtl="0" algn="l">
              <a:lnSpc>
                <a:spcPct val="100000"/>
              </a:lnSpc>
              <a:spcBef>
                <a:spcPts val="0"/>
              </a:spcBef>
              <a:spcAft>
                <a:spcPts val="0"/>
              </a:spcAft>
              <a:buClr>
                <a:srgbClr val="000000"/>
              </a:buClr>
              <a:buSzPts val="1400"/>
              <a:buFont typeface="Arial"/>
              <a:buAutoNum type="arabicPeriod"/>
            </a:pPr>
            <a:r>
              <a:rPr b="0" i="0" lang="pt-BR" sz="1400" u="none" cap="none" strike="noStrike">
                <a:solidFill>
                  <a:srgbClr val="000000"/>
                </a:solidFill>
                <a:latin typeface="Arial"/>
                <a:ea typeface="Arial"/>
                <a:cs typeface="Arial"/>
                <a:sym typeface="Arial"/>
              </a:rPr>
              <a:t>Selecione a </a:t>
            </a:r>
            <a:r>
              <a:rPr b="1" i="0" lang="pt-BR" sz="1400" u="none" cap="none" strike="noStrike">
                <a:solidFill>
                  <a:srgbClr val="000000"/>
                </a:solidFill>
                <a:latin typeface="Arial"/>
                <a:ea typeface="Arial"/>
                <a:cs typeface="Arial"/>
                <a:sym typeface="Arial"/>
              </a:rPr>
              <a:t>Ferramenta Texto de Área</a:t>
            </a:r>
            <a:r>
              <a:rPr b="0" i="0" lang="pt-BR" sz="1400" u="none" cap="none" strike="noStrike">
                <a:solidFill>
                  <a:srgbClr val="000000"/>
                </a:solidFill>
                <a:latin typeface="Arial"/>
                <a:ea typeface="Arial"/>
                <a:cs typeface="Arial"/>
                <a:sym typeface="Arial"/>
              </a:rPr>
              <a:t> ou </a:t>
            </a:r>
            <a:r>
              <a:rPr b="1" i="0" lang="pt-BR" sz="1400" u="none" cap="none" strike="noStrike">
                <a:solidFill>
                  <a:srgbClr val="000000"/>
                </a:solidFill>
                <a:latin typeface="Arial"/>
                <a:ea typeface="Arial"/>
                <a:cs typeface="Arial"/>
                <a:sym typeface="Arial"/>
              </a:rPr>
              <a:t>Texto de Área Vertical</a:t>
            </a:r>
            <a:r>
              <a:rPr b="0" i="0" lang="pt-BR" sz="1400" u="none" cap="none" strike="noStrike">
                <a:solidFill>
                  <a:srgbClr val="000000"/>
                </a:solidFill>
                <a:latin typeface="Arial"/>
                <a:ea typeface="Arial"/>
                <a:cs typeface="Arial"/>
                <a:sym typeface="Arial"/>
              </a:rPr>
              <a:t>.</a:t>
            </a:r>
            <a:endParaRPr/>
          </a:p>
          <a:p>
            <a:pPr indent="-88900" lvl="0" marL="0" marR="0" rtl="0" algn="l">
              <a:lnSpc>
                <a:spcPct val="100000"/>
              </a:lnSpc>
              <a:spcBef>
                <a:spcPts val="0"/>
              </a:spcBef>
              <a:spcAft>
                <a:spcPts val="0"/>
              </a:spcAft>
              <a:buClr>
                <a:srgbClr val="000000"/>
              </a:buClr>
              <a:buSzPts val="1400"/>
              <a:buFont typeface="Arial"/>
              <a:buAutoNum type="arabicPeriod"/>
            </a:pPr>
            <a:r>
              <a:rPr b="1" i="0" lang="pt-BR" sz="1400" u="none" cap="none" strike="noStrike">
                <a:solidFill>
                  <a:srgbClr val="000000"/>
                </a:solidFill>
                <a:latin typeface="Arial"/>
                <a:ea typeface="Arial"/>
                <a:cs typeface="Arial"/>
                <a:sym typeface="Arial"/>
              </a:rPr>
              <a:t>Clique sobre o objeto</a:t>
            </a:r>
            <a:r>
              <a:rPr b="0" i="0" lang="pt-BR" sz="1400" u="none" cap="none" strike="noStrike">
                <a:solidFill>
                  <a:srgbClr val="000000"/>
                </a:solidFill>
                <a:latin typeface="Arial"/>
                <a:ea typeface="Arial"/>
                <a:cs typeface="Arial"/>
                <a:sym typeface="Arial"/>
              </a:rPr>
              <a:t> → o objeto será preenchido com </a:t>
            </a:r>
            <a:r>
              <a:rPr b="1" i="0" lang="pt-BR" sz="1400" u="none" cap="none" strike="noStrike">
                <a:solidFill>
                  <a:srgbClr val="000000"/>
                </a:solidFill>
                <a:latin typeface="Arial"/>
                <a:ea typeface="Arial"/>
                <a:cs typeface="Arial"/>
                <a:sym typeface="Arial"/>
              </a:rPr>
              <a:t>texto de espaço reservado</a:t>
            </a:r>
            <a:r>
              <a:rPr b="0" i="0" lang="pt-BR" sz="1400" u="none" cap="none" strike="noStrike">
                <a:solidFill>
                  <a:srgbClr val="000000"/>
                </a:solidFill>
                <a:latin typeface="Arial"/>
                <a:ea typeface="Arial"/>
                <a:cs typeface="Arial"/>
                <a:sym typeface="Arial"/>
              </a:rPr>
              <a:t>.</a:t>
            </a:r>
            <a:endParaRPr/>
          </a:p>
          <a:p>
            <a:pPr indent="-88900" lvl="0" marL="0" marR="0" rtl="0" algn="l">
              <a:lnSpc>
                <a:spcPct val="100000"/>
              </a:lnSpc>
              <a:spcBef>
                <a:spcPts val="0"/>
              </a:spcBef>
              <a:spcAft>
                <a:spcPts val="0"/>
              </a:spcAft>
              <a:buClr>
                <a:srgbClr val="000000"/>
              </a:buClr>
              <a:buSzPts val="1400"/>
              <a:buFont typeface="Arial"/>
              <a:buAutoNum type="arabicPeriod"/>
            </a:pPr>
            <a:r>
              <a:rPr b="0" i="0" lang="pt-BR" sz="1400" u="none" cap="none" strike="noStrike">
                <a:solidFill>
                  <a:srgbClr val="000000"/>
                </a:solidFill>
                <a:latin typeface="Arial"/>
                <a:ea typeface="Arial"/>
                <a:cs typeface="Arial"/>
                <a:sym typeface="Arial"/>
              </a:rPr>
              <a:t>Digite seu texto normalmente → ele se ajustará automaticamente ao tamanho do objeto.</a:t>
            </a:r>
            <a:endParaRPr/>
          </a:p>
        </p:txBody>
      </p:sp>
    </p:spTree>
  </p:cSld>
  <p:clrMapOvr>
    <a:masterClrMapping/>
  </p:clrMapOvr>
  <p:transition spd="slow">
    <p:push/>
  </p:transition>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67" name="Shape 167"/>
        <p:cNvGrpSpPr/>
        <p:nvPr/>
      </p:nvGrpSpPr>
      <p:grpSpPr>
        <a:xfrm>
          <a:off x="0" y="0"/>
          <a:ext cx="0" cy="0"/>
          <a:chOff x="0" y="0"/>
          <a:chExt cx="0" cy="0"/>
        </a:xfrm>
      </p:grpSpPr>
      <p:sp>
        <p:nvSpPr>
          <p:cNvPr id="168" name="Google Shape;168;p43"/>
          <p:cNvSpPr/>
          <p:nvPr/>
        </p:nvSpPr>
        <p:spPr>
          <a:xfrm>
            <a:off x="0" y="0"/>
            <a:ext cx="9144000" cy="1054200"/>
          </a:xfrm>
          <a:prstGeom prst="rect">
            <a:avLst/>
          </a:prstGeom>
          <a:solidFill>
            <a:srgbClr val="FA981B"/>
          </a:solidFill>
          <a:ln cap="flat" cmpd="sng" w="14825">
            <a:solidFill>
              <a:srgbClr val="FA981B"/>
            </a:solidFill>
            <a:prstDash val="solid"/>
            <a:miter lim="800000"/>
            <a:headEnd len="sm" w="sm" type="none"/>
            <a:tailEnd len="sm" w="sm" type="none"/>
          </a:ln>
        </p:spPr>
        <p:txBody>
          <a:bodyPr anchorCtr="0" anchor="ctr" bIns="35550" lIns="71100" spcFirstLastPara="1" rIns="71100" wrap="square" tIns="35550">
            <a:noAutofit/>
          </a:bodyPr>
          <a:lstStyle/>
          <a:p>
            <a:pPr indent="0" lvl="0" marL="0" marR="0" rtl="0" algn="ctr">
              <a:lnSpc>
                <a:spcPct val="100000"/>
              </a:lnSpc>
              <a:spcBef>
                <a:spcPts val="0"/>
              </a:spcBef>
              <a:spcAft>
                <a:spcPts val="0"/>
              </a:spcAft>
              <a:buNone/>
            </a:pPr>
            <a:r>
              <a:rPr b="1" i="0" lang="pt-BR" sz="3600" u="none" cap="none" strike="noStrike">
                <a:solidFill>
                  <a:schemeClr val="lt1"/>
                </a:solidFill>
                <a:latin typeface="Arial"/>
                <a:ea typeface="Arial"/>
                <a:cs typeface="Arial"/>
                <a:sym typeface="Arial"/>
              </a:rPr>
              <a:t>Trabalhando com Textos</a:t>
            </a:r>
            <a:endParaRPr b="1" i="0" sz="3200" u="none" cap="none" strike="noStrike">
              <a:solidFill>
                <a:schemeClr val="lt1"/>
              </a:solidFill>
              <a:latin typeface="Arial"/>
              <a:ea typeface="Arial"/>
              <a:cs typeface="Arial"/>
              <a:sym typeface="Arial"/>
            </a:endParaRPr>
          </a:p>
        </p:txBody>
      </p:sp>
      <p:sp>
        <p:nvSpPr>
          <p:cNvPr id="169" name="Google Shape;169;p43"/>
          <p:cNvSpPr txBox="1"/>
          <p:nvPr/>
        </p:nvSpPr>
        <p:spPr>
          <a:xfrm>
            <a:off x="253854" y="1495584"/>
            <a:ext cx="8020901" cy="181588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pt-BR" sz="1400" u="none" cap="none" strike="noStrike">
                <a:solidFill>
                  <a:srgbClr val="000000"/>
                </a:solidFill>
                <a:latin typeface="Arial"/>
                <a:ea typeface="Arial"/>
                <a:cs typeface="Arial"/>
                <a:sym typeface="Arial"/>
              </a:rPr>
              <a:t>Inserir Texto em um Caminho</a:t>
            </a:r>
            <a:endParaRPr/>
          </a:p>
          <a:p>
            <a:pPr indent="-88900" lvl="0" marL="0" marR="0" rtl="0" algn="l">
              <a:lnSpc>
                <a:spcPct val="100000"/>
              </a:lnSpc>
              <a:spcBef>
                <a:spcPts val="0"/>
              </a:spcBef>
              <a:spcAft>
                <a:spcPts val="0"/>
              </a:spcAft>
              <a:buClr>
                <a:srgbClr val="000000"/>
              </a:buClr>
              <a:buSzPts val="1400"/>
              <a:buFont typeface="Arial"/>
              <a:buChar char="•"/>
            </a:pPr>
            <a:r>
              <a:rPr b="0" i="0" lang="pt-BR" sz="1400" u="none" cap="none" strike="noStrike">
                <a:solidFill>
                  <a:srgbClr val="000000"/>
                </a:solidFill>
                <a:latin typeface="Arial"/>
                <a:ea typeface="Arial"/>
                <a:cs typeface="Arial"/>
                <a:sym typeface="Arial"/>
              </a:rPr>
              <a:t> Permite colocar texto </a:t>
            </a:r>
            <a:r>
              <a:rPr b="1" i="0" lang="pt-BR" sz="1400" u="none" cap="none" strike="noStrike">
                <a:solidFill>
                  <a:srgbClr val="000000"/>
                </a:solidFill>
                <a:latin typeface="Arial"/>
                <a:ea typeface="Arial"/>
                <a:cs typeface="Arial"/>
                <a:sym typeface="Arial"/>
              </a:rPr>
              <a:t>em qualquer caminho ou contorno</a:t>
            </a:r>
            <a:r>
              <a:rPr b="0" i="0" lang="pt-BR" sz="1400" u="none" cap="none" strike="noStrike">
                <a:solidFill>
                  <a:srgbClr val="000000"/>
                </a:solidFill>
                <a:latin typeface="Arial"/>
                <a:ea typeface="Arial"/>
                <a:cs typeface="Arial"/>
                <a:sym typeface="Arial"/>
              </a:rPr>
              <a:t>, ideal para efeitos criativos.</a:t>
            </a:r>
            <a:endParaRPr/>
          </a:p>
          <a:p>
            <a:pPr indent="0" lvl="0" marL="0" marR="0" rtl="0" algn="l">
              <a:lnSpc>
                <a:spcPct val="100000"/>
              </a:lnSpc>
              <a:spcBef>
                <a:spcPts val="0"/>
              </a:spcBef>
              <a:spcAft>
                <a:spcPts val="0"/>
              </a:spcAft>
              <a:buClr>
                <a:srgbClr val="000000"/>
              </a:buClr>
              <a:buSzPts val="1400"/>
              <a:buFont typeface="Arial"/>
              <a:buNone/>
            </a:pPr>
            <a:r>
              <a:rPr b="1" i="0" lang="pt-BR" sz="1400" u="none" cap="none" strike="noStrike">
                <a:solidFill>
                  <a:srgbClr val="000000"/>
                </a:solidFill>
                <a:latin typeface="Arial"/>
                <a:ea typeface="Arial"/>
                <a:cs typeface="Arial"/>
                <a:sym typeface="Arial"/>
              </a:rPr>
              <a:t>Como usar:</a:t>
            </a:r>
            <a:endParaRPr/>
          </a:p>
          <a:p>
            <a:pPr indent="-88900" lvl="0" marL="0" marR="0" rtl="0" algn="l">
              <a:lnSpc>
                <a:spcPct val="100000"/>
              </a:lnSpc>
              <a:spcBef>
                <a:spcPts val="0"/>
              </a:spcBef>
              <a:spcAft>
                <a:spcPts val="0"/>
              </a:spcAft>
              <a:buClr>
                <a:srgbClr val="000000"/>
              </a:buClr>
              <a:buSzPts val="1400"/>
              <a:buFont typeface="Arial"/>
              <a:buAutoNum type="arabicPeriod"/>
            </a:pPr>
            <a:r>
              <a:rPr b="0" i="0" lang="pt-BR" sz="1400" u="none" cap="none" strike="noStrike">
                <a:solidFill>
                  <a:srgbClr val="000000"/>
                </a:solidFill>
                <a:latin typeface="Arial"/>
                <a:ea typeface="Arial"/>
                <a:cs typeface="Arial"/>
                <a:sym typeface="Arial"/>
              </a:rPr>
              <a:t> Desenhe um </a:t>
            </a:r>
            <a:r>
              <a:rPr b="1" i="0" lang="pt-BR" sz="1400" u="none" cap="none" strike="noStrike">
                <a:solidFill>
                  <a:srgbClr val="000000"/>
                </a:solidFill>
                <a:latin typeface="Arial"/>
                <a:ea typeface="Arial"/>
                <a:cs typeface="Arial"/>
                <a:sym typeface="Arial"/>
              </a:rPr>
              <a:t>caminho ou forma</a:t>
            </a:r>
            <a:r>
              <a:rPr b="0" i="0" lang="pt-BR" sz="1400" u="none" cap="none" strike="noStrike">
                <a:solidFill>
                  <a:srgbClr val="000000"/>
                </a:solidFill>
                <a:latin typeface="Arial"/>
                <a:ea typeface="Arial"/>
                <a:cs typeface="Arial"/>
                <a:sym typeface="Arial"/>
              </a:rPr>
              <a:t> (linha, círculo, curva, etc.).</a:t>
            </a:r>
            <a:endParaRPr/>
          </a:p>
          <a:p>
            <a:pPr indent="-88900" lvl="0" marL="0" marR="0" rtl="0" algn="l">
              <a:lnSpc>
                <a:spcPct val="100000"/>
              </a:lnSpc>
              <a:spcBef>
                <a:spcPts val="0"/>
              </a:spcBef>
              <a:spcAft>
                <a:spcPts val="0"/>
              </a:spcAft>
              <a:buClr>
                <a:srgbClr val="000000"/>
              </a:buClr>
              <a:buSzPts val="1400"/>
              <a:buFont typeface="Arial"/>
              <a:buAutoNum type="arabicPeriod"/>
            </a:pPr>
            <a:r>
              <a:rPr b="0" i="0" lang="pt-BR" sz="1400" u="none" cap="none" strike="noStrike">
                <a:solidFill>
                  <a:srgbClr val="000000"/>
                </a:solidFill>
                <a:latin typeface="Arial"/>
                <a:ea typeface="Arial"/>
                <a:cs typeface="Arial"/>
                <a:sym typeface="Arial"/>
              </a:rPr>
              <a:t> Selecione a </a:t>
            </a:r>
            <a:r>
              <a:rPr b="1" i="0" lang="pt-BR" sz="1400" u="none" cap="none" strike="noStrike">
                <a:solidFill>
                  <a:srgbClr val="000000"/>
                </a:solidFill>
                <a:latin typeface="Arial"/>
                <a:ea typeface="Arial"/>
                <a:cs typeface="Arial"/>
                <a:sym typeface="Arial"/>
              </a:rPr>
              <a:t>Ferramenta Texto no Caminho</a:t>
            </a:r>
            <a:r>
              <a:rPr b="0" i="0" lang="pt-BR" sz="1400" u="none" cap="none" strike="noStrike">
                <a:solidFill>
                  <a:srgbClr val="000000"/>
                </a:solidFill>
                <a:latin typeface="Arial"/>
                <a:ea typeface="Arial"/>
                <a:cs typeface="Arial"/>
                <a:sym typeface="Arial"/>
              </a:rPr>
              <a:t> ou </a:t>
            </a:r>
            <a:r>
              <a:rPr b="1" i="0" lang="pt-BR" sz="1400" u="none" cap="none" strike="noStrike">
                <a:solidFill>
                  <a:srgbClr val="000000"/>
                </a:solidFill>
                <a:latin typeface="Arial"/>
                <a:ea typeface="Arial"/>
                <a:cs typeface="Arial"/>
                <a:sym typeface="Arial"/>
              </a:rPr>
              <a:t>Texto no Caminho Vertical</a:t>
            </a:r>
            <a:r>
              <a:rPr b="0" i="0" lang="pt-BR" sz="1400" u="none" cap="none" strike="noStrike">
                <a:solidFill>
                  <a:srgbClr val="000000"/>
                </a:solidFill>
                <a:latin typeface="Arial"/>
                <a:ea typeface="Arial"/>
                <a:cs typeface="Arial"/>
                <a:sym typeface="Arial"/>
              </a:rPr>
              <a:t>.</a:t>
            </a:r>
            <a:endParaRPr/>
          </a:p>
          <a:p>
            <a:pPr indent="-88900" lvl="0" marL="0" marR="0" rtl="0" algn="l">
              <a:lnSpc>
                <a:spcPct val="100000"/>
              </a:lnSpc>
              <a:spcBef>
                <a:spcPts val="0"/>
              </a:spcBef>
              <a:spcAft>
                <a:spcPts val="0"/>
              </a:spcAft>
              <a:buClr>
                <a:srgbClr val="000000"/>
              </a:buClr>
              <a:buSzPts val="1400"/>
              <a:buFont typeface="Arial"/>
              <a:buAutoNum type="arabicPeriod"/>
            </a:pPr>
            <a:r>
              <a:rPr b="1" i="0" lang="pt-BR" sz="1400" u="none" cap="none" strike="noStrike">
                <a:solidFill>
                  <a:srgbClr val="000000"/>
                </a:solidFill>
                <a:latin typeface="Arial"/>
                <a:ea typeface="Arial"/>
                <a:cs typeface="Arial"/>
                <a:sym typeface="Arial"/>
              </a:rPr>
              <a:t> Clique no início do caminho ou em qualquer ponto do contorno</a:t>
            </a:r>
            <a:r>
              <a:rPr b="0" i="0" lang="pt-BR" sz="1400" u="none" cap="none" strike="noStrike">
                <a:solidFill>
                  <a:srgbClr val="000000"/>
                </a:solidFill>
                <a:latin typeface="Arial"/>
                <a:ea typeface="Arial"/>
                <a:cs typeface="Arial"/>
                <a:sym typeface="Arial"/>
              </a:rPr>
              <a:t> → será preenchido com </a:t>
            </a:r>
            <a:r>
              <a:rPr b="1" i="0" lang="pt-BR" sz="1400" u="none" cap="none" strike="noStrike">
                <a:solidFill>
                  <a:srgbClr val="000000"/>
                </a:solidFill>
                <a:latin typeface="Arial"/>
                <a:ea typeface="Arial"/>
                <a:cs typeface="Arial"/>
                <a:sym typeface="Arial"/>
              </a:rPr>
              <a:t>texto de espaço reservado</a:t>
            </a:r>
            <a:r>
              <a:rPr b="0" i="0" lang="pt-BR" sz="1400" u="none" cap="none" strike="noStrike">
                <a:solidFill>
                  <a:srgbClr val="000000"/>
                </a:solidFill>
                <a:latin typeface="Arial"/>
                <a:ea typeface="Arial"/>
                <a:cs typeface="Arial"/>
                <a:sym typeface="Arial"/>
              </a:rPr>
              <a:t>.</a:t>
            </a:r>
            <a:endParaRPr/>
          </a:p>
          <a:p>
            <a:pPr indent="-88900" lvl="0" marL="0" marR="0" rtl="0" algn="l">
              <a:lnSpc>
                <a:spcPct val="100000"/>
              </a:lnSpc>
              <a:spcBef>
                <a:spcPts val="0"/>
              </a:spcBef>
              <a:spcAft>
                <a:spcPts val="0"/>
              </a:spcAft>
              <a:buClr>
                <a:srgbClr val="000000"/>
              </a:buClr>
              <a:buSzPts val="1400"/>
              <a:buFont typeface="Arial"/>
              <a:buAutoNum type="arabicPeriod"/>
            </a:pPr>
            <a:r>
              <a:rPr b="0" i="0" lang="pt-BR" sz="1400" u="none" cap="none" strike="noStrike">
                <a:solidFill>
                  <a:srgbClr val="000000"/>
                </a:solidFill>
                <a:latin typeface="Arial"/>
                <a:ea typeface="Arial"/>
                <a:cs typeface="Arial"/>
                <a:sym typeface="Arial"/>
              </a:rPr>
              <a:t>Digite seu texto.</a:t>
            </a:r>
            <a:endParaRPr b="0" i="0" sz="1400" u="none" cap="none" strike="noStrike">
              <a:solidFill>
                <a:srgbClr val="000000"/>
              </a:solidFill>
              <a:latin typeface="Arial"/>
              <a:ea typeface="Arial"/>
              <a:cs typeface="Arial"/>
              <a:sym typeface="Arial"/>
            </a:endParaRPr>
          </a:p>
        </p:txBody>
      </p:sp>
      <p:pic>
        <p:nvPicPr>
          <p:cNvPr id="170" name="Google Shape;170;p43"/>
          <p:cNvPicPr preferRelativeResize="0"/>
          <p:nvPr/>
        </p:nvPicPr>
        <p:blipFill rotWithShape="1">
          <a:blip r:embed="rId3">
            <a:alphaModFix/>
          </a:blip>
          <a:srcRect b="0" l="0" r="0" t="0"/>
          <a:stretch/>
        </p:blipFill>
        <p:spPr>
          <a:xfrm>
            <a:off x="6441016" y="3752850"/>
            <a:ext cx="1924050" cy="1962150"/>
          </a:xfrm>
          <a:prstGeom prst="rect">
            <a:avLst/>
          </a:prstGeom>
          <a:noFill/>
          <a:ln>
            <a:noFill/>
          </a:ln>
        </p:spPr>
      </p:pic>
    </p:spTree>
  </p:cSld>
  <p:clrMapOvr>
    <a:masterClrMapping/>
  </p:clrMapOvr>
  <p:transition spd="slow">
    <p:push/>
  </p:transition>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74" name="Shape 174"/>
        <p:cNvGrpSpPr/>
        <p:nvPr/>
      </p:nvGrpSpPr>
      <p:grpSpPr>
        <a:xfrm>
          <a:off x="0" y="0"/>
          <a:ext cx="0" cy="0"/>
          <a:chOff x="0" y="0"/>
          <a:chExt cx="0" cy="0"/>
        </a:xfrm>
      </p:grpSpPr>
      <p:sp>
        <p:nvSpPr>
          <p:cNvPr id="175" name="Google Shape;175;p8"/>
          <p:cNvSpPr/>
          <p:nvPr/>
        </p:nvSpPr>
        <p:spPr>
          <a:xfrm>
            <a:off x="0" y="0"/>
            <a:ext cx="9144000" cy="1054200"/>
          </a:xfrm>
          <a:prstGeom prst="rect">
            <a:avLst/>
          </a:prstGeom>
          <a:solidFill>
            <a:srgbClr val="FA981B"/>
          </a:solidFill>
          <a:ln cap="flat" cmpd="sng" w="14825">
            <a:solidFill>
              <a:srgbClr val="FA981B"/>
            </a:solidFill>
            <a:prstDash val="solid"/>
            <a:miter lim="800000"/>
            <a:headEnd len="sm" w="sm" type="none"/>
            <a:tailEnd len="sm" w="sm" type="none"/>
          </a:ln>
        </p:spPr>
        <p:txBody>
          <a:bodyPr anchorCtr="0" anchor="ctr" bIns="35550" lIns="71100" spcFirstLastPara="1" rIns="71100" wrap="square" tIns="35550">
            <a:noAutofit/>
          </a:bodyPr>
          <a:lstStyle/>
          <a:p>
            <a:pPr indent="0" lvl="0" marL="0" marR="0" rtl="0" algn="ctr">
              <a:lnSpc>
                <a:spcPct val="100000"/>
              </a:lnSpc>
              <a:spcBef>
                <a:spcPts val="0"/>
              </a:spcBef>
              <a:spcAft>
                <a:spcPts val="0"/>
              </a:spcAft>
              <a:buNone/>
            </a:pPr>
            <a:r>
              <a:rPr b="1" i="0" lang="pt-BR" sz="3600" u="none" cap="none" strike="noStrike">
                <a:solidFill>
                  <a:schemeClr val="lt1"/>
                </a:solidFill>
                <a:latin typeface="Arial"/>
                <a:ea typeface="Arial"/>
                <a:cs typeface="Arial"/>
                <a:sym typeface="Arial"/>
              </a:rPr>
              <a:t>Visão Geral do Painel Caractere</a:t>
            </a:r>
            <a:endParaRPr b="1" i="0" sz="3200" u="none" cap="none" strike="noStrike">
              <a:solidFill>
                <a:schemeClr val="lt1"/>
              </a:solidFill>
              <a:latin typeface="Arial"/>
              <a:ea typeface="Arial"/>
              <a:cs typeface="Arial"/>
              <a:sym typeface="Arial"/>
            </a:endParaRPr>
          </a:p>
        </p:txBody>
      </p:sp>
      <p:sp>
        <p:nvSpPr>
          <p:cNvPr id="176" name="Google Shape;176;p8"/>
          <p:cNvSpPr txBox="1"/>
          <p:nvPr/>
        </p:nvSpPr>
        <p:spPr>
          <a:xfrm>
            <a:off x="0" y="1368418"/>
            <a:ext cx="8999482" cy="20313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pt-BR" sz="1400" u="none" cap="none" strike="noStrike">
                <a:solidFill>
                  <a:srgbClr val="000000"/>
                </a:solidFill>
                <a:latin typeface="Arial"/>
                <a:ea typeface="Arial"/>
                <a:cs typeface="Arial"/>
                <a:sym typeface="Arial"/>
              </a:rPr>
              <a:t>Quando trabalhamos com texto no Illustrator, </a:t>
            </a:r>
            <a:r>
              <a:rPr b="1" i="0" lang="pt-BR" sz="1400" u="none" cap="none" strike="noStrike">
                <a:solidFill>
                  <a:srgbClr val="000000"/>
                </a:solidFill>
                <a:latin typeface="Arial"/>
                <a:ea typeface="Arial"/>
                <a:cs typeface="Arial"/>
                <a:sym typeface="Arial"/>
              </a:rPr>
              <a:t>não basta apenas digitar palavras</a:t>
            </a:r>
            <a:r>
              <a:rPr b="0" i="0" lang="pt-BR" sz="1400" u="none" cap="none" strike="noStrike">
                <a:solidFill>
                  <a:srgbClr val="000000"/>
                </a:solidFill>
                <a:latin typeface="Arial"/>
                <a:ea typeface="Arial"/>
                <a:cs typeface="Arial"/>
                <a:sym typeface="Arial"/>
              </a:rPr>
              <a:t>; a forma como o texto aparece faz toda a diferença na criação de logotipos, banners, flyers e qualquer arte. Para ter controle completo sobre cada letra, usamos o </a:t>
            </a:r>
            <a:r>
              <a:rPr b="1" i="0" lang="pt-BR" sz="1400" u="none" cap="none" strike="noStrike">
                <a:solidFill>
                  <a:srgbClr val="000000"/>
                </a:solidFill>
                <a:latin typeface="Arial"/>
                <a:ea typeface="Arial"/>
                <a:cs typeface="Arial"/>
                <a:sym typeface="Arial"/>
              </a:rPr>
              <a:t>Painel Caractere</a:t>
            </a:r>
            <a:r>
              <a:rPr b="0" i="0" lang="pt-BR" sz="1400" u="none" cap="none" strike="noStrike">
                <a:solidFill>
                  <a:srgbClr val="000000"/>
                </a:solidFill>
                <a:latin typeface="Arial"/>
                <a:ea typeface="Arial"/>
                <a:cs typeface="Arial"/>
                <a:sym typeface="Arial"/>
              </a:rPr>
              <a:t>. Esse painel permite que você ajuste o </a:t>
            </a:r>
            <a:r>
              <a:rPr b="1" i="0" lang="pt-BR" sz="1400" u="none" cap="none" strike="noStrike">
                <a:solidFill>
                  <a:srgbClr val="000000"/>
                </a:solidFill>
                <a:latin typeface="Arial"/>
                <a:ea typeface="Arial"/>
                <a:cs typeface="Arial"/>
                <a:sym typeface="Arial"/>
              </a:rPr>
              <a:t>tamanho da fonte, o espaçamento entre letras, a altura das linhas e outras características</a:t>
            </a:r>
            <a:r>
              <a:rPr b="0" i="0" lang="pt-BR" sz="1400" u="none" cap="none" strike="noStrike">
                <a:solidFill>
                  <a:srgbClr val="000000"/>
                </a:solidFill>
                <a:latin typeface="Arial"/>
                <a:ea typeface="Arial"/>
                <a:cs typeface="Arial"/>
                <a:sym typeface="Arial"/>
              </a:rPr>
              <a:t>, deixando o texto exatamente do jeito que você deseja.</a:t>
            </a:r>
            <a:endParaRPr/>
          </a:p>
          <a:p>
            <a:pPr indent="0" lvl="0" marL="0" marR="0" rtl="0" algn="l">
              <a:lnSpc>
                <a:spcPct val="100000"/>
              </a:lnSpc>
              <a:spcBef>
                <a:spcPts val="0"/>
              </a:spcBef>
              <a:spcAft>
                <a:spcPts val="0"/>
              </a:spcAft>
              <a:buClr>
                <a:srgbClr val="000000"/>
              </a:buClr>
              <a:buSzPts val="1400"/>
              <a:buFont typeface="Arial"/>
              <a:buNone/>
            </a:pPr>
            <a:r>
              <a:rPr b="0" i="0" lang="pt-BR" sz="1400" u="none" cap="none" strike="noStrike">
                <a:solidFill>
                  <a:srgbClr val="000000"/>
                </a:solidFill>
                <a:latin typeface="Arial"/>
                <a:ea typeface="Arial"/>
                <a:cs typeface="Arial"/>
                <a:sym typeface="Arial"/>
              </a:rPr>
              <a:t>Para acessar o painel, vá até o menu e clique em </a:t>
            </a:r>
            <a:r>
              <a:rPr b="1" i="0" lang="pt-BR" sz="1400" u="none" cap="none" strike="noStrike">
                <a:solidFill>
                  <a:srgbClr val="000000"/>
                </a:solidFill>
                <a:latin typeface="Arial"/>
                <a:ea typeface="Arial"/>
                <a:cs typeface="Arial"/>
                <a:sym typeface="Arial"/>
              </a:rPr>
              <a:t>Window &gt; Type &gt; Character</a:t>
            </a:r>
            <a:r>
              <a:rPr b="0" i="0" lang="pt-BR" sz="1400" u="none" cap="none" strike="noStrike">
                <a:solidFill>
                  <a:srgbClr val="000000"/>
                </a:solidFill>
                <a:latin typeface="Arial"/>
                <a:ea typeface="Arial"/>
                <a:cs typeface="Arial"/>
                <a:sym typeface="Arial"/>
              </a:rPr>
              <a:t>. Ao abrir o painel, você verá várias opções que podem parecer muitas à primeira vista, mas cada uma tem uma função clara. Por exemplo, você pode aumentar ou diminuir o </a:t>
            </a:r>
            <a:r>
              <a:rPr b="1" i="0" lang="pt-BR" sz="1400" u="none" cap="none" strike="noStrike">
                <a:solidFill>
                  <a:srgbClr val="000000"/>
                </a:solidFill>
                <a:latin typeface="Arial"/>
                <a:ea typeface="Arial"/>
                <a:cs typeface="Arial"/>
                <a:sym typeface="Arial"/>
              </a:rPr>
              <a:t>tamanho da fonte</a:t>
            </a:r>
            <a:r>
              <a:rPr b="0" i="0" lang="pt-BR" sz="1400" u="none" cap="none" strike="noStrike">
                <a:solidFill>
                  <a:srgbClr val="000000"/>
                </a:solidFill>
                <a:latin typeface="Arial"/>
                <a:ea typeface="Arial"/>
                <a:cs typeface="Arial"/>
                <a:sym typeface="Arial"/>
              </a:rPr>
              <a:t>, mudar o </a:t>
            </a:r>
            <a:r>
              <a:rPr b="1" i="0" lang="pt-BR" sz="1400" u="none" cap="none" strike="noStrike">
                <a:solidFill>
                  <a:srgbClr val="000000"/>
                </a:solidFill>
                <a:latin typeface="Arial"/>
                <a:ea typeface="Arial"/>
                <a:cs typeface="Arial"/>
                <a:sym typeface="Arial"/>
              </a:rPr>
              <a:t>estilo da fonte</a:t>
            </a:r>
            <a:r>
              <a:rPr b="0" i="0" lang="pt-BR" sz="1400" u="none" cap="none" strike="noStrike">
                <a:solidFill>
                  <a:srgbClr val="000000"/>
                </a:solidFill>
                <a:latin typeface="Arial"/>
                <a:ea typeface="Arial"/>
                <a:cs typeface="Arial"/>
                <a:sym typeface="Arial"/>
              </a:rPr>
              <a:t> (como negrito ou itálico), alterar o </a:t>
            </a:r>
            <a:r>
              <a:rPr b="1" i="0" lang="pt-BR" sz="1400" u="none" cap="none" strike="noStrike">
                <a:solidFill>
                  <a:srgbClr val="000000"/>
                </a:solidFill>
                <a:latin typeface="Arial"/>
                <a:ea typeface="Arial"/>
                <a:cs typeface="Arial"/>
                <a:sym typeface="Arial"/>
              </a:rPr>
              <a:t>espaçamento entre letras</a:t>
            </a:r>
            <a:r>
              <a:rPr b="0" i="0" lang="pt-BR" sz="1400" u="none" cap="none" strike="noStrike">
                <a:solidFill>
                  <a:srgbClr val="000000"/>
                </a:solidFill>
                <a:latin typeface="Arial"/>
                <a:ea typeface="Arial"/>
                <a:cs typeface="Arial"/>
                <a:sym typeface="Arial"/>
              </a:rPr>
              <a:t> (tracking) e ajustar o </a:t>
            </a:r>
            <a:r>
              <a:rPr b="1" i="0" lang="pt-BR" sz="1400" u="none" cap="none" strike="noStrike">
                <a:solidFill>
                  <a:srgbClr val="000000"/>
                </a:solidFill>
                <a:latin typeface="Arial"/>
                <a:ea typeface="Arial"/>
                <a:cs typeface="Arial"/>
                <a:sym typeface="Arial"/>
              </a:rPr>
              <a:t>espaçamento entre linhas</a:t>
            </a:r>
            <a:r>
              <a:rPr b="0" i="0" lang="pt-BR" sz="1400" u="none" cap="none" strike="noStrike">
                <a:solidFill>
                  <a:srgbClr val="000000"/>
                </a:solidFill>
                <a:latin typeface="Arial"/>
                <a:ea typeface="Arial"/>
                <a:cs typeface="Arial"/>
                <a:sym typeface="Arial"/>
              </a:rPr>
              <a:t> (leading).</a:t>
            </a:r>
            <a:endParaRPr/>
          </a:p>
        </p:txBody>
      </p:sp>
      <p:pic>
        <p:nvPicPr>
          <p:cNvPr id="177" name="Google Shape;177;p8"/>
          <p:cNvPicPr preferRelativeResize="0"/>
          <p:nvPr/>
        </p:nvPicPr>
        <p:blipFill rotWithShape="1">
          <a:blip r:embed="rId3">
            <a:alphaModFix/>
          </a:blip>
          <a:srcRect b="0" l="0" r="0" t="0"/>
          <a:stretch/>
        </p:blipFill>
        <p:spPr>
          <a:xfrm>
            <a:off x="507999" y="3399743"/>
            <a:ext cx="2857500" cy="1714500"/>
          </a:xfrm>
          <a:prstGeom prst="rect">
            <a:avLst/>
          </a:prstGeom>
          <a:noFill/>
          <a:ln>
            <a:noFill/>
          </a:ln>
        </p:spPr>
      </p:pic>
      <p:pic>
        <p:nvPicPr>
          <p:cNvPr id="178" name="Google Shape;178;p8"/>
          <p:cNvPicPr preferRelativeResize="0"/>
          <p:nvPr/>
        </p:nvPicPr>
        <p:blipFill rotWithShape="1">
          <a:blip r:embed="rId4">
            <a:alphaModFix/>
          </a:blip>
          <a:srcRect b="0" l="0" r="0" t="0"/>
          <a:stretch/>
        </p:blipFill>
        <p:spPr>
          <a:xfrm>
            <a:off x="5786084" y="3399743"/>
            <a:ext cx="2809875" cy="1885950"/>
          </a:xfrm>
          <a:prstGeom prst="rect">
            <a:avLst/>
          </a:prstGeom>
          <a:noFill/>
          <a:ln>
            <a:noFill/>
          </a:ln>
        </p:spPr>
      </p:pic>
    </p:spTree>
  </p:cSld>
  <p:clrMapOvr>
    <a:masterClrMapping/>
  </p:clrMapOvr>
  <p:transition spd="slow">
    <p:push/>
  </p:transition>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82" name="Shape 182"/>
        <p:cNvGrpSpPr/>
        <p:nvPr/>
      </p:nvGrpSpPr>
      <p:grpSpPr>
        <a:xfrm>
          <a:off x="0" y="0"/>
          <a:ext cx="0" cy="0"/>
          <a:chOff x="0" y="0"/>
          <a:chExt cx="0" cy="0"/>
        </a:xfrm>
      </p:grpSpPr>
      <p:pic>
        <p:nvPicPr>
          <p:cNvPr id="183" name="Google Shape;183;p9"/>
          <p:cNvPicPr preferRelativeResize="0"/>
          <p:nvPr/>
        </p:nvPicPr>
        <p:blipFill rotWithShape="1">
          <a:blip r:embed="rId3">
            <a:alphaModFix/>
          </a:blip>
          <a:srcRect b="0" l="1852" r="1" t="0"/>
          <a:stretch/>
        </p:blipFill>
        <p:spPr>
          <a:xfrm>
            <a:off x="5554134" y="3175914"/>
            <a:ext cx="3589866" cy="2447925"/>
          </a:xfrm>
          <a:prstGeom prst="rect">
            <a:avLst/>
          </a:prstGeom>
          <a:noFill/>
          <a:ln>
            <a:noFill/>
          </a:ln>
        </p:spPr>
      </p:pic>
      <p:sp>
        <p:nvSpPr>
          <p:cNvPr id="184" name="Google Shape;184;p9"/>
          <p:cNvSpPr/>
          <p:nvPr/>
        </p:nvSpPr>
        <p:spPr>
          <a:xfrm>
            <a:off x="0" y="0"/>
            <a:ext cx="9144000" cy="1054200"/>
          </a:xfrm>
          <a:prstGeom prst="rect">
            <a:avLst/>
          </a:prstGeom>
          <a:solidFill>
            <a:srgbClr val="FA981B"/>
          </a:solidFill>
          <a:ln cap="flat" cmpd="sng" w="14825">
            <a:solidFill>
              <a:srgbClr val="FA981B"/>
            </a:solidFill>
            <a:prstDash val="solid"/>
            <a:miter lim="800000"/>
            <a:headEnd len="sm" w="sm" type="none"/>
            <a:tailEnd len="sm" w="sm" type="none"/>
          </a:ln>
        </p:spPr>
        <p:txBody>
          <a:bodyPr anchorCtr="0" anchor="ctr" bIns="35550" lIns="71100" spcFirstLastPara="1" rIns="71100" wrap="square" tIns="35550">
            <a:noAutofit/>
          </a:bodyPr>
          <a:lstStyle/>
          <a:p>
            <a:pPr indent="0" lvl="0" marL="0" marR="0" rtl="0" algn="ctr">
              <a:lnSpc>
                <a:spcPct val="100000"/>
              </a:lnSpc>
              <a:spcBef>
                <a:spcPts val="0"/>
              </a:spcBef>
              <a:spcAft>
                <a:spcPts val="0"/>
              </a:spcAft>
              <a:buNone/>
            </a:pPr>
            <a:r>
              <a:rPr b="1" i="0" lang="pt-BR" sz="3600" u="none" cap="none" strike="noStrike">
                <a:solidFill>
                  <a:schemeClr val="lt1"/>
                </a:solidFill>
                <a:latin typeface="Arial"/>
                <a:ea typeface="Arial"/>
                <a:cs typeface="Arial"/>
                <a:sym typeface="Arial"/>
              </a:rPr>
              <a:t>Varinha Mágica</a:t>
            </a:r>
            <a:endParaRPr b="1" i="0" sz="3200" u="none" cap="none" strike="noStrike">
              <a:solidFill>
                <a:schemeClr val="lt1"/>
              </a:solidFill>
              <a:latin typeface="Arial"/>
              <a:ea typeface="Arial"/>
              <a:cs typeface="Arial"/>
              <a:sym typeface="Arial"/>
            </a:endParaRPr>
          </a:p>
        </p:txBody>
      </p:sp>
      <p:sp>
        <p:nvSpPr>
          <p:cNvPr id="185" name="Google Shape;185;p9"/>
          <p:cNvSpPr txBox="1"/>
          <p:nvPr/>
        </p:nvSpPr>
        <p:spPr>
          <a:xfrm>
            <a:off x="128556" y="1187834"/>
            <a:ext cx="8337331" cy="246221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pt-BR" sz="1400" u="none" cap="none" strike="noStrike">
                <a:solidFill>
                  <a:srgbClr val="000000"/>
                </a:solidFill>
                <a:latin typeface="Arial"/>
                <a:ea typeface="Arial"/>
                <a:cs typeface="Arial"/>
                <a:sym typeface="Arial"/>
              </a:rPr>
              <a:t>A </a:t>
            </a:r>
            <a:r>
              <a:rPr b="1" i="0" lang="pt-BR" sz="1400" u="none" cap="none" strike="noStrike">
                <a:solidFill>
                  <a:srgbClr val="000000"/>
                </a:solidFill>
                <a:latin typeface="Arial"/>
                <a:ea typeface="Arial"/>
                <a:cs typeface="Arial"/>
                <a:sym typeface="Arial"/>
              </a:rPr>
              <a:t>Magic Wand Tool</a:t>
            </a:r>
            <a:r>
              <a:rPr b="0" i="0" lang="pt-BR" sz="1400" u="none" cap="none" strike="noStrike">
                <a:solidFill>
                  <a:srgbClr val="000000"/>
                </a:solidFill>
                <a:latin typeface="Arial"/>
                <a:ea typeface="Arial"/>
                <a:cs typeface="Arial"/>
                <a:sym typeface="Arial"/>
              </a:rPr>
              <a:t> é como uma varinha mágica que faz seleções automáticas para você. Em vez de clicar várias vezes em objetos parecidos, basta usar essa ferramenta e o Illustrator entende que você quer selecionar </a:t>
            </a:r>
            <a:r>
              <a:rPr b="1" i="0" lang="pt-BR" sz="1400" u="none" cap="none" strike="noStrike">
                <a:solidFill>
                  <a:srgbClr val="000000"/>
                </a:solidFill>
                <a:latin typeface="Arial"/>
                <a:ea typeface="Arial"/>
                <a:cs typeface="Arial"/>
                <a:sym typeface="Arial"/>
              </a:rPr>
              <a:t>objetos semelhantes em cor, preenchimento ou traço</a:t>
            </a:r>
            <a:r>
              <a:rPr b="0" i="0" lang="pt-BR" sz="1400" u="none" cap="none" strike="noStrike">
                <a:solidFill>
                  <a:srgbClr val="000000"/>
                </a:solidFill>
                <a:latin typeface="Arial"/>
                <a:ea typeface="Arial"/>
                <a:cs typeface="Arial"/>
                <a:sym typeface="Arial"/>
              </a:rPr>
              <a:t>.</a:t>
            </a:r>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1" i="0" lang="pt-BR" sz="1400" u="none" cap="none" strike="noStrike">
                <a:solidFill>
                  <a:srgbClr val="000000"/>
                </a:solidFill>
                <a:latin typeface="Arial"/>
                <a:ea typeface="Arial"/>
                <a:cs typeface="Arial"/>
                <a:sym typeface="Arial"/>
              </a:rPr>
              <a:t>Como usar</a:t>
            </a:r>
            <a:r>
              <a:rPr b="0" i="0" lang="pt-BR" sz="1400" u="none" cap="none" strike="noStrike">
                <a:solidFill>
                  <a:srgbClr val="000000"/>
                </a:solidFill>
                <a:latin typeface="Arial"/>
                <a:ea typeface="Arial"/>
                <a:cs typeface="Arial"/>
                <a:sym typeface="Arial"/>
              </a:rPr>
              <a:t>:</a:t>
            </a:r>
            <a:endParaRPr/>
          </a:p>
          <a:p>
            <a:pPr indent="-88900" lvl="0" marL="0" marR="0" rtl="0" algn="l">
              <a:lnSpc>
                <a:spcPct val="100000"/>
              </a:lnSpc>
              <a:spcBef>
                <a:spcPts val="0"/>
              </a:spcBef>
              <a:spcAft>
                <a:spcPts val="0"/>
              </a:spcAft>
              <a:buClr>
                <a:srgbClr val="000000"/>
              </a:buClr>
              <a:buSzPts val="1400"/>
              <a:buFont typeface="Arial"/>
              <a:buAutoNum type="arabicPeriod"/>
            </a:pPr>
            <a:r>
              <a:rPr b="0" i="0" lang="pt-BR" sz="1400" u="none" cap="none" strike="noStrike">
                <a:solidFill>
                  <a:srgbClr val="000000"/>
                </a:solidFill>
                <a:latin typeface="Arial"/>
                <a:ea typeface="Arial"/>
                <a:cs typeface="Arial"/>
                <a:sym typeface="Arial"/>
              </a:rPr>
              <a:t>Clique na </a:t>
            </a:r>
            <a:r>
              <a:rPr b="1" i="0" lang="pt-BR" sz="1400" u="none" cap="none" strike="noStrike">
                <a:solidFill>
                  <a:srgbClr val="000000"/>
                </a:solidFill>
                <a:latin typeface="Arial"/>
                <a:ea typeface="Arial"/>
                <a:cs typeface="Arial"/>
                <a:sym typeface="Arial"/>
              </a:rPr>
              <a:t>Magic Wand Tool (Y)</a:t>
            </a:r>
            <a:r>
              <a:rPr b="0" i="0" lang="pt-BR" sz="1400" u="none" cap="none" strike="noStrike">
                <a:solidFill>
                  <a:srgbClr val="000000"/>
                </a:solidFill>
                <a:latin typeface="Arial"/>
                <a:ea typeface="Arial"/>
                <a:cs typeface="Arial"/>
                <a:sym typeface="Arial"/>
              </a:rPr>
              <a:t>.</a:t>
            </a:r>
            <a:endParaRPr/>
          </a:p>
          <a:p>
            <a:pPr indent="-88900" lvl="0" marL="0" marR="0" rtl="0" algn="l">
              <a:lnSpc>
                <a:spcPct val="100000"/>
              </a:lnSpc>
              <a:spcBef>
                <a:spcPts val="0"/>
              </a:spcBef>
              <a:spcAft>
                <a:spcPts val="0"/>
              </a:spcAft>
              <a:buClr>
                <a:srgbClr val="000000"/>
              </a:buClr>
              <a:buSzPts val="1400"/>
              <a:buFont typeface="Arial"/>
              <a:buAutoNum type="arabicPeriod"/>
            </a:pPr>
            <a:r>
              <a:rPr b="0" i="0" lang="pt-BR" sz="1400" u="none" cap="none" strike="noStrike">
                <a:solidFill>
                  <a:srgbClr val="000000"/>
                </a:solidFill>
                <a:latin typeface="Arial"/>
                <a:ea typeface="Arial"/>
                <a:cs typeface="Arial"/>
                <a:sym typeface="Arial"/>
              </a:rPr>
              <a:t>Clique em um objeto da arte.</a:t>
            </a:r>
            <a:endParaRPr/>
          </a:p>
          <a:p>
            <a:pPr indent="-88900" lvl="0" marL="0" marR="0" rtl="0" algn="l">
              <a:lnSpc>
                <a:spcPct val="100000"/>
              </a:lnSpc>
              <a:spcBef>
                <a:spcPts val="0"/>
              </a:spcBef>
              <a:spcAft>
                <a:spcPts val="0"/>
              </a:spcAft>
              <a:buClr>
                <a:srgbClr val="000000"/>
              </a:buClr>
              <a:buSzPts val="1400"/>
              <a:buFont typeface="Arial"/>
              <a:buAutoNum type="arabicPeriod"/>
            </a:pPr>
            <a:r>
              <a:rPr b="0" i="0" lang="pt-BR" sz="1400" u="none" cap="none" strike="noStrike">
                <a:solidFill>
                  <a:srgbClr val="000000"/>
                </a:solidFill>
                <a:latin typeface="Arial"/>
                <a:ea typeface="Arial"/>
                <a:cs typeface="Arial"/>
                <a:sym typeface="Arial"/>
              </a:rPr>
              <a:t>Automaticamente, todos os objetos com aparência semelhante serão selecionados (ex.: mesma cor de preenchimento).</a:t>
            </a:r>
            <a:endParaRPr/>
          </a:p>
          <a:p>
            <a:pPr indent="0" lvl="0" marL="0" marR="0" rtl="0" algn="l">
              <a:lnSpc>
                <a:spcPct val="100000"/>
              </a:lnSpc>
              <a:spcBef>
                <a:spcPts val="0"/>
              </a:spcBef>
              <a:spcAft>
                <a:spcPts val="0"/>
              </a:spcAft>
              <a:buClr>
                <a:srgbClr val="000000"/>
              </a:buClr>
              <a:buSzPts val="1400"/>
              <a:buFont typeface="Arial"/>
              <a:buNone/>
            </a:pPr>
            <a:r>
              <a:rPr b="1" i="0" lang="pt-BR" sz="1400" u="none" cap="none" strike="noStrike">
                <a:solidFill>
                  <a:srgbClr val="000000"/>
                </a:solidFill>
                <a:latin typeface="Arial"/>
                <a:ea typeface="Arial"/>
                <a:cs typeface="Arial"/>
                <a:sym typeface="Arial"/>
              </a:rPr>
              <a:t>Exemplo</a:t>
            </a:r>
            <a:r>
              <a:rPr b="0" i="0" lang="pt-BR" sz="1400" u="none" cap="none" strike="noStrike">
                <a:solidFill>
                  <a:srgbClr val="000000"/>
                </a:solidFill>
                <a:latin typeface="Arial"/>
                <a:ea typeface="Arial"/>
                <a:cs typeface="Arial"/>
                <a:sym typeface="Arial"/>
              </a:rPr>
              <a:t>: você tem várias estrelas amarelas espalhadas pelo desenho → com a Magic Wand, basta clicar em uma delas e todas as outras serão selecionadas de uma vez..</a:t>
            </a:r>
            <a:endParaRPr b="0" i="0" sz="1400" u="none" cap="none" strike="noStrike">
              <a:solidFill>
                <a:srgbClr val="000000"/>
              </a:solidFill>
              <a:latin typeface="Arial"/>
              <a:ea typeface="Arial"/>
              <a:cs typeface="Arial"/>
              <a:sym typeface="Arial"/>
            </a:endParaRPr>
          </a:p>
        </p:txBody>
      </p:sp>
    </p:spTree>
  </p:cSld>
  <p:clrMapOvr>
    <a:masterClrMapping/>
  </p:clrMapOvr>
  <p:transition spd="slow">
    <p:push/>
  </p:transition>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89" name="Shape 189"/>
        <p:cNvGrpSpPr/>
        <p:nvPr/>
      </p:nvGrpSpPr>
      <p:grpSpPr>
        <a:xfrm>
          <a:off x="0" y="0"/>
          <a:ext cx="0" cy="0"/>
          <a:chOff x="0" y="0"/>
          <a:chExt cx="0" cy="0"/>
        </a:xfrm>
      </p:grpSpPr>
      <p:pic>
        <p:nvPicPr>
          <p:cNvPr id="190" name="Google Shape;190;p6"/>
          <p:cNvPicPr preferRelativeResize="0"/>
          <p:nvPr/>
        </p:nvPicPr>
        <p:blipFill rotWithShape="1">
          <a:blip r:embed="rId3">
            <a:alphaModFix/>
          </a:blip>
          <a:srcRect b="0" l="0" r="0" t="0"/>
          <a:stretch/>
        </p:blipFill>
        <p:spPr>
          <a:xfrm>
            <a:off x="5600700" y="2809875"/>
            <a:ext cx="3543300" cy="2905125"/>
          </a:xfrm>
          <a:prstGeom prst="rect">
            <a:avLst/>
          </a:prstGeom>
          <a:noFill/>
          <a:ln>
            <a:noFill/>
          </a:ln>
        </p:spPr>
      </p:pic>
      <p:sp>
        <p:nvSpPr>
          <p:cNvPr id="191" name="Google Shape;191;p6"/>
          <p:cNvSpPr/>
          <p:nvPr/>
        </p:nvSpPr>
        <p:spPr>
          <a:xfrm>
            <a:off x="0" y="0"/>
            <a:ext cx="9144000" cy="1054200"/>
          </a:xfrm>
          <a:prstGeom prst="rect">
            <a:avLst/>
          </a:prstGeom>
          <a:solidFill>
            <a:srgbClr val="FA981B"/>
          </a:solidFill>
          <a:ln cap="flat" cmpd="sng" w="14825">
            <a:solidFill>
              <a:srgbClr val="FA981B"/>
            </a:solidFill>
            <a:prstDash val="solid"/>
            <a:miter lim="800000"/>
            <a:headEnd len="sm" w="sm" type="none"/>
            <a:tailEnd len="sm" w="sm" type="none"/>
          </a:ln>
        </p:spPr>
        <p:txBody>
          <a:bodyPr anchorCtr="0" anchor="ctr" bIns="35550" lIns="71100" spcFirstLastPara="1" rIns="71100" wrap="square" tIns="35550">
            <a:noAutofit/>
          </a:bodyPr>
          <a:lstStyle/>
          <a:p>
            <a:pPr indent="0" lvl="0" marL="0" marR="0" rtl="0" algn="ctr">
              <a:lnSpc>
                <a:spcPct val="100000"/>
              </a:lnSpc>
              <a:spcBef>
                <a:spcPts val="0"/>
              </a:spcBef>
              <a:spcAft>
                <a:spcPts val="0"/>
              </a:spcAft>
              <a:buNone/>
            </a:pPr>
            <a:r>
              <a:rPr b="1" i="0" lang="pt-BR" sz="3600" u="none" cap="none" strike="noStrike">
                <a:solidFill>
                  <a:schemeClr val="lt1"/>
                </a:solidFill>
                <a:latin typeface="Arial"/>
                <a:ea typeface="Arial"/>
                <a:cs typeface="Arial"/>
                <a:sym typeface="Arial"/>
              </a:rPr>
              <a:t>Blob Brush Tool (Pincel de Mancha)</a:t>
            </a:r>
            <a:endParaRPr b="1" i="0" sz="3200" u="none" cap="none" strike="noStrike">
              <a:solidFill>
                <a:schemeClr val="lt1"/>
              </a:solidFill>
              <a:latin typeface="Arial"/>
              <a:ea typeface="Arial"/>
              <a:cs typeface="Arial"/>
              <a:sym typeface="Arial"/>
            </a:endParaRPr>
          </a:p>
        </p:txBody>
      </p:sp>
      <p:sp>
        <p:nvSpPr>
          <p:cNvPr id="192" name="Google Shape;192;p6"/>
          <p:cNvSpPr txBox="1"/>
          <p:nvPr/>
        </p:nvSpPr>
        <p:spPr>
          <a:xfrm>
            <a:off x="197068" y="1202131"/>
            <a:ext cx="8743731" cy="2893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pt-BR" sz="1400" u="none" cap="none" strike="noStrike">
                <a:solidFill>
                  <a:srgbClr val="000000"/>
                </a:solidFill>
                <a:latin typeface="Arial"/>
                <a:ea typeface="Arial"/>
                <a:cs typeface="Arial"/>
                <a:sym typeface="Arial"/>
              </a:rPr>
              <a:t>A </a:t>
            </a:r>
            <a:r>
              <a:rPr b="1" i="0" lang="pt-BR" sz="1400" u="none" cap="none" strike="noStrike">
                <a:solidFill>
                  <a:srgbClr val="000000"/>
                </a:solidFill>
                <a:latin typeface="Arial"/>
                <a:ea typeface="Arial"/>
                <a:cs typeface="Arial"/>
                <a:sym typeface="Arial"/>
              </a:rPr>
              <a:t>Blob Brush Tool</a:t>
            </a:r>
            <a:r>
              <a:rPr b="0" i="0" lang="pt-BR" sz="1400" u="none" cap="none" strike="noStrike">
                <a:solidFill>
                  <a:srgbClr val="000000"/>
                </a:solidFill>
                <a:latin typeface="Arial"/>
                <a:ea typeface="Arial"/>
                <a:cs typeface="Arial"/>
                <a:sym typeface="Arial"/>
              </a:rPr>
              <a:t> é diferente dos pincéis comuns. Com ela, você desenha formas preenchidas, como se estivesse pintando.</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1"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1" i="0" lang="pt-BR" sz="1400" u="none" cap="none" strike="noStrike">
                <a:solidFill>
                  <a:srgbClr val="000000"/>
                </a:solidFill>
                <a:latin typeface="Arial"/>
                <a:ea typeface="Arial"/>
                <a:cs typeface="Arial"/>
                <a:sym typeface="Arial"/>
              </a:rPr>
              <a:t>Onde encontrar</a:t>
            </a:r>
            <a:r>
              <a:rPr b="0" i="0" lang="pt-BR" sz="1400" u="none" cap="none" strike="noStrike">
                <a:solidFill>
                  <a:srgbClr val="000000"/>
                </a:solidFill>
                <a:latin typeface="Arial"/>
                <a:ea typeface="Arial"/>
                <a:cs typeface="Arial"/>
                <a:sym typeface="Arial"/>
              </a:rPr>
              <a:t>:</a:t>
            </a:r>
            <a:endParaRPr/>
          </a:p>
          <a:p>
            <a:pPr indent="-88900" lvl="0" marL="0" marR="0" rtl="0" algn="l">
              <a:lnSpc>
                <a:spcPct val="100000"/>
              </a:lnSpc>
              <a:spcBef>
                <a:spcPts val="0"/>
              </a:spcBef>
              <a:spcAft>
                <a:spcPts val="0"/>
              </a:spcAft>
              <a:buClr>
                <a:srgbClr val="000000"/>
              </a:buClr>
              <a:buSzPts val="1400"/>
              <a:buFont typeface="Arial"/>
              <a:buChar char="•"/>
            </a:pPr>
            <a:r>
              <a:rPr b="0" i="0" lang="pt-BR" sz="1400" u="none" cap="none" strike="noStrike">
                <a:solidFill>
                  <a:srgbClr val="000000"/>
                </a:solidFill>
                <a:latin typeface="Arial"/>
                <a:ea typeface="Arial"/>
                <a:cs typeface="Arial"/>
                <a:sym typeface="Arial"/>
              </a:rPr>
              <a:t> Barra de ferramentas → Ícone do </a:t>
            </a:r>
            <a:r>
              <a:rPr b="1" i="0" lang="pt-BR" sz="1400" u="none" cap="none" strike="noStrike">
                <a:solidFill>
                  <a:srgbClr val="000000"/>
                </a:solidFill>
                <a:latin typeface="Arial"/>
                <a:ea typeface="Arial"/>
                <a:cs typeface="Arial"/>
                <a:sym typeface="Arial"/>
              </a:rPr>
              <a:t>pincel sólido</a:t>
            </a:r>
            <a:r>
              <a:rPr b="0" i="0" lang="pt-BR" sz="1400" u="none" cap="none" strike="noStrike">
                <a:solidFill>
                  <a:srgbClr val="000000"/>
                </a:solidFill>
                <a:latin typeface="Arial"/>
                <a:ea typeface="Arial"/>
                <a:cs typeface="Arial"/>
                <a:sym typeface="Arial"/>
              </a:rPr>
              <a:t> (Blob Brush).</a:t>
            </a:r>
            <a:endParaRPr/>
          </a:p>
          <a:p>
            <a:pPr indent="-88900" lvl="0" marL="0" marR="0" rtl="0" algn="l">
              <a:lnSpc>
                <a:spcPct val="100000"/>
              </a:lnSpc>
              <a:spcBef>
                <a:spcPts val="0"/>
              </a:spcBef>
              <a:spcAft>
                <a:spcPts val="0"/>
              </a:spcAft>
              <a:buClr>
                <a:srgbClr val="000000"/>
              </a:buClr>
              <a:buSzPts val="1400"/>
              <a:buFont typeface="Arial"/>
              <a:buChar char="•"/>
            </a:pPr>
            <a:r>
              <a:rPr b="0" i="0" lang="pt-BR" sz="1400" u="none" cap="none" strike="noStrike">
                <a:solidFill>
                  <a:srgbClr val="000000"/>
                </a:solidFill>
                <a:latin typeface="Arial"/>
                <a:ea typeface="Arial"/>
                <a:cs typeface="Arial"/>
                <a:sym typeface="Arial"/>
              </a:rPr>
              <a:t> Atalho: </a:t>
            </a:r>
            <a:r>
              <a:rPr b="1" i="0" lang="pt-BR" sz="1400" u="none" cap="none" strike="noStrike">
                <a:solidFill>
                  <a:srgbClr val="000000"/>
                </a:solidFill>
                <a:latin typeface="Arial"/>
                <a:ea typeface="Arial"/>
                <a:cs typeface="Arial"/>
                <a:sym typeface="Arial"/>
              </a:rPr>
              <a:t>Shift + B</a:t>
            </a:r>
            <a:r>
              <a:rPr b="0" i="0" lang="pt-BR" sz="1400" u="none" cap="none" strike="noStrike">
                <a:solidFill>
                  <a:srgbClr val="000000"/>
                </a:solidFill>
                <a:latin typeface="Arial"/>
                <a:ea typeface="Arial"/>
                <a:cs typeface="Arial"/>
                <a:sym typeface="Arial"/>
              </a:rPr>
              <a:t>.</a:t>
            </a:r>
            <a:endParaRPr/>
          </a:p>
          <a:p>
            <a:pPr indent="0" lvl="0" marL="0" marR="0" rtl="0" algn="l">
              <a:lnSpc>
                <a:spcPct val="100000"/>
              </a:lnSpc>
              <a:spcBef>
                <a:spcPts val="0"/>
              </a:spcBef>
              <a:spcAft>
                <a:spcPts val="0"/>
              </a:spcAft>
              <a:buClr>
                <a:srgbClr val="000000"/>
              </a:buClr>
              <a:buSzPts val="1400"/>
              <a:buFont typeface="Arial"/>
              <a:buNone/>
            </a:pPr>
            <a:r>
              <a:t/>
            </a:r>
            <a:endParaRPr b="1"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1" i="0" lang="pt-BR" sz="1400" u="none" cap="none" strike="noStrike">
                <a:solidFill>
                  <a:srgbClr val="000000"/>
                </a:solidFill>
                <a:latin typeface="Arial"/>
                <a:ea typeface="Arial"/>
                <a:cs typeface="Arial"/>
                <a:sym typeface="Arial"/>
              </a:rPr>
              <a:t>Como usar</a:t>
            </a:r>
            <a:r>
              <a:rPr b="0" i="0" lang="pt-BR" sz="1400" u="none" cap="none" strike="noStrike">
                <a:solidFill>
                  <a:srgbClr val="000000"/>
                </a:solidFill>
                <a:latin typeface="Arial"/>
                <a:ea typeface="Arial"/>
                <a:cs typeface="Arial"/>
                <a:sym typeface="Arial"/>
              </a:rPr>
              <a:t>:</a:t>
            </a:r>
            <a:endParaRPr/>
          </a:p>
          <a:p>
            <a:pPr indent="-88900" lvl="0" marL="0" marR="0" rtl="0" algn="l">
              <a:lnSpc>
                <a:spcPct val="100000"/>
              </a:lnSpc>
              <a:spcBef>
                <a:spcPts val="0"/>
              </a:spcBef>
              <a:spcAft>
                <a:spcPts val="0"/>
              </a:spcAft>
              <a:buClr>
                <a:srgbClr val="000000"/>
              </a:buClr>
              <a:buSzPts val="1400"/>
              <a:buFont typeface="Arial"/>
              <a:buAutoNum type="arabicPeriod"/>
            </a:pPr>
            <a:r>
              <a:rPr b="0" i="0" lang="pt-BR" sz="1400" u="none" cap="none" strike="noStrike">
                <a:solidFill>
                  <a:srgbClr val="000000"/>
                </a:solidFill>
                <a:latin typeface="Arial"/>
                <a:ea typeface="Arial"/>
                <a:cs typeface="Arial"/>
                <a:sym typeface="Arial"/>
              </a:rPr>
              <a:t>Selecione a </a:t>
            </a:r>
            <a:r>
              <a:rPr b="1" i="0" lang="pt-BR" sz="1400" u="none" cap="none" strike="noStrike">
                <a:solidFill>
                  <a:srgbClr val="000000"/>
                </a:solidFill>
                <a:latin typeface="Arial"/>
                <a:ea typeface="Arial"/>
                <a:cs typeface="Arial"/>
                <a:sym typeface="Arial"/>
              </a:rPr>
              <a:t>Blob Brush Tool (Shift + B)</a:t>
            </a:r>
            <a:r>
              <a:rPr b="0" i="0" lang="pt-BR" sz="1400" u="none" cap="none" strike="noStrike">
                <a:solidFill>
                  <a:srgbClr val="000000"/>
                </a:solidFill>
                <a:latin typeface="Arial"/>
                <a:ea typeface="Arial"/>
                <a:cs typeface="Arial"/>
                <a:sym typeface="Arial"/>
              </a:rPr>
              <a:t>.</a:t>
            </a:r>
            <a:endParaRPr/>
          </a:p>
          <a:p>
            <a:pPr indent="-88900" lvl="0" marL="0" marR="0" rtl="0" algn="l">
              <a:lnSpc>
                <a:spcPct val="100000"/>
              </a:lnSpc>
              <a:spcBef>
                <a:spcPts val="0"/>
              </a:spcBef>
              <a:spcAft>
                <a:spcPts val="0"/>
              </a:spcAft>
              <a:buClr>
                <a:srgbClr val="000000"/>
              </a:buClr>
              <a:buSzPts val="1400"/>
              <a:buFont typeface="Arial"/>
              <a:buAutoNum type="arabicPeriod"/>
            </a:pPr>
            <a:r>
              <a:rPr b="0" i="0" lang="pt-BR" sz="1400" u="none" cap="none" strike="noStrike">
                <a:solidFill>
                  <a:srgbClr val="000000"/>
                </a:solidFill>
                <a:latin typeface="Arial"/>
                <a:ea typeface="Arial"/>
                <a:cs typeface="Arial"/>
                <a:sym typeface="Arial"/>
              </a:rPr>
              <a:t>Escolha uma cor de preenchimento.</a:t>
            </a:r>
            <a:endParaRPr/>
          </a:p>
          <a:p>
            <a:pPr indent="-88900" lvl="0" marL="0" marR="0" rtl="0" algn="l">
              <a:lnSpc>
                <a:spcPct val="100000"/>
              </a:lnSpc>
              <a:spcBef>
                <a:spcPts val="0"/>
              </a:spcBef>
              <a:spcAft>
                <a:spcPts val="0"/>
              </a:spcAft>
              <a:buClr>
                <a:srgbClr val="000000"/>
              </a:buClr>
              <a:buSzPts val="1400"/>
              <a:buFont typeface="Arial"/>
              <a:buAutoNum type="arabicPeriod"/>
            </a:pPr>
            <a:r>
              <a:rPr b="0" i="0" lang="pt-BR" sz="1400" u="none" cap="none" strike="noStrike">
                <a:solidFill>
                  <a:srgbClr val="000000"/>
                </a:solidFill>
                <a:latin typeface="Arial"/>
                <a:ea typeface="Arial"/>
                <a:cs typeface="Arial"/>
                <a:sym typeface="Arial"/>
              </a:rPr>
              <a:t>Clique e arraste para desenhar → será criada uma forma sólida.</a:t>
            </a:r>
            <a:endParaRPr/>
          </a:p>
          <a:p>
            <a:pPr indent="-88900" lvl="0" marL="0" marR="0" rtl="0" algn="l">
              <a:lnSpc>
                <a:spcPct val="100000"/>
              </a:lnSpc>
              <a:spcBef>
                <a:spcPts val="0"/>
              </a:spcBef>
              <a:spcAft>
                <a:spcPts val="0"/>
              </a:spcAft>
              <a:buClr>
                <a:srgbClr val="000000"/>
              </a:buClr>
              <a:buSzPts val="1400"/>
              <a:buFont typeface="Arial"/>
              <a:buAutoNum type="arabicPeriod"/>
            </a:pPr>
            <a:r>
              <a:rPr b="0" i="0" lang="pt-BR" sz="1400" u="none" cap="none" strike="noStrike">
                <a:solidFill>
                  <a:srgbClr val="000000"/>
                </a:solidFill>
                <a:latin typeface="Arial"/>
                <a:ea typeface="Arial"/>
                <a:cs typeface="Arial"/>
                <a:sym typeface="Arial"/>
              </a:rPr>
              <a:t>Se você desenhar de novo com a mesma cor e encostar no desenho, os traços se </a:t>
            </a:r>
            <a:r>
              <a:rPr b="1" i="0" lang="pt-BR" sz="1400" u="none" cap="none" strike="noStrike">
                <a:solidFill>
                  <a:srgbClr val="000000"/>
                </a:solidFill>
                <a:latin typeface="Arial"/>
                <a:ea typeface="Arial"/>
                <a:cs typeface="Arial"/>
                <a:sym typeface="Arial"/>
              </a:rPr>
              <a:t>fundem em um único objeto vetorial</a:t>
            </a:r>
            <a:r>
              <a:rPr b="0" i="0" lang="pt-BR" sz="1400" u="none" cap="none" strike="noStrike">
                <a:solidFill>
                  <a:srgbClr val="000000"/>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spTree>
  </p:cSld>
  <p:clrMapOvr>
    <a:masterClrMapping/>
  </p:clrMapOvr>
  <p:transition spd="slow">
    <p:push/>
  </p:transition>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96" name="Shape 196"/>
        <p:cNvGrpSpPr/>
        <p:nvPr/>
      </p:nvGrpSpPr>
      <p:grpSpPr>
        <a:xfrm>
          <a:off x="0" y="0"/>
          <a:ext cx="0" cy="0"/>
          <a:chOff x="0" y="0"/>
          <a:chExt cx="0" cy="0"/>
        </a:xfrm>
      </p:grpSpPr>
      <p:sp>
        <p:nvSpPr>
          <p:cNvPr id="197" name="Google Shape;197;p10"/>
          <p:cNvSpPr/>
          <p:nvPr/>
        </p:nvSpPr>
        <p:spPr>
          <a:xfrm>
            <a:off x="0" y="0"/>
            <a:ext cx="9144000" cy="1054200"/>
          </a:xfrm>
          <a:prstGeom prst="rect">
            <a:avLst/>
          </a:prstGeom>
          <a:solidFill>
            <a:srgbClr val="FA981B"/>
          </a:solidFill>
          <a:ln cap="flat" cmpd="sng" w="14825">
            <a:solidFill>
              <a:srgbClr val="FA981B"/>
            </a:solidFill>
            <a:prstDash val="solid"/>
            <a:miter lim="800000"/>
            <a:headEnd len="sm" w="sm" type="none"/>
            <a:tailEnd len="sm" w="sm" type="none"/>
          </a:ln>
        </p:spPr>
        <p:txBody>
          <a:bodyPr anchorCtr="0" anchor="ctr" bIns="35550" lIns="71100" spcFirstLastPara="1" rIns="71100" wrap="square" tIns="35550">
            <a:noAutofit/>
          </a:bodyPr>
          <a:lstStyle/>
          <a:p>
            <a:pPr indent="0" lvl="0" marL="0" marR="0" rtl="0" algn="ctr">
              <a:lnSpc>
                <a:spcPct val="100000"/>
              </a:lnSpc>
              <a:spcBef>
                <a:spcPts val="0"/>
              </a:spcBef>
              <a:spcAft>
                <a:spcPts val="0"/>
              </a:spcAft>
              <a:buNone/>
            </a:pPr>
            <a:r>
              <a:rPr b="1" i="0" lang="pt-BR" sz="3600" u="none" cap="none" strike="noStrike">
                <a:solidFill>
                  <a:schemeClr val="lt1"/>
                </a:solidFill>
                <a:latin typeface="Arial"/>
                <a:ea typeface="Arial"/>
                <a:cs typeface="Arial"/>
                <a:sym typeface="Arial"/>
              </a:rPr>
              <a:t>Eyedropper Tool - Conta-gotas</a:t>
            </a:r>
            <a:endParaRPr b="1" i="0" sz="3200" u="none" cap="none" strike="noStrike">
              <a:solidFill>
                <a:schemeClr val="lt1"/>
              </a:solidFill>
              <a:latin typeface="Arial"/>
              <a:ea typeface="Arial"/>
              <a:cs typeface="Arial"/>
              <a:sym typeface="Arial"/>
            </a:endParaRPr>
          </a:p>
        </p:txBody>
      </p:sp>
      <p:sp>
        <p:nvSpPr>
          <p:cNvPr id="198" name="Google Shape;198;p10"/>
          <p:cNvSpPr txBox="1"/>
          <p:nvPr/>
        </p:nvSpPr>
        <p:spPr>
          <a:xfrm>
            <a:off x="270641" y="1156091"/>
            <a:ext cx="8263758" cy="2893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pt-BR" sz="1400" u="none" cap="none" strike="noStrike">
                <a:solidFill>
                  <a:srgbClr val="000000"/>
                </a:solidFill>
                <a:latin typeface="Arial"/>
                <a:ea typeface="Arial"/>
                <a:cs typeface="Arial"/>
                <a:sym typeface="Arial"/>
              </a:rPr>
              <a:t>A </a:t>
            </a:r>
            <a:r>
              <a:rPr b="1" i="0" lang="pt-BR" sz="1400" u="none" cap="none" strike="noStrike">
                <a:solidFill>
                  <a:srgbClr val="000000"/>
                </a:solidFill>
                <a:latin typeface="Arial"/>
                <a:ea typeface="Arial"/>
                <a:cs typeface="Arial"/>
                <a:sym typeface="Arial"/>
              </a:rPr>
              <a:t>Eyedropper Tool</a:t>
            </a:r>
            <a:r>
              <a:rPr b="0" i="0" lang="pt-BR" sz="1400" u="none" cap="none" strike="noStrike">
                <a:solidFill>
                  <a:srgbClr val="000000"/>
                </a:solidFill>
                <a:latin typeface="Arial"/>
                <a:ea typeface="Arial"/>
                <a:cs typeface="Arial"/>
                <a:sym typeface="Arial"/>
              </a:rPr>
              <a:t> funciona como um conta-gotas: você “pega” a aparência de um objeto (cor, traço, preenchimento) e aplica em outro. É muito prática para manter o design com </a:t>
            </a:r>
            <a:r>
              <a:rPr b="1" i="0" lang="pt-BR" sz="1400" u="none" cap="none" strike="noStrike">
                <a:solidFill>
                  <a:srgbClr val="000000"/>
                </a:solidFill>
                <a:latin typeface="Arial"/>
                <a:ea typeface="Arial"/>
                <a:cs typeface="Arial"/>
                <a:sym typeface="Arial"/>
              </a:rPr>
              <a:t>cores e estilos consistentes</a:t>
            </a:r>
            <a:r>
              <a:rPr b="0" i="0" lang="pt-BR" sz="1400" u="none" cap="none" strike="noStrike">
                <a:solidFill>
                  <a:srgbClr val="000000"/>
                </a:solidFill>
                <a:latin typeface="Arial"/>
                <a:ea typeface="Arial"/>
                <a:cs typeface="Arial"/>
                <a:sym typeface="Arial"/>
              </a:rPr>
              <a:t>.</a:t>
            </a:r>
            <a:endParaRPr/>
          </a:p>
          <a:p>
            <a:pPr indent="0" lvl="0" marL="0" marR="0" rtl="0" algn="l">
              <a:lnSpc>
                <a:spcPct val="100000"/>
              </a:lnSpc>
              <a:spcBef>
                <a:spcPts val="0"/>
              </a:spcBef>
              <a:spcAft>
                <a:spcPts val="0"/>
              </a:spcAft>
              <a:buClr>
                <a:srgbClr val="000000"/>
              </a:buClr>
              <a:buSzPts val="1400"/>
              <a:buFont typeface="Arial"/>
              <a:buNone/>
            </a:pPr>
            <a:r>
              <a:t/>
            </a:r>
            <a:endParaRPr b="1"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1" i="0" lang="pt-BR" sz="1400" u="none" cap="none" strike="noStrike">
                <a:solidFill>
                  <a:srgbClr val="000000"/>
                </a:solidFill>
                <a:latin typeface="Arial"/>
                <a:ea typeface="Arial"/>
                <a:cs typeface="Arial"/>
                <a:sym typeface="Arial"/>
              </a:rPr>
              <a:t>Onde encontrar</a:t>
            </a:r>
            <a:r>
              <a:rPr b="0" i="0" lang="pt-BR" sz="1400" u="none" cap="none" strike="noStrike">
                <a:solidFill>
                  <a:srgbClr val="000000"/>
                </a:solidFill>
                <a:latin typeface="Arial"/>
                <a:ea typeface="Arial"/>
                <a:cs typeface="Arial"/>
                <a:sym typeface="Arial"/>
              </a:rPr>
              <a:t>:</a:t>
            </a:r>
            <a:endParaRPr/>
          </a:p>
          <a:p>
            <a:pPr indent="-88900" lvl="0" marL="0" marR="0" rtl="0" algn="l">
              <a:lnSpc>
                <a:spcPct val="100000"/>
              </a:lnSpc>
              <a:spcBef>
                <a:spcPts val="0"/>
              </a:spcBef>
              <a:spcAft>
                <a:spcPts val="0"/>
              </a:spcAft>
              <a:buClr>
                <a:srgbClr val="000000"/>
              </a:buClr>
              <a:buSzPts val="1400"/>
              <a:buFont typeface="Arial"/>
              <a:buChar char="•"/>
            </a:pPr>
            <a:r>
              <a:rPr b="0" i="0" lang="pt-BR" sz="1400" u="none" cap="none" strike="noStrike">
                <a:solidFill>
                  <a:srgbClr val="000000"/>
                </a:solidFill>
                <a:latin typeface="Arial"/>
                <a:ea typeface="Arial"/>
                <a:cs typeface="Arial"/>
                <a:sym typeface="Arial"/>
              </a:rPr>
              <a:t> Barra de ferramentas → Ícone do </a:t>
            </a:r>
            <a:r>
              <a:rPr b="1" i="0" lang="pt-BR" sz="1400" u="none" cap="none" strike="noStrike">
                <a:solidFill>
                  <a:srgbClr val="000000"/>
                </a:solidFill>
                <a:latin typeface="Arial"/>
                <a:ea typeface="Arial"/>
                <a:cs typeface="Arial"/>
                <a:sym typeface="Arial"/>
              </a:rPr>
              <a:t>conta-gotas</a:t>
            </a:r>
            <a:r>
              <a:rPr b="0" i="0" lang="pt-BR" sz="1400" u="none" cap="none" strike="noStrike">
                <a:solidFill>
                  <a:srgbClr val="000000"/>
                </a:solidFill>
                <a:latin typeface="Arial"/>
                <a:ea typeface="Arial"/>
                <a:cs typeface="Arial"/>
                <a:sym typeface="Arial"/>
              </a:rPr>
              <a:t>.</a:t>
            </a:r>
            <a:endParaRPr/>
          </a:p>
          <a:p>
            <a:pPr indent="-88900" lvl="0" marL="0" marR="0" rtl="0" algn="l">
              <a:lnSpc>
                <a:spcPct val="100000"/>
              </a:lnSpc>
              <a:spcBef>
                <a:spcPts val="0"/>
              </a:spcBef>
              <a:spcAft>
                <a:spcPts val="0"/>
              </a:spcAft>
              <a:buClr>
                <a:srgbClr val="000000"/>
              </a:buClr>
              <a:buSzPts val="1400"/>
              <a:buFont typeface="Arial"/>
              <a:buChar char="•"/>
            </a:pPr>
            <a:r>
              <a:rPr b="0" i="0" lang="pt-BR" sz="1400" u="none" cap="none" strike="noStrike">
                <a:solidFill>
                  <a:srgbClr val="000000"/>
                </a:solidFill>
                <a:latin typeface="Arial"/>
                <a:ea typeface="Arial"/>
                <a:cs typeface="Arial"/>
                <a:sym typeface="Arial"/>
              </a:rPr>
              <a:t> Atalho: </a:t>
            </a:r>
            <a:r>
              <a:rPr b="1" i="0" lang="pt-BR" sz="1400" u="none" cap="none" strike="noStrike">
                <a:solidFill>
                  <a:srgbClr val="000000"/>
                </a:solidFill>
                <a:latin typeface="Arial"/>
                <a:ea typeface="Arial"/>
                <a:cs typeface="Arial"/>
                <a:sym typeface="Arial"/>
              </a:rPr>
              <a:t>I</a:t>
            </a:r>
            <a:r>
              <a:rPr b="0" i="0" lang="pt-BR" sz="1400" u="none" cap="none" strike="noStrike">
                <a:solidFill>
                  <a:srgbClr val="000000"/>
                </a:solidFill>
                <a:latin typeface="Arial"/>
                <a:ea typeface="Arial"/>
                <a:cs typeface="Arial"/>
                <a:sym typeface="Arial"/>
              </a:rPr>
              <a:t>.</a:t>
            </a:r>
            <a:endParaRPr/>
          </a:p>
          <a:p>
            <a:pPr indent="0" lvl="0" marL="0" marR="0" rtl="0" algn="l">
              <a:lnSpc>
                <a:spcPct val="100000"/>
              </a:lnSpc>
              <a:spcBef>
                <a:spcPts val="0"/>
              </a:spcBef>
              <a:spcAft>
                <a:spcPts val="0"/>
              </a:spcAft>
              <a:buClr>
                <a:srgbClr val="000000"/>
              </a:buClr>
              <a:buSzPts val="1400"/>
              <a:buFont typeface="Arial"/>
              <a:buNone/>
            </a:pPr>
            <a:r>
              <a:t/>
            </a:r>
            <a:endParaRPr b="1"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1" i="0" lang="pt-BR" sz="1400" u="none" cap="none" strike="noStrike">
                <a:solidFill>
                  <a:srgbClr val="000000"/>
                </a:solidFill>
                <a:latin typeface="Arial"/>
                <a:ea typeface="Arial"/>
                <a:cs typeface="Arial"/>
                <a:sym typeface="Arial"/>
              </a:rPr>
              <a:t>Como usar</a:t>
            </a:r>
            <a:r>
              <a:rPr b="0" i="0" lang="pt-BR" sz="1400" u="none" cap="none" strike="noStrike">
                <a:solidFill>
                  <a:srgbClr val="000000"/>
                </a:solidFill>
                <a:latin typeface="Arial"/>
                <a:ea typeface="Arial"/>
                <a:cs typeface="Arial"/>
                <a:sym typeface="Arial"/>
              </a:rPr>
              <a:t>:</a:t>
            </a:r>
            <a:endParaRPr/>
          </a:p>
          <a:p>
            <a:pPr indent="-88900" lvl="0" marL="0" marR="0" rtl="0" algn="l">
              <a:lnSpc>
                <a:spcPct val="100000"/>
              </a:lnSpc>
              <a:spcBef>
                <a:spcPts val="0"/>
              </a:spcBef>
              <a:spcAft>
                <a:spcPts val="0"/>
              </a:spcAft>
              <a:buClr>
                <a:srgbClr val="000000"/>
              </a:buClr>
              <a:buSzPts val="1400"/>
              <a:buFont typeface="Arial"/>
              <a:buAutoNum type="arabicPeriod"/>
            </a:pPr>
            <a:r>
              <a:rPr b="0" i="0" lang="pt-BR" sz="1400" u="none" cap="none" strike="noStrike">
                <a:solidFill>
                  <a:srgbClr val="000000"/>
                </a:solidFill>
                <a:latin typeface="Arial"/>
                <a:ea typeface="Arial"/>
                <a:cs typeface="Arial"/>
                <a:sym typeface="Arial"/>
              </a:rPr>
              <a:t>Selecione o objeto que vai receber a aparência.</a:t>
            </a:r>
            <a:endParaRPr/>
          </a:p>
          <a:p>
            <a:pPr indent="-88900" lvl="0" marL="0" marR="0" rtl="0" algn="l">
              <a:lnSpc>
                <a:spcPct val="100000"/>
              </a:lnSpc>
              <a:spcBef>
                <a:spcPts val="0"/>
              </a:spcBef>
              <a:spcAft>
                <a:spcPts val="0"/>
              </a:spcAft>
              <a:buClr>
                <a:srgbClr val="000000"/>
              </a:buClr>
              <a:buSzPts val="1400"/>
              <a:buFont typeface="Arial"/>
              <a:buAutoNum type="arabicPeriod"/>
            </a:pPr>
            <a:r>
              <a:rPr b="0" i="0" lang="pt-BR" sz="1400" u="none" cap="none" strike="noStrike">
                <a:solidFill>
                  <a:srgbClr val="000000"/>
                </a:solidFill>
                <a:latin typeface="Arial"/>
                <a:ea typeface="Arial"/>
                <a:cs typeface="Arial"/>
                <a:sym typeface="Arial"/>
              </a:rPr>
              <a:t>Clique na </a:t>
            </a:r>
            <a:r>
              <a:rPr b="1" i="0" lang="pt-BR" sz="1400" u="none" cap="none" strike="noStrike">
                <a:solidFill>
                  <a:srgbClr val="000000"/>
                </a:solidFill>
                <a:latin typeface="Arial"/>
                <a:ea typeface="Arial"/>
                <a:cs typeface="Arial"/>
                <a:sym typeface="Arial"/>
              </a:rPr>
              <a:t>Eyedropper Tool (I)</a:t>
            </a:r>
            <a:r>
              <a:rPr b="0" i="0" lang="pt-BR" sz="1400" u="none" cap="none" strike="noStrike">
                <a:solidFill>
                  <a:srgbClr val="000000"/>
                </a:solidFill>
                <a:latin typeface="Arial"/>
                <a:ea typeface="Arial"/>
                <a:cs typeface="Arial"/>
                <a:sym typeface="Arial"/>
              </a:rPr>
              <a:t>.</a:t>
            </a:r>
            <a:endParaRPr/>
          </a:p>
          <a:p>
            <a:pPr indent="-88900" lvl="0" marL="0" marR="0" rtl="0" algn="l">
              <a:lnSpc>
                <a:spcPct val="100000"/>
              </a:lnSpc>
              <a:spcBef>
                <a:spcPts val="0"/>
              </a:spcBef>
              <a:spcAft>
                <a:spcPts val="0"/>
              </a:spcAft>
              <a:buClr>
                <a:srgbClr val="000000"/>
              </a:buClr>
              <a:buSzPts val="1400"/>
              <a:buFont typeface="Arial"/>
              <a:buAutoNum type="arabicPeriod"/>
            </a:pPr>
            <a:r>
              <a:rPr b="0" i="0" lang="pt-BR" sz="1400" u="none" cap="none" strike="noStrike">
                <a:solidFill>
                  <a:srgbClr val="000000"/>
                </a:solidFill>
                <a:latin typeface="Arial"/>
                <a:ea typeface="Arial"/>
                <a:cs typeface="Arial"/>
                <a:sym typeface="Arial"/>
              </a:rPr>
              <a:t>Clique no objeto de onde você quer copiar a cor/estilo.</a:t>
            </a:r>
            <a:endParaRPr/>
          </a:p>
          <a:p>
            <a:pPr indent="-88900" lvl="0" marL="0" marR="0" rtl="0" algn="l">
              <a:lnSpc>
                <a:spcPct val="100000"/>
              </a:lnSpc>
              <a:spcBef>
                <a:spcPts val="0"/>
              </a:spcBef>
              <a:spcAft>
                <a:spcPts val="0"/>
              </a:spcAft>
              <a:buClr>
                <a:srgbClr val="000000"/>
              </a:buClr>
              <a:buSzPts val="1400"/>
              <a:buFont typeface="Arial"/>
              <a:buAutoNum type="arabicPeriod"/>
            </a:pPr>
            <a:r>
              <a:rPr b="0" i="0" lang="pt-BR" sz="1400" u="none" cap="none" strike="noStrike">
                <a:solidFill>
                  <a:srgbClr val="000000"/>
                </a:solidFill>
                <a:latin typeface="Arial"/>
                <a:ea typeface="Arial"/>
                <a:cs typeface="Arial"/>
                <a:sym typeface="Arial"/>
              </a:rPr>
              <a:t>Pronto → o primeiro objeto recebe a mesma aparência.</a:t>
            </a:r>
            <a:endParaRPr b="0" i="0" sz="1400" u="none" cap="none" strike="noStrike">
              <a:solidFill>
                <a:srgbClr val="000000"/>
              </a:solidFill>
              <a:latin typeface="Arial"/>
              <a:ea typeface="Arial"/>
              <a:cs typeface="Arial"/>
              <a:sym typeface="Arial"/>
            </a:endParaRPr>
          </a:p>
        </p:txBody>
      </p:sp>
      <p:pic>
        <p:nvPicPr>
          <p:cNvPr id="199" name="Google Shape;199;p10"/>
          <p:cNvPicPr preferRelativeResize="0"/>
          <p:nvPr/>
        </p:nvPicPr>
        <p:blipFill rotWithShape="1">
          <a:blip r:embed="rId3">
            <a:alphaModFix/>
          </a:blip>
          <a:srcRect b="0" l="0" r="0" t="0"/>
          <a:stretch/>
        </p:blipFill>
        <p:spPr>
          <a:xfrm>
            <a:off x="4888089" y="4406607"/>
            <a:ext cx="4043715" cy="1104840"/>
          </a:xfrm>
          <a:prstGeom prst="rect">
            <a:avLst/>
          </a:prstGeom>
          <a:noFill/>
          <a:ln>
            <a:noFill/>
          </a:ln>
        </p:spPr>
      </p:pic>
    </p:spTree>
  </p:cSld>
  <p:clrMapOvr>
    <a:masterClrMapping/>
  </p:clrMapOvr>
  <p:transition spd="slow">
    <p:push/>
  </p:transition>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03" name="Shape 203"/>
        <p:cNvGrpSpPr/>
        <p:nvPr/>
      </p:nvGrpSpPr>
      <p:grpSpPr>
        <a:xfrm>
          <a:off x="0" y="0"/>
          <a:ext cx="0" cy="0"/>
          <a:chOff x="0" y="0"/>
          <a:chExt cx="0" cy="0"/>
        </a:xfrm>
      </p:grpSpPr>
      <p:sp>
        <p:nvSpPr>
          <p:cNvPr id="204" name="Google Shape;204;p11"/>
          <p:cNvSpPr/>
          <p:nvPr/>
        </p:nvSpPr>
        <p:spPr>
          <a:xfrm>
            <a:off x="0" y="0"/>
            <a:ext cx="9144000" cy="1054200"/>
          </a:xfrm>
          <a:prstGeom prst="rect">
            <a:avLst/>
          </a:prstGeom>
          <a:solidFill>
            <a:srgbClr val="FA981B"/>
          </a:solidFill>
          <a:ln cap="flat" cmpd="sng" w="14825">
            <a:solidFill>
              <a:srgbClr val="FA981B"/>
            </a:solidFill>
            <a:prstDash val="solid"/>
            <a:miter lim="800000"/>
            <a:headEnd len="sm" w="sm" type="none"/>
            <a:tailEnd len="sm" w="sm" type="none"/>
          </a:ln>
        </p:spPr>
        <p:txBody>
          <a:bodyPr anchorCtr="0" anchor="ctr" bIns="35550" lIns="71100" spcFirstLastPara="1" rIns="71100" wrap="square" tIns="35550">
            <a:noAutofit/>
          </a:bodyPr>
          <a:lstStyle/>
          <a:p>
            <a:pPr indent="0" lvl="0" marL="0" marR="0" rtl="0" algn="ctr">
              <a:lnSpc>
                <a:spcPct val="100000"/>
              </a:lnSpc>
              <a:spcBef>
                <a:spcPts val="0"/>
              </a:spcBef>
              <a:spcAft>
                <a:spcPts val="0"/>
              </a:spcAft>
              <a:buNone/>
            </a:pPr>
            <a:r>
              <a:rPr b="1" i="0" lang="pt-BR" sz="2000" u="none" cap="none" strike="noStrike">
                <a:solidFill>
                  <a:schemeClr val="lt1"/>
                </a:solidFill>
                <a:latin typeface="Arial"/>
                <a:ea typeface="Arial"/>
                <a:cs typeface="Arial"/>
                <a:sym typeface="Arial"/>
              </a:rPr>
              <a:t>ATIVIDADE – CRIANDO UMA PROPAGANDA NO ILLUSTRATOR</a:t>
            </a:r>
            <a:endParaRPr b="1" i="0" sz="1800" u="none" cap="none" strike="noStrike">
              <a:solidFill>
                <a:schemeClr val="lt1"/>
              </a:solidFill>
              <a:latin typeface="Arial"/>
              <a:ea typeface="Arial"/>
              <a:cs typeface="Arial"/>
              <a:sym typeface="Arial"/>
            </a:endParaRPr>
          </a:p>
        </p:txBody>
      </p:sp>
      <p:sp>
        <p:nvSpPr>
          <p:cNvPr id="205" name="Google Shape;205;p11"/>
          <p:cNvSpPr txBox="1"/>
          <p:nvPr/>
        </p:nvSpPr>
        <p:spPr>
          <a:xfrm>
            <a:off x="254292" y="1217553"/>
            <a:ext cx="4577254" cy="116955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pt-BR" sz="1400" u="none" cap="none" strike="noStrike">
                <a:solidFill>
                  <a:srgbClr val="000000"/>
                </a:solidFill>
                <a:latin typeface="Arial"/>
                <a:ea typeface="Arial"/>
                <a:cs typeface="Arial"/>
                <a:sym typeface="Arial"/>
              </a:rPr>
              <a:t>Criar um cartaz de propaganda misturando:</a:t>
            </a:r>
            <a:endParaRPr/>
          </a:p>
          <a:p>
            <a:pPr indent="-88900" lvl="0" marL="0" marR="0" rtl="0" algn="l">
              <a:lnSpc>
                <a:spcPct val="100000"/>
              </a:lnSpc>
              <a:spcBef>
                <a:spcPts val="0"/>
              </a:spcBef>
              <a:spcAft>
                <a:spcPts val="0"/>
              </a:spcAft>
              <a:buClr>
                <a:srgbClr val="000000"/>
              </a:buClr>
              <a:buSzPts val="1400"/>
              <a:buFont typeface="Arial"/>
              <a:buChar char="•"/>
            </a:pPr>
            <a:r>
              <a:rPr b="0" i="0" lang="pt-BR" sz="1400" u="none" cap="none" strike="noStrike">
                <a:solidFill>
                  <a:srgbClr val="000000"/>
                </a:solidFill>
                <a:latin typeface="Arial"/>
                <a:ea typeface="Arial"/>
                <a:cs typeface="Arial"/>
                <a:sym typeface="Arial"/>
              </a:rPr>
              <a:t> Formas geométricas</a:t>
            </a:r>
            <a:endParaRPr/>
          </a:p>
          <a:p>
            <a:pPr indent="-88900" lvl="0" marL="0" marR="0" rtl="0" algn="l">
              <a:lnSpc>
                <a:spcPct val="100000"/>
              </a:lnSpc>
              <a:spcBef>
                <a:spcPts val="0"/>
              </a:spcBef>
              <a:spcAft>
                <a:spcPts val="0"/>
              </a:spcAft>
              <a:buClr>
                <a:srgbClr val="000000"/>
              </a:buClr>
              <a:buSzPts val="1400"/>
              <a:buFont typeface="Arial"/>
              <a:buChar char="•"/>
            </a:pPr>
            <a:r>
              <a:rPr b="0" i="0" lang="pt-BR" sz="1400" u="none" cap="none" strike="noStrike">
                <a:solidFill>
                  <a:srgbClr val="000000"/>
                </a:solidFill>
                <a:latin typeface="Arial"/>
                <a:ea typeface="Arial"/>
                <a:cs typeface="Arial"/>
                <a:sym typeface="Arial"/>
              </a:rPr>
              <a:t> Desenho simples</a:t>
            </a:r>
            <a:endParaRPr/>
          </a:p>
          <a:p>
            <a:pPr indent="-88900" lvl="0" marL="0" marR="0" rtl="0" algn="l">
              <a:lnSpc>
                <a:spcPct val="100000"/>
              </a:lnSpc>
              <a:spcBef>
                <a:spcPts val="0"/>
              </a:spcBef>
              <a:spcAft>
                <a:spcPts val="0"/>
              </a:spcAft>
              <a:buClr>
                <a:srgbClr val="000000"/>
              </a:buClr>
              <a:buSzPts val="1400"/>
              <a:buFont typeface="Arial"/>
              <a:buChar char="•"/>
            </a:pPr>
            <a:r>
              <a:rPr b="0" i="0" lang="pt-BR" sz="1400" u="none" cap="none" strike="noStrike">
                <a:solidFill>
                  <a:srgbClr val="000000"/>
                </a:solidFill>
                <a:latin typeface="Arial"/>
                <a:ea typeface="Arial"/>
                <a:cs typeface="Arial"/>
                <a:sym typeface="Arial"/>
              </a:rPr>
              <a:t> Texto (título, slogan, informação)</a:t>
            </a:r>
            <a:endParaRPr/>
          </a:p>
          <a:p>
            <a:pPr indent="-88900" lvl="0" marL="0" marR="0" rtl="0" algn="l">
              <a:lnSpc>
                <a:spcPct val="100000"/>
              </a:lnSpc>
              <a:spcBef>
                <a:spcPts val="0"/>
              </a:spcBef>
              <a:spcAft>
                <a:spcPts val="0"/>
              </a:spcAft>
              <a:buClr>
                <a:srgbClr val="000000"/>
              </a:buClr>
              <a:buSzPts val="1400"/>
              <a:buFont typeface="Arial"/>
              <a:buChar char="•"/>
            </a:pPr>
            <a:r>
              <a:rPr b="0" i="0" lang="pt-BR" sz="1400" u="none" cap="none" strike="noStrike">
                <a:solidFill>
                  <a:srgbClr val="000000"/>
                </a:solidFill>
                <a:latin typeface="Arial"/>
                <a:ea typeface="Arial"/>
                <a:cs typeface="Arial"/>
                <a:sym typeface="Arial"/>
              </a:rPr>
              <a:t> Imagens em PNG (sem fundo)</a:t>
            </a:r>
            <a:endParaRPr/>
          </a:p>
        </p:txBody>
      </p:sp>
      <p:pic>
        <p:nvPicPr>
          <p:cNvPr id="206" name="Google Shape;206;p11"/>
          <p:cNvPicPr preferRelativeResize="0"/>
          <p:nvPr/>
        </p:nvPicPr>
        <p:blipFill rotWithShape="1">
          <a:blip r:embed="rId3">
            <a:alphaModFix/>
          </a:blip>
          <a:srcRect b="9886" l="21412" r="21412" t="10029"/>
          <a:stretch/>
        </p:blipFill>
        <p:spPr>
          <a:xfrm>
            <a:off x="254292" y="2550457"/>
            <a:ext cx="1964169" cy="2751137"/>
          </a:xfrm>
          <a:prstGeom prst="rect">
            <a:avLst/>
          </a:prstGeom>
          <a:noFill/>
          <a:ln>
            <a:noFill/>
          </a:ln>
        </p:spPr>
      </p:pic>
      <p:pic>
        <p:nvPicPr>
          <p:cNvPr id="207" name="Google Shape;207;p11"/>
          <p:cNvPicPr preferRelativeResize="0"/>
          <p:nvPr/>
        </p:nvPicPr>
        <p:blipFill rotWithShape="1">
          <a:blip r:embed="rId4">
            <a:alphaModFix/>
          </a:blip>
          <a:srcRect b="0" l="0" r="0" t="0"/>
          <a:stretch/>
        </p:blipFill>
        <p:spPr>
          <a:xfrm>
            <a:off x="2372623" y="2550457"/>
            <a:ext cx="2179076" cy="2723845"/>
          </a:xfrm>
          <a:prstGeom prst="rect">
            <a:avLst/>
          </a:prstGeom>
          <a:noFill/>
          <a:ln>
            <a:noFill/>
          </a:ln>
        </p:spPr>
      </p:pic>
      <p:pic>
        <p:nvPicPr>
          <p:cNvPr id="208" name="Google Shape;208;p11"/>
          <p:cNvPicPr preferRelativeResize="0"/>
          <p:nvPr/>
        </p:nvPicPr>
        <p:blipFill rotWithShape="1">
          <a:blip r:embed="rId5">
            <a:alphaModFix/>
          </a:blip>
          <a:srcRect b="0" l="0" r="0" t="0"/>
          <a:stretch/>
        </p:blipFill>
        <p:spPr>
          <a:xfrm>
            <a:off x="4831546" y="3354966"/>
            <a:ext cx="1946628" cy="1946628"/>
          </a:xfrm>
          <a:prstGeom prst="rect">
            <a:avLst/>
          </a:prstGeom>
          <a:noFill/>
          <a:ln>
            <a:noFill/>
          </a:ln>
        </p:spPr>
      </p:pic>
      <p:pic>
        <p:nvPicPr>
          <p:cNvPr descr="Anúncios De Sorvete. Sobremesa De Sorvete Congelado Natural Com Frutas  Vector Modelo De Imagem Realista Para Propaganda De Placard. Cone De  Sorvete Realista, Deliciosa Ilustração De Gelato Royalty Free SVG,  Cliparts, Vetores," id="209" name="Google Shape;209;p11"/>
          <p:cNvPicPr preferRelativeResize="0"/>
          <p:nvPr/>
        </p:nvPicPr>
        <p:blipFill rotWithShape="1">
          <a:blip r:embed="rId6">
            <a:alphaModFix/>
          </a:blip>
          <a:srcRect b="0" l="0" r="0" t="0"/>
          <a:stretch/>
        </p:blipFill>
        <p:spPr>
          <a:xfrm>
            <a:off x="4818747" y="1231269"/>
            <a:ext cx="1945130" cy="1946628"/>
          </a:xfrm>
          <a:prstGeom prst="rect">
            <a:avLst/>
          </a:prstGeom>
          <a:noFill/>
          <a:ln>
            <a:noFill/>
          </a:ln>
        </p:spPr>
      </p:pic>
      <p:pic>
        <p:nvPicPr>
          <p:cNvPr descr="Modelos de cartaz de propaganda" id="210" name="Google Shape;210;p11"/>
          <p:cNvPicPr preferRelativeResize="0"/>
          <p:nvPr/>
        </p:nvPicPr>
        <p:blipFill rotWithShape="1">
          <a:blip r:embed="rId7">
            <a:alphaModFix/>
          </a:blip>
          <a:srcRect b="0" l="0" r="0" t="0"/>
          <a:stretch/>
        </p:blipFill>
        <p:spPr>
          <a:xfrm>
            <a:off x="6857197" y="2125793"/>
            <a:ext cx="2215935" cy="3134832"/>
          </a:xfrm>
          <a:prstGeom prst="rect">
            <a:avLst/>
          </a:prstGeom>
          <a:noFill/>
          <a:ln>
            <a:noFill/>
          </a:ln>
        </p:spPr>
      </p:pic>
    </p:spTree>
  </p:cSld>
  <p:clrMapOvr>
    <a:masterClrMapping/>
  </p:clrMapOvr>
  <p:transition spd="slow">
    <p:push/>
  </p:transition>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14" name="Shape 214"/>
        <p:cNvGrpSpPr/>
        <p:nvPr/>
      </p:nvGrpSpPr>
      <p:grpSpPr>
        <a:xfrm>
          <a:off x="0" y="0"/>
          <a:ext cx="0" cy="0"/>
          <a:chOff x="0" y="0"/>
          <a:chExt cx="0" cy="0"/>
        </a:xfrm>
      </p:grpSpPr>
      <p:sp>
        <p:nvSpPr>
          <p:cNvPr id="215" name="Google Shape;215;p44"/>
          <p:cNvSpPr/>
          <p:nvPr/>
        </p:nvSpPr>
        <p:spPr>
          <a:xfrm>
            <a:off x="0" y="0"/>
            <a:ext cx="9144000" cy="1054200"/>
          </a:xfrm>
          <a:prstGeom prst="rect">
            <a:avLst/>
          </a:prstGeom>
          <a:solidFill>
            <a:srgbClr val="FA981B"/>
          </a:solidFill>
          <a:ln cap="flat" cmpd="sng" w="14825">
            <a:solidFill>
              <a:srgbClr val="FA981B"/>
            </a:solidFill>
            <a:prstDash val="solid"/>
            <a:miter lim="800000"/>
            <a:headEnd len="sm" w="sm" type="none"/>
            <a:tailEnd len="sm" w="sm" type="none"/>
          </a:ln>
        </p:spPr>
        <p:txBody>
          <a:bodyPr anchorCtr="0" anchor="ctr" bIns="35550" lIns="71100" spcFirstLastPara="1" rIns="71100" wrap="square" tIns="35550">
            <a:noAutofit/>
          </a:bodyPr>
          <a:lstStyle/>
          <a:p>
            <a:pPr indent="0" lvl="0" marL="0" marR="0" rtl="0" algn="ctr">
              <a:lnSpc>
                <a:spcPct val="100000"/>
              </a:lnSpc>
              <a:spcBef>
                <a:spcPts val="0"/>
              </a:spcBef>
              <a:spcAft>
                <a:spcPts val="0"/>
              </a:spcAft>
              <a:buNone/>
            </a:pPr>
            <a:r>
              <a:rPr b="1" i="0" lang="pt-BR" sz="2000" u="none" cap="none" strike="noStrike">
                <a:solidFill>
                  <a:schemeClr val="lt1"/>
                </a:solidFill>
                <a:latin typeface="Arial"/>
                <a:ea typeface="Arial"/>
                <a:cs typeface="Arial"/>
                <a:sym typeface="Arial"/>
              </a:rPr>
              <a:t>ATIVIDADE – CRIANDO UMA PROPAGANDA NO ILLUSTRATOR</a:t>
            </a:r>
            <a:endParaRPr b="1" i="0" sz="1800" u="none" cap="none" strike="noStrike">
              <a:solidFill>
                <a:schemeClr val="lt1"/>
              </a:solidFill>
              <a:latin typeface="Arial"/>
              <a:ea typeface="Arial"/>
              <a:cs typeface="Arial"/>
              <a:sym typeface="Arial"/>
            </a:endParaRPr>
          </a:p>
        </p:txBody>
      </p:sp>
      <p:sp>
        <p:nvSpPr>
          <p:cNvPr id="216" name="Google Shape;216;p44"/>
          <p:cNvSpPr txBox="1"/>
          <p:nvPr/>
        </p:nvSpPr>
        <p:spPr>
          <a:xfrm>
            <a:off x="254292" y="1217553"/>
            <a:ext cx="4577254" cy="116955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pt-BR" sz="1400" u="none" cap="none" strike="noStrike">
                <a:solidFill>
                  <a:srgbClr val="000000"/>
                </a:solidFill>
                <a:latin typeface="Arial"/>
                <a:ea typeface="Arial"/>
                <a:cs typeface="Arial"/>
                <a:sym typeface="Arial"/>
              </a:rPr>
              <a:t>Criar um cartaz de propaganda misturando:</a:t>
            </a:r>
            <a:endParaRPr/>
          </a:p>
          <a:p>
            <a:pPr indent="-88900" lvl="0" marL="0" marR="0" rtl="0" algn="l">
              <a:lnSpc>
                <a:spcPct val="100000"/>
              </a:lnSpc>
              <a:spcBef>
                <a:spcPts val="0"/>
              </a:spcBef>
              <a:spcAft>
                <a:spcPts val="0"/>
              </a:spcAft>
              <a:buClr>
                <a:srgbClr val="000000"/>
              </a:buClr>
              <a:buSzPts val="1400"/>
              <a:buFont typeface="Arial"/>
              <a:buChar char="•"/>
            </a:pPr>
            <a:r>
              <a:rPr b="0" i="0" lang="pt-BR" sz="1400" u="none" cap="none" strike="noStrike">
                <a:solidFill>
                  <a:srgbClr val="000000"/>
                </a:solidFill>
                <a:latin typeface="Arial"/>
                <a:ea typeface="Arial"/>
                <a:cs typeface="Arial"/>
                <a:sym typeface="Arial"/>
              </a:rPr>
              <a:t> Formas geométricas</a:t>
            </a:r>
            <a:endParaRPr/>
          </a:p>
          <a:p>
            <a:pPr indent="-88900" lvl="0" marL="0" marR="0" rtl="0" algn="l">
              <a:lnSpc>
                <a:spcPct val="100000"/>
              </a:lnSpc>
              <a:spcBef>
                <a:spcPts val="0"/>
              </a:spcBef>
              <a:spcAft>
                <a:spcPts val="0"/>
              </a:spcAft>
              <a:buClr>
                <a:srgbClr val="000000"/>
              </a:buClr>
              <a:buSzPts val="1400"/>
              <a:buFont typeface="Arial"/>
              <a:buChar char="•"/>
            </a:pPr>
            <a:r>
              <a:rPr b="0" i="0" lang="pt-BR" sz="1400" u="none" cap="none" strike="noStrike">
                <a:solidFill>
                  <a:srgbClr val="000000"/>
                </a:solidFill>
                <a:latin typeface="Arial"/>
                <a:ea typeface="Arial"/>
                <a:cs typeface="Arial"/>
                <a:sym typeface="Arial"/>
              </a:rPr>
              <a:t> Desenho simples</a:t>
            </a:r>
            <a:endParaRPr/>
          </a:p>
          <a:p>
            <a:pPr indent="-88900" lvl="0" marL="0" marR="0" rtl="0" algn="l">
              <a:lnSpc>
                <a:spcPct val="100000"/>
              </a:lnSpc>
              <a:spcBef>
                <a:spcPts val="0"/>
              </a:spcBef>
              <a:spcAft>
                <a:spcPts val="0"/>
              </a:spcAft>
              <a:buClr>
                <a:srgbClr val="000000"/>
              </a:buClr>
              <a:buSzPts val="1400"/>
              <a:buFont typeface="Arial"/>
              <a:buChar char="•"/>
            </a:pPr>
            <a:r>
              <a:rPr b="0" i="0" lang="pt-BR" sz="1400" u="none" cap="none" strike="noStrike">
                <a:solidFill>
                  <a:srgbClr val="000000"/>
                </a:solidFill>
                <a:latin typeface="Arial"/>
                <a:ea typeface="Arial"/>
                <a:cs typeface="Arial"/>
                <a:sym typeface="Arial"/>
              </a:rPr>
              <a:t> Texto (título, slogan, informação)</a:t>
            </a:r>
            <a:endParaRPr/>
          </a:p>
          <a:p>
            <a:pPr indent="-88900" lvl="0" marL="0" marR="0" rtl="0" algn="l">
              <a:lnSpc>
                <a:spcPct val="100000"/>
              </a:lnSpc>
              <a:spcBef>
                <a:spcPts val="0"/>
              </a:spcBef>
              <a:spcAft>
                <a:spcPts val="0"/>
              </a:spcAft>
              <a:buClr>
                <a:srgbClr val="000000"/>
              </a:buClr>
              <a:buSzPts val="1400"/>
              <a:buFont typeface="Arial"/>
              <a:buChar char="•"/>
            </a:pPr>
            <a:r>
              <a:rPr b="0" i="0" lang="pt-BR" sz="1400" u="none" cap="none" strike="noStrike">
                <a:solidFill>
                  <a:srgbClr val="000000"/>
                </a:solidFill>
                <a:latin typeface="Arial"/>
                <a:ea typeface="Arial"/>
                <a:cs typeface="Arial"/>
                <a:sym typeface="Arial"/>
              </a:rPr>
              <a:t> Imagens em PNG (sem fundo)</a:t>
            </a:r>
            <a:endParaRPr/>
          </a:p>
        </p:txBody>
      </p:sp>
      <p:pic>
        <p:nvPicPr>
          <p:cNvPr id="217" name="Google Shape;217;p44"/>
          <p:cNvPicPr preferRelativeResize="0"/>
          <p:nvPr/>
        </p:nvPicPr>
        <p:blipFill rotWithShape="1">
          <a:blip r:embed="rId3">
            <a:alphaModFix/>
          </a:blip>
          <a:srcRect b="9886" l="21412" r="21412" t="10029"/>
          <a:stretch/>
        </p:blipFill>
        <p:spPr>
          <a:xfrm>
            <a:off x="254292" y="2550457"/>
            <a:ext cx="1964169" cy="2751137"/>
          </a:xfrm>
          <a:prstGeom prst="rect">
            <a:avLst/>
          </a:prstGeom>
          <a:noFill/>
          <a:ln>
            <a:noFill/>
          </a:ln>
        </p:spPr>
      </p:pic>
      <p:pic>
        <p:nvPicPr>
          <p:cNvPr id="218" name="Google Shape;218;p44"/>
          <p:cNvPicPr preferRelativeResize="0"/>
          <p:nvPr/>
        </p:nvPicPr>
        <p:blipFill rotWithShape="1">
          <a:blip r:embed="rId4">
            <a:alphaModFix/>
          </a:blip>
          <a:srcRect b="0" l="0" r="0" t="0"/>
          <a:stretch/>
        </p:blipFill>
        <p:spPr>
          <a:xfrm>
            <a:off x="2372623" y="2550457"/>
            <a:ext cx="2179076" cy="2723845"/>
          </a:xfrm>
          <a:prstGeom prst="rect">
            <a:avLst/>
          </a:prstGeom>
          <a:noFill/>
          <a:ln>
            <a:noFill/>
          </a:ln>
        </p:spPr>
      </p:pic>
      <p:pic>
        <p:nvPicPr>
          <p:cNvPr id="219" name="Google Shape;219;p44"/>
          <p:cNvPicPr preferRelativeResize="0"/>
          <p:nvPr/>
        </p:nvPicPr>
        <p:blipFill rotWithShape="1">
          <a:blip r:embed="rId5">
            <a:alphaModFix/>
          </a:blip>
          <a:srcRect b="0" l="0" r="0" t="0"/>
          <a:stretch/>
        </p:blipFill>
        <p:spPr>
          <a:xfrm>
            <a:off x="4831546" y="3354966"/>
            <a:ext cx="1946628" cy="1946628"/>
          </a:xfrm>
          <a:prstGeom prst="rect">
            <a:avLst/>
          </a:prstGeom>
          <a:noFill/>
          <a:ln>
            <a:noFill/>
          </a:ln>
        </p:spPr>
      </p:pic>
      <p:pic>
        <p:nvPicPr>
          <p:cNvPr descr="Anúncios De Sorvete. Sobremesa De Sorvete Congelado Natural Com Frutas  Vector Modelo De Imagem Realista Para Propaganda De Placard. Cone De  Sorvete Realista, Deliciosa Ilustração De Gelato Royalty Free SVG,  Cliparts, Vetores," id="220" name="Google Shape;220;p44"/>
          <p:cNvPicPr preferRelativeResize="0"/>
          <p:nvPr/>
        </p:nvPicPr>
        <p:blipFill rotWithShape="1">
          <a:blip r:embed="rId6">
            <a:alphaModFix/>
          </a:blip>
          <a:srcRect b="0" l="0" r="0" t="0"/>
          <a:stretch/>
        </p:blipFill>
        <p:spPr>
          <a:xfrm>
            <a:off x="4818747" y="1231269"/>
            <a:ext cx="1945130" cy="1946628"/>
          </a:xfrm>
          <a:prstGeom prst="rect">
            <a:avLst/>
          </a:prstGeom>
          <a:noFill/>
          <a:ln>
            <a:noFill/>
          </a:ln>
        </p:spPr>
      </p:pic>
      <p:pic>
        <p:nvPicPr>
          <p:cNvPr descr="Modelos de cartaz de propaganda" id="221" name="Google Shape;221;p44"/>
          <p:cNvPicPr preferRelativeResize="0"/>
          <p:nvPr/>
        </p:nvPicPr>
        <p:blipFill rotWithShape="1">
          <a:blip r:embed="rId7">
            <a:alphaModFix/>
          </a:blip>
          <a:srcRect b="0" l="0" r="0" t="0"/>
          <a:stretch/>
        </p:blipFill>
        <p:spPr>
          <a:xfrm>
            <a:off x="6857197" y="2125793"/>
            <a:ext cx="2215935" cy="3134832"/>
          </a:xfrm>
          <a:prstGeom prst="rect">
            <a:avLst/>
          </a:prstGeom>
          <a:noFill/>
          <a:ln>
            <a:noFill/>
          </a:ln>
        </p:spPr>
      </p:pic>
    </p:spTree>
  </p:cSld>
  <p:clrMapOvr>
    <a:masterClrMapping/>
  </p:clrMapOvr>
  <p:transition spd="slow">
    <p:push/>
  </p:transition>
</p:sld>
</file>

<file path=ppt/theme/theme1.xml><?xml version="1.0" encoding="utf-8"?>
<a:theme xmlns:a="http://schemas.openxmlformats.org/drawingml/2006/main" xmlns:r="http://schemas.openxmlformats.org/officeDocument/2006/relationships" name="Tema do Offic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Tema do Offic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2025-04-18T19:16:35Z</dcterms:created>
  <dc:creator>leo Souza</dc:creator>
</cp:coreProperties>
</file>