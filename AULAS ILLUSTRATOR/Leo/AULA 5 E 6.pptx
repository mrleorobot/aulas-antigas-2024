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mjv17SHLcZAOJaUQtIwWHEBFt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9a266ef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839a266ef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981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825226" y="898742"/>
            <a:ext cx="5060515" cy="506051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65261" y="2501758"/>
            <a:ext cx="6459963" cy="732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383313" y="3234689"/>
            <a:ext cx="4659137" cy="51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Illustrator Icon Vector Art, Icons, and Graphics for Free ..." id="91" name="Google Shape;91;p1"/>
          <p:cNvPicPr preferRelativeResize="0"/>
          <p:nvPr/>
        </p:nvPicPr>
        <p:blipFill rotWithShape="1">
          <a:blip r:embed="rId3">
            <a:alphaModFix/>
          </a:blip>
          <a:srcRect b="8320" l="27842" r="27979" t="8826"/>
          <a:stretch/>
        </p:blipFill>
        <p:spPr>
          <a:xfrm>
            <a:off x="7789729" y="1863246"/>
            <a:ext cx="3131507" cy="3131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EXERCÍCIO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397565" y="1865822"/>
            <a:ext cx="11396870" cy="3968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O que é o Illustrator e para que ele serve?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Qual a diferença entre uma imagem Bitmap e uma imagem Vetorial?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O que é uma Camada (Layer) dentro do Illustrator?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Como abrir a forma de triângulo no Illustrator?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Qual ferramenta usamos para escrever textos no Illustrator?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Onde fica localizada a Barra de Ferramentas principal do Illustrator?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Para que serve a Ferramenta Seleção (seta preta)?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Qual a diferença entre a Ferramenta Seleção (seta preta) e a Ferramenta Seleção Direta (seta branca)?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Como mudar a cor de preenchimento de uma forma geométrica no Illustrator?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Para que servem as réguas e guias no Illustrator?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EXERCÍCIO – ESCOLHA 4 DESSES PARA REPRODUZIR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64095" l="64452" r="28386" t="27879"/>
          <a:stretch/>
        </p:blipFill>
        <p:spPr>
          <a:xfrm>
            <a:off x="4764484" y="1294002"/>
            <a:ext cx="2309251" cy="207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62898" l="81619" r="11074" t="27412"/>
          <a:stretch/>
        </p:blipFill>
        <p:spPr>
          <a:xfrm>
            <a:off x="4943597" y="4325156"/>
            <a:ext cx="1951027" cy="207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58888" l="88358" r="5528" t="33226"/>
          <a:stretch/>
        </p:blipFill>
        <p:spPr>
          <a:xfrm>
            <a:off x="9849367" y="4382045"/>
            <a:ext cx="1951024" cy="201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168" y="4282980"/>
            <a:ext cx="2112525" cy="211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12454" r="10092" t="0"/>
          <a:stretch/>
        </p:blipFill>
        <p:spPr>
          <a:xfrm>
            <a:off x="673168" y="1294002"/>
            <a:ext cx="1918142" cy="201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981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39a266eff_0_0"/>
          <p:cNvSpPr/>
          <p:nvPr/>
        </p:nvSpPr>
        <p:spPr>
          <a:xfrm>
            <a:off x="6825226" y="898742"/>
            <a:ext cx="5060400" cy="50604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839a266eff_0_0"/>
          <p:cNvSpPr txBox="1"/>
          <p:nvPr/>
        </p:nvSpPr>
        <p:spPr>
          <a:xfrm>
            <a:off x="365261" y="2501758"/>
            <a:ext cx="64599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endParaRPr/>
          </a:p>
        </p:txBody>
      </p:sp>
      <p:sp>
        <p:nvSpPr>
          <p:cNvPr id="114" name="Google Shape;114;g3839a266eff_0_0"/>
          <p:cNvSpPr txBox="1"/>
          <p:nvPr/>
        </p:nvSpPr>
        <p:spPr>
          <a:xfrm>
            <a:off x="1383313" y="3234689"/>
            <a:ext cx="4659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Illustrator Icon Vector Art, Icons, and Graphics for Free ..." id="115" name="Google Shape;115;g3839a266eff_0_0"/>
          <p:cNvPicPr preferRelativeResize="0"/>
          <p:nvPr/>
        </p:nvPicPr>
        <p:blipFill rotWithShape="1">
          <a:blip r:embed="rId3">
            <a:alphaModFix/>
          </a:blip>
          <a:srcRect b="8318" l="27840" r="27981" t="8824"/>
          <a:stretch/>
        </p:blipFill>
        <p:spPr>
          <a:xfrm>
            <a:off x="7789729" y="1863246"/>
            <a:ext cx="3131506" cy="3131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de Manipulação de Caminhos no Illustrator CS6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30087" y="1631460"/>
            <a:ext cx="110125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Nesta aula vamos aprender a usar um grupo de ferramentas especiais do Illustrator que servem para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deformar, distorcer e criar efeitos divertidos em formas vetoriais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ferramentas estão escondidas dentro do mesmo ícone, mas cada uma tem uma função diferente.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30087" y="2942300"/>
            <a:ext cx="11237843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as ferramentas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 (lado esquerdo da tela)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procure o ícone chamado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Warp Tool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(parece uma mãozinha empurrando um desenho).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segure nesse ícone: vai abrir um menu escondido com várias ferramentas: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Warp Tool (Distorcer/Manipulação de Caminho)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Twirl Tool (Espiralizar/Girar)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Pucker Tool (Encolher/Amassar)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Bloat Tool (Inchar/Expandir)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Scallop Tool (Ondular/Franjar)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 pressione a tecla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+ 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ativa direto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Warp Tool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Depois, segure o clique no ícone para acessar as outras.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de Manipulação de Caminhos (Warp Tool)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62607" y="1969247"/>
            <a:ext cx="1111857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Deforma um objeto como se fosse massinha, puxando ou empurrando pontos do vetor.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forma simples, como um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ou círculo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ícone da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(Shift+R).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 o mouse e arraste sobre a borda da forma.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arrastar, a forma vai se entortar.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nuvem fofinha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partir de um círculo perfeito.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Distorcer um retângulo para parecer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bandeira tremulando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69105" l="2880" r="82797" t="28180"/>
          <a:stretch/>
        </p:blipFill>
        <p:spPr>
          <a:xfrm>
            <a:off x="7878872" y="5855688"/>
            <a:ext cx="4446741" cy="100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9198279" y="5435961"/>
            <a:ext cx="2993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Citar  o ALT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Twirl (Espiralizar)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43338" y="1916239"/>
            <a:ext cx="10800523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Gira e torce o objeto em formato de espiral, como se fosse redemoinho.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uma forma (círculo, estrela, quadrado).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Twirl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sobre o objeto → ele começa a girar no centro.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rapidamente para um efeito leve.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Segure mais tempo para criar uma espiral forte.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Transformar uma estrela em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 rodopiando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redemoinho ou galáxia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67160" l="3047" r="82972" t="30778"/>
          <a:stretch/>
        </p:blipFill>
        <p:spPr>
          <a:xfrm>
            <a:off x="5565005" y="6288156"/>
            <a:ext cx="6626995" cy="5698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9198279" y="5978890"/>
            <a:ext cx="2993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Citar  o ALT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Pucker (Encolher)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84314" y="1966654"/>
            <a:ext cx="1060173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Puxa os pontos da forma para dentro, como se estivesse amassando.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sua forma.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Pucker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→ os cantos e bordas vão ser puxados para o centro.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Transformar um círculo em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 pontuda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Deixar um quadrado com um visual 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 ninja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64716" l="2920" r="82797" t="33009"/>
          <a:stretch/>
        </p:blipFill>
        <p:spPr>
          <a:xfrm>
            <a:off x="8481391" y="6430739"/>
            <a:ext cx="3710609" cy="397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Bloat (Inchar)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044389" y="1968276"/>
            <a:ext cx="1025114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contrário do Pucker. Faz a forma crescer e expandir para fora, criando bordas arredondadas.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Como usar: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forma.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Bloat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→ os pontos vão expandir para fora.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Transformar uma estrela em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flor fofinha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círculo que parece um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balão inflado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55" name="Google Shape;155;p8"/>
          <p:cNvPicPr preferRelativeResize="0"/>
          <p:nvPr/>
        </p:nvPicPr>
        <p:blipFill rotWithShape="1">
          <a:blip r:embed="rId3">
            <a:alphaModFix/>
          </a:blip>
          <a:srcRect b="62301" l="3114" r="82797" t="35531"/>
          <a:stretch/>
        </p:blipFill>
        <p:spPr>
          <a:xfrm>
            <a:off x="7820416" y="6154853"/>
            <a:ext cx="4371584" cy="70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Scallop (Ondular)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bordas onduladas, como se estivesse beliscando a forma várias vezes.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Como usar: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sua forma.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ferramenta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Scallop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nas bordas → a forma vai ganhar pequenas ondas.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Exemplo prático: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Transformar um círculo em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flor com pétalas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um retângulo parecer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etiqueta decorada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66699" l="3262" r="82797" t="30939"/>
          <a:stretch/>
        </p:blipFill>
        <p:spPr>
          <a:xfrm>
            <a:off x="7665929" y="5999967"/>
            <a:ext cx="4526071" cy="858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 cap="flat" cmpd="sng" w="19050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Final – O QUE VALE É A TENTATIVA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1178859" y="2944522"/>
            <a:ext cx="8610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círculo simples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Pucker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transformá-lo em uma estrela.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Bloat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transformar essa estrela em uma flor.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Scallop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dar pétalas arredondadas.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fim, use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Twirl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girar levemente uma pétala.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👉 Resultado esperado: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florzinha estilizada, divertida e única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feita só com essas ferramentas! 🌸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