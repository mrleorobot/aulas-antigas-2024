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</p:sldIdLst>
  <p:sldSz cy="5715000" cx="9144000"/>
  <p:notesSz cx="6858000" cy="9144000"/>
  <p:embeddedFontLst>
    <p:embeddedFont>
      <p:font typeface="Play"/>
      <p:regular r:id="rId19"/>
      <p:bold r:id="rId2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1" roundtripDataSignature="AMtx7mgkRNySwAbswJtSUAvq5PsQp4zlh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Play-bold.fntdata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21" Type="http://customschemas.google.com/relationships/presentationmetadata" Target="metadata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5" Type="http://schemas.openxmlformats.org/officeDocument/2006/relationships/slide" Target="slides/slide1.xml"/><Relationship Id="rId19" Type="http://schemas.openxmlformats.org/officeDocument/2006/relationships/font" Target="fonts/Play-regular.fntdata"/><Relationship Id="rId6" Type="http://schemas.openxmlformats.org/officeDocument/2006/relationships/slide" Target="slides/slide2.xml"/><Relationship Id="rId18" Type="http://schemas.openxmlformats.org/officeDocument/2006/relationships/slide" Target="slides/slide14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960120" y="1143000"/>
            <a:ext cx="49377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1:notes"/>
          <p:cNvSpPr/>
          <p:nvPr>
            <p:ph idx="2" type="sldImg"/>
          </p:nvPr>
        </p:nvSpPr>
        <p:spPr>
          <a:xfrm>
            <a:off x="960120" y="1143000"/>
            <a:ext cx="49377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13:notes"/>
          <p:cNvSpPr/>
          <p:nvPr>
            <p:ph idx="2" type="sldImg"/>
          </p:nvPr>
        </p:nvSpPr>
        <p:spPr>
          <a:xfrm>
            <a:off x="960120" y="1143000"/>
            <a:ext cx="49377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2:notes"/>
          <p:cNvSpPr/>
          <p:nvPr>
            <p:ph idx="2" type="sldImg"/>
          </p:nvPr>
        </p:nvSpPr>
        <p:spPr>
          <a:xfrm>
            <a:off x="960120" y="1143000"/>
            <a:ext cx="49377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3:notes"/>
          <p:cNvSpPr/>
          <p:nvPr>
            <p:ph idx="2" type="sldImg"/>
          </p:nvPr>
        </p:nvSpPr>
        <p:spPr>
          <a:xfrm>
            <a:off x="960120" y="1143000"/>
            <a:ext cx="49377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4:notes"/>
          <p:cNvSpPr/>
          <p:nvPr>
            <p:ph idx="2" type="sldImg"/>
          </p:nvPr>
        </p:nvSpPr>
        <p:spPr>
          <a:xfrm>
            <a:off x="960120" y="1143000"/>
            <a:ext cx="49377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5:notes"/>
          <p:cNvSpPr/>
          <p:nvPr>
            <p:ph idx="2" type="sldImg"/>
          </p:nvPr>
        </p:nvSpPr>
        <p:spPr>
          <a:xfrm>
            <a:off x="960120" y="1143000"/>
            <a:ext cx="49377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p6:notes"/>
          <p:cNvSpPr/>
          <p:nvPr>
            <p:ph idx="2" type="sldImg"/>
          </p:nvPr>
        </p:nvSpPr>
        <p:spPr>
          <a:xfrm>
            <a:off x="960120" y="1143000"/>
            <a:ext cx="49377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7:notes"/>
          <p:cNvSpPr/>
          <p:nvPr>
            <p:ph idx="2" type="sldImg"/>
          </p:nvPr>
        </p:nvSpPr>
        <p:spPr>
          <a:xfrm>
            <a:off x="960120" y="1143000"/>
            <a:ext cx="49377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8:notes"/>
          <p:cNvSpPr/>
          <p:nvPr>
            <p:ph idx="2" type="sldImg"/>
          </p:nvPr>
        </p:nvSpPr>
        <p:spPr>
          <a:xfrm>
            <a:off x="960120" y="1143000"/>
            <a:ext cx="49377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p9:notes"/>
          <p:cNvSpPr/>
          <p:nvPr>
            <p:ph idx="2" type="sldImg"/>
          </p:nvPr>
        </p:nvSpPr>
        <p:spPr>
          <a:xfrm>
            <a:off x="960120" y="1143000"/>
            <a:ext cx="49377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p10:notes"/>
          <p:cNvSpPr/>
          <p:nvPr>
            <p:ph idx="2" type="sldImg"/>
          </p:nvPr>
        </p:nvSpPr>
        <p:spPr>
          <a:xfrm>
            <a:off x="960120" y="1143000"/>
            <a:ext cx="49377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p11:notes"/>
          <p:cNvSpPr/>
          <p:nvPr>
            <p:ph idx="2" type="sldImg"/>
          </p:nvPr>
        </p:nvSpPr>
        <p:spPr>
          <a:xfrm>
            <a:off x="960120" y="1143000"/>
            <a:ext cx="49377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p12:notes"/>
          <p:cNvSpPr/>
          <p:nvPr>
            <p:ph idx="2" type="sldImg"/>
          </p:nvPr>
        </p:nvSpPr>
        <p:spPr>
          <a:xfrm>
            <a:off x="960120" y="1143000"/>
            <a:ext cx="49377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g380b2e2915e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" name="Google Shape;185;g380b2e2915e_0_0:notes"/>
          <p:cNvSpPr/>
          <p:nvPr>
            <p:ph idx="2" type="sldImg"/>
          </p:nvPr>
        </p:nvSpPr>
        <p:spPr>
          <a:xfrm>
            <a:off x="960120" y="1143000"/>
            <a:ext cx="49377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m Branco" type="blank">
  <p:cSld name="BLANK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4"/>
          <p:cNvSpPr txBox="1"/>
          <p:nvPr>
            <p:ph idx="10" type="dt"/>
          </p:nvPr>
        </p:nvSpPr>
        <p:spPr>
          <a:xfrm>
            <a:off x="628650" y="5296958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089"/>
              <a:buNone/>
              <a:defRPr sz="933"/>
            </a:lvl1pPr>
            <a:lvl2pPr lvl="1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2pPr>
            <a:lvl3pPr lvl="2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3pPr>
            <a:lvl4pPr lvl="3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4pPr>
            <a:lvl5pPr lvl="4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5pPr>
            <a:lvl6pPr lvl="5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6pPr>
            <a:lvl7pPr lvl="6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7pPr>
            <a:lvl8pPr lvl="7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8pPr>
            <a:lvl9pPr lvl="8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9pPr>
          </a:lstStyle>
          <a:p/>
        </p:txBody>
      </p:sp>
      <p:sp>
        <p:nvSpPr>
          <p:cNvPr id="17" name="Google Shape;17;p24"/>
          <p:cNvSpPr txBox="1"/>
          <p:nvPr>
            <p:ph idx="11" type="ftr"/>
          </p:nvPr>
        </p:nvSpPr>
        <p:spPr>
          <a:xfrm>
            <a:off x="3028950" y="5296958"/>
            <a:ext cx="30861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089"/>
              <a:buNone/>
              <a:defRPr sz="933"/>
            </a:lvl1pPr>
            <a:lvl2pPr lvl="1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2pPr>
            <a:lvl3pPr lvl="2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3pPr>
            <a:lvl4pPr lvl="3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4pPr>
            <a:lvl5pPr lvl="4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5pPr>
            <a:lvl6pPr lvl="5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6pPr>
            <a:lvl7pPr lvl="6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7pPr>
            <a:lvl8pPr lvl="7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8pPr>
            <a:lvl9pPr lvl="8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9pPr>
          </a:lstStyle>
          <a:p/>
        </p:txBody>
      </p:sp>
      <p:sp>
        <p:nvSpPr>
          <p:cNvPr id="18" name="Google Shape;18;p24"/>
          <p:cNvSpPr txBox="1"/>
          <p:nvPr>
            <p:ph idx="12" type="sldNum"/>
          </p:nvPr>
        </p:nvSpPr>
        <p:spPr>
          <a:xfrm>
            <a:off x="6457950" y="5296958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indent="0" lvl="0" marL="0" algn="r">
              <a:spcBef>
                <a:spcPts val="0"/>
              </a:spcBef>
              <a:buNone/>
              <a:defRPr sz="933"/>
            </a:lvl1pPr>
            <a:lvl2pPr indent="0" lvl="1" marL="0" algn="r">
              <a:spcBef>
                <a:spcPts val="0"/>
              </a:spcBef>
              <a:buNone/>
              <a:defRPr sz="933"/>
            </a:lvl2pPr>
            <a:lvl3pPr indent="0" lvl="2" marL="0" algn="r">
              <a:spcBef>
                <a:spcPts val="0"/>
              </a:spcBef>
              <a:buNone/>
              <a:defRPr sz="933"/>
            </a:lvl3pPr>
            <a:lvl4pPr indent="0" lvl="3" marL="0" algn="r">
              <a:spcBef>
                <a:spcPts val="0"/>
              </a:spcBef>
              <a:buNone/>
              <a:defRPr sz="933"/>
            </a:lvl4pPr>
            <a:lvl5pPr indent="0" lvl="4" marL="0" algn="r">
              <a:spcBef>
                <a:spcPts val="0"/>
              </a:spcBef>
              <a:buNone/>
              <a:defRPr sz="933"/>
            </a:lvl5pPr>
            <a:lvl6pPr indent="0" lvl="5" marL="0" algn="r">
              <a:spcBef>
                <a:spcPts val="0"/>
              </a:spcBef>
              <a:buNone/>
              <a:defRPr sz="933"/>
            </a:lvl6pPr>
            <a:lvl7pPr indent="0" lvl="6" marL="0" algn="r">
              <a:spcBef>
                <a:spcPts val="0"/>
              </a:spcBef>
              <a:buNone/>
              <a:defRPr sz="933"/>
            </a:lvl7pPr>
            <a:lvl8pPr indent="0" lvl="7" marL="0" algn="r">
              <a:spcBef>
                <a:spcPts val="0"/>
              </a:spcBef>
              <a:buNone/>
              <a:defRPr sz="933"/>
            </a:lvl8pPr>
            <a:lvl9pPr indent="0" lvl="8" marL="0" algn="r">
              <a:spcBef>
                <a:spcPts val="0"/>
              </a:spcBef>
              <a:buNone/>
              <a:defRPr sz="933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de Título" type="title">
  <p:cSld name="TITLE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25"/>
          <p:cNvSpPr txBox="1"/>
          <p:nvPr>
            <p:ph type="ctrTitle"/>
          </p:nvPr>
        </p:nvSpPr>
        <p:spPr>
          <a:xfrm>
            <a:off x="1143000" y="935303"/>
            <a:ext cx="6858000" cy="1989600"/>
          </a:xfrm>
          <a:prstGeom prst="rect">
            <a:avLst/>
          </a:prstGeom>
          <a:noFill/>
          <a:ln>
            <a:noFill/>
          </a:ln>
        </p:spPr>
        <p:txBody>
          <a:bodyPr anchorCtr="0" anchor="b" bIns="35550" lIns="71100" spcFirstLastPara="1" rIns="71100" wrap="square" tIns="3555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667"/>
              <a:buFont typeface="Play"/>
              <a:buNone/>
              <a:defRPr sz="4666"/>
            </a:lvl1pPr>
            <a:lvl2pPr lvl="1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9pPr>
          </a:lstStyle>
          <a:p/>
        </p:txBody>
      </p:sp>
      <p:sp>
        <p:nvSpPr>
          <p:cNvPr id="21" name="Google Shape;21;p25"/>
          <p:cNvSpPr txBox="1"/>
          <p:nvPr>
            <p:ph idx="1" type="subTitle"/>
          </p:nvPr>
        </p:nvSpPr>
        <p:spPr>
          <a:xfrm>
            <a:off x="1143000" y="3001698"/>
            <a:ext cx="6858000" cy="13797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normAutofit/>
          </a:bodyPr>
          <a:lstStyle>
            <a:lvl1pPr lvl="0" algn="ctr">
              <a:lnSpc>
                <a:spcPct val="90000"/>
              </a:lnSpc>
              <a:spcBef>
                <a:spcPts val="778"/>
              </a:spcBef>
              <a:spcAft>
                <a:spcPts val="0"/>
              </a:spcAft>
              <a:buClr>
                <a:schemeClr val="dk1"/>
              </a:buClr>
              <a:buSzPts val="1867"/>
              <a:buNone/>
              <a:defRPr sz="1866"/>
            </a:lvl1pPr>
            <a:lvl2pPr lvl="1" algn="ctr">
              <a:lnSpc>
                <a:spcPct val="90000"/>
              </a:lnSpc>
              <a:spcBef>
                <a:spcPts val="389"/>
              </a:spcBef>
              <a:spcAft>
                <a:spcPts val="0"/>
              </a:spcAft>
              <a:buClr>
                <a:schemeClr val="dk1"/>
              </a:buClr>
              <a:buSzPts val="1556"/>
              <a:buNone/>
              <a:defRPr sz="1555"/>
            </a:lvl2pPr>
            <a:lvl3pPr lvl="2" algn="ctr">
              <a:lnSpc>
                <a:spcPct val="90000"/>
              </a:lnSpc>
              <a:spcBef>
                <a:spcPts val="389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389"/>
              </a:spcBef>
              <a:spcAft>
                <a:spcPts val="0"/>
              </a:spcAft>
              <a:buClr>
                <a:schemeClr val="dk1"/>
              </a:buClr>
              <a:buSzPts val="1244"/>
              <a:buNone/>
              <a:defRPr sz="1244"/>
            </a:lvl4pPr>
            <a:lvl5pPr lvl="4" algn="ctr">
              <a:lnSpc>
                <a:spcPct val="90000"/>
              </a:lnSpc>
              <a:spcBef>
                <a:spcPts val="389"/>
              </a:spcBef>
              <a:spcAft>
                <a:spcPts val="0"/>
              </a:spcAft>
              <a:buClr>
                <a:schemeClr val="dk1"/>
              </a:buClr>
              <a:buSzPts val="1244"/>
              <a:buNone/>
              <a:defRPr sz="1244"/>
            </a:lvl5pPr>
            <a:lvl6pPr lvl="5" algn="ctr">
              <a:lnSpc>
                <a:spcPct val="90000"/>
              </a:lnSpc>
              <a:spcBef>
                <a:spcPts val="389"/>
              </a:spcBef>
              <a:spcAft>
                <a:spcPts val="0"/>
              </a:spcAft>
              <a:buClr>
                <a:schemeClr val="dk1"/>
              </a:buClr>
              <a:buSzPts val="1244"/>
              <a:buNone/>
              <a:defRPr sz="1244"/>
            </a:lvl6pPr>
            <a:lvl7pPr lvl="6" algn="ctr">
              <a:lnSpc>
                <a:spcPct val="90000"/>
              </a:lnSpc>
              <a:spcBef>
                <a:spcPts val="389"/>
              </a:spcBef>
              <a:spcAft>
                <a:spcPts val="0"/>
              </a:spcAft>
              <a:buClr>
                <a:schemeClr val="dk1"/>
              </a:buClr>
              <a:buSzPts val="1244"/>
              <a:buNone/>
              <a:defRPr sz="1244"/>
            </a:lvl7pPr>
            <a:lvl8pPr lvl="7" algn="ctr">
              <a:lnSpc>
                <a:spcPct val="90000"/>
              </a:lnSpc>
              <a:spcBef>
                <a:spcPts val="389"/>
              </a:spcBef>
              <a:spcAft>
                <a:spcPts val="0"/>
              </a:spcAft>
              <a:buClr>
                <a:schemeClr val="dk1"/>
              </a:buClr>
              <a:buSzPts val="1244"/>
              <a:buNone/>
              <a:defRPr sz="1244"/>
            </a:lvl8pPr>
            <a:lvl9pPr lvl="8" algn="ctr">
              <a:lnSpc>
                <a:spcPct val="90000"/>
              </a:lnSpc>
              <a:spcBef>
                <a:spcPts val="389"/>
              </a:spcBef>
              <a:spcAft>
                <a:spcPts val="0"/>
              </a:spcAft>
              <a:buClr>
                <a:schemeClr val="dk1"/>
              </a:buClr>
              <a:buSzPts val="1244"/>
              <a:buNone/>
              <a:defRPr sz="1244"/>
            </a:lvl9pPr>
          </a:lstStyle>
          <a:p/>
        </p:txBody>
      </p:sp>
      <p:sp>
        <p:nvSpPr>
          <p:cNvPr id="22" name="Google Shape;22;p25"/>
          <p:cNvSpPr txBox="1"/>
          <p:nvPr>
            <p:ph idx="10" type="dt"/>
          </p:nvPr>
        </p:nvSpPr>
        <p:spPr>
          <a:xfrm>
            <a:off x="628650" y="5296958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089"/>
              <a:buNone/>
              <a:defRPr sz="933"/>
            </a:lvl1pPr>
            <a:lvl2pPr lvl="1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2pPr>
            <a:lvl3pPr lvl="2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3pPr>
            <a:lvl4pPr lvl="3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4pPr>
            <a:lvl5pPr lvl="4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5pPr>
            <a:lvl6pPr lvl="5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6pPr>
            <a:lvl7pPr lvl="6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7pPr>
            <a:lvl8pPr lvl="7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8pPr>
            <a:lvl9pPr lvl="8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9pPr>
          </a:lstStyle>
          <a:p/>
        </p:txBody>
      </p:sp>
      <p:sp>
        <p:nvSpPr>
          <p:cNvPr id="23" name="Google Shape;23;p25"/>
          <p:cNvSpPr txBox="1"/>
          <p:nvPr>
            <p:ph idx="11" type="ftr"/>
          </p:nvPr>
        </p:nvSpPr>
        <p:spPr>
          <a:xfrm>
            <a:off x="3028950" y="5296958"/>
            <a:ext cx="30861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089"/>
              <a:buNone/>
              <a:defRPr sz="933"/>
            </a:lvl1pPr>
            <a:lvl2pPr lvl="1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2pPr>
            <a:lvl3pPr lvl="2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3pPr>
            <a:lvl4pPr lvl="3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4pPr>
            <a:lvl5pPr lvl="4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5pPr>
            <a:lvl6pPr lvl="5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6pPr>
            <a:lvl7pPr lvl="6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7pPr>
            <a:lvl8pPr lvl="7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8pPr>
            <a:lvl9pPr lvl="8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9pPr>
          </a:lstStyle>
          <a:p/>
        </p:txBody>
      </p:sp>
      <p:sp>
        <p:nvSpPr>
          <p:cNvPr id="24" name="Google Shape;24;p25"/>
          <p:cNvSpPr txBox="1"/>
          <p:nvPr>
            <p:ph idx="12" type="sldNum"/>
          </p:nvPr>
        </p:nvSpPr>
        <p:spPr>
          <a:xfrm>
            <a:off x="6457950" y="5296958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indent="0" lvl="0" marL="0" algn="r">
              <a:spcBef>
                <a:spcPts val="0"/>
              </a:spcBef>
              <a:buNone/>
              <a:defRPr sz="933"/>
            </a:lvl1pPr>
            <a:lvl2pPr indent="0" lvl="1" marL="0" algn="r">
              <a:spcBef>
                <a:spcPts val="0"/>
              </a:spcBef>
              <a:buNone/>
              <a:defRPr sz="933"/>
            </a:lvl2pPr>
            <a:lvl3pPr indent="0" lvl="2" marL="0" algn="r">
              <a:spcBef>
                <a:spcPts val="0"/>
              </a:spcBef>
              <a:buNone/>
              <a:defRPr sz="933"/>
            </a:lvl3pPr>
            <a:lvl4pPr indent="0" lvl="3" marL="0" algn="r">
              <a:spcBef>
                <a:spcPts val="0"/>
              </a:spcBef>
              <a:buNone/>
              <a:defRPr sz="933"/>
            </a:lvl4pPr>
            <a:lvl5pPr indent="0" lvl="4" marL="0" algn="r">
              <a:spcBef>
                <a:spcPts val="0"/>
              </a:spcBef>
              <a:buNone/>
              <a:defRPr sz="933"/>
            </a:lvl5pPr>
            <a:lvl6pPr indent="0" lvl="5" marL="0" algn="r">
              <a:spcBef>
                <a:spcPts val="0"/>
              </a:spcBef>
              <a:buNone/>
              <a:defRPr sz="933"/>
            </a:lvl6pPr>
            <a:lvl7pPr indent="0" lvl="6" marL="0" algn="r">
              <a:spcBef>
                <a:spcPts val="0"/>
              </a:spcBef>
              <a:buNone/>
              <a:defRPr sz="933"/>
            </a:lvl7pPr>
            <a:lvl8pPr indent="0" lvl="7" marL="0" algn="r">
              <a:spcBef>
                <a:spcPts val="0"/>
              </a:spcBef>
              <a:buNone/>
              <a:defRPr sz="933"/>
            </a:lvl8pPr>
            <a:lvl9pPr indent="0" lvl="8" marL="0" algn="r">
              <a:spcBef>
                <a:spcPts val="0"/>
              </a:spcBef>
              <a:buNone/>
              <a:defRPr sz="933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e Conteúdo" type="obj">
  <p:cSld name="OBJECT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26"/>
          <p:cNvSpPr txBox="1"/>
          <p:nvPr>
            <p:ph type="title"/>
          </p:nvPr>
        </p:nvSpPr>
        <p:spPr>
          <a:xfrm>
            <a:off x="628650" y="304271"/>
            <a:ext cx="7886700" cy="110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3422"/>
            </a:lvl1pPr>
            <a:lvl2pPr lvl="1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9pPr>
          </a:lstStyle>
          <a:p/>
        </p:txBody>
      </p:sp>
      <p:sp>
        <p:nvSpPr>
          <p:cNvPr id="27" name="Google Shape;27;p26"/>
          <p:cNvSpPr txBox="1"/>
          <p:nvPr>
            <p:ph idx="1" type="body"/>
          </p:nvPr>
        </p:nvSpPr>
        <p:spPr>
          <a:xfrm>
            <a:off x="628650" y="1521354"/>
            <a:ext cx="7886700" cy="36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778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2177"/>
            </a:lvl1pPr>
            <a:lvl2pPr indent="-317500" lvl="1" marL="914400" algn="l">
              <a:lnSpc>
                <a:spcPct val="90000"/>
              </a:lnSpc>
              <a:spcBef>
                <a:spcPts val="389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866"/>
            </a:lvl2pPr>
            <a:lvl3pPr indent="-317500" lvl="2" marL="1371600" algn="l">
              <a:lnSpc>
                <a:spcPct val="90000"/>
              </a:lnSpc>
              <a:spcBef>
                <a:spcPts val="389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555"/>
            </a:lvl3pPr>
            <a:lvl4pPr indent="-317500" lvl="3" marL="1828800" algn="l">
              <a:lnSpc>
                <a:spcPct val="90000"/>
              </a:lnSpc>
              <a:spcBef>
                <a:spcPts val="389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4pPr>
            <a:lvl5pPr indent="-317500" lvl="4" marL="2286000" algn="l">
              <a:lnSpc>
                <a:spcPct val="90000"/>
              </a:lnSpc>
              <a:spcBef>
                <a:spcPts val="389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5pPr>
            <a:lvl6pPr indent="-317500" lvl="5" marL="2743200" algn="l">
              <a:lnSpc>
                <a:spcPct val="90000"/>
              </a:lnSpc>
              <a:spcBef>
                <a:spcPts val="389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6pPr>
            <a:lvl7pPr indent="-317500" lvl="6" marL="3200400" algn="l">
              <a:lnSpc>
                <a:spcPct val="90000"/>
              </a:lnSpc>
              <a:spcBef>
                <a:spcPts val="389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7pPr>
            <a:lvl8pPr indent="-317500" lvl="7" marL="3657600" algn="l">
              <a:lnSpc>
                <a:spcPct val="90000"/>
              </a:lnSpc>
              <a:spcBef>
                <a:spcPts val="389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8pPr>
            <a:lvl9pPr indent="-317500" lvl="8" marL="4114800" algn="l">
              <a:lnSpc>
                <a:spcPct val="90000"/>
              </a:lnSpc>
              <a:spcBef>
                <a:spcPts val="389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9pPr>
          </a:lstStyle>
          <a:p/>
        </p:txBody>
      </p:sp>
      <p:sp>
        <p:nvSpPr>
          <p:cNvPr id="28" name="Google Shape;28;p26"/>
          <p:cNvSpPr txBox="1"/>
          <p:nvPr>
            <p:ph idx="10" type="dt"/>
          </p:nvPr>
        </p:nvSpPr>
        <p:spPr>
          <a:xfrm>
            <a:off x="628650" y="5296958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089"/>
              <a:buNone/>
              <a:defRPr sz="933"/>
            </a:lvl1pPr>
            <a:lvl2pPr lvl="1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2pPr>
            <a:lvl3pPr lvl="2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3pPr>
            <a:lvl4pPr lvl="3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4pPr>
            <a:lvl5pPr lvl="4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5pPr>
            <a:lvl6pPr lvl="5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6pPr>
            <a:lvl7pPr lvl="6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7pPr>
            <a:lvl8pPr lvl="7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8pPr>
            <a:lvl9pPr lvl="8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9pPr>
          </a:lstStyle>
          <a:p/>
        </p:txBody>
      </p:sp>
      <p:sp>
        <p:nvSpPr>
          <p:cNvPr id="29" name="Google Shape;29;p26"/>
          <p:cNvSpPr txBox="1"/>
          <p:nvPr>
            <p:ph idx="11" type="ftr"/>
          </p:nvPr>
        </p:nvSpPr>
        <p:spPr>
          <a:xfrm>
            <a:off x="3028950" y="5296958"/>
            <a:ext cx="30861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089"/>
              <a:buNone/>
              <a:defRPr sz="933"/>
            </a:lvl1pPr>
            <a:lvl2pPr lvl="1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2pPr>
            <a:lvl3pPr lvl="2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3pPr>
            <a:lvl4pPr lvl="3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4pPr>
            <a:lvl5pPr lvl="4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5pPr>
            <a:lvl6pPr lvl="5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6pPr>
            <a:lvl7pPr lvl="6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7pPr>
            <a:lvl8pPr lvl="7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8pPr>
            <a:lvl9pPr lvl="8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9pPr>
          </a:lstStyle>
          <a:p/>
        </p:txBody>
      </p:sp>
      <p:sp>
        <p:nvSpPr>
          <p:cNvPr id="30" name="Google Shape;30;p26"/>
          <p:cNvSpPr txBox="1"/>
          <p:nvPr>
            <p:ph idx="12" type="sldNum"/>
          </p:nvPr>
        </p:nvSpPr>
        <p:spPr>
          <a:xfrm>
            <a:off x="6457950" y="5296958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indent="0" lvl="0" marL="0" algn="r">
              <a:spcBef>
                <a:spcPts val="0"/>
              </a:spcBef>
              <a:buNone/>
              <a:defRPr sz="933"/>
            </a:lvl1pPr>
            <a:lvl2pPr indent="0" lvl="1" marL="0" algn="r">
              <a:spcBef>
                <a:spcPts val="0"/>
              </a:spcBef>
              <a:buNone/>
              <a:defRPr sz="933"/>
            </a:lvl2pPr>
            <a:lvl3pPr indent="0" lvl="2" marL="0" algn="r">
              <a:spcBef>
                <a:spcPts val="0"/>
              </a:spcBef>
              <a:buNone/>
              <a:defRPr sz="933"/>
            </a:lvl3pPr>
            <a:lvl4pPr indent="0" lvl="3" marL="0" algn="r">
              <a:spcBef>
                <a:spcPts val="0"/>
              </a:spcBef>
              <a:buNone/>
              <a:defRPr sz="933"/>
            </a:lvl4pPr>
            <a:lvl5pPr indent="0" lvl="4" marL="0" algn="r">
              <a:spcBef>
                <a:spcPts val="0"/>
              </a:spcBef>
              <a:buNone/>
              <a:defRPr sz="933"/>
            </a:lvl5pPr>
            <a:lvl6pPr indent="0" lvl="5" marL="0" algn="r">
              <a:spcBef>
                <a:spcPts val="0"/>
              </a:spcBef>
              <a:buNone/>
              <a:defRPr sz="933"/>
            </a:lvl6pPr>
            <a:lvl7pPr indent="0" lvl="6" marL="0" algn="r">
              <a:spcBef>
                <a:spcPts val="0"/>
              </a:spcBef>
              <a:buNone/>
              <a:defRPr sz="933"/>
            </a:lvl7pPr>
            <a:lvl8pPr indent="0" lvl="7" marL="0" algn="r">
              <a:spcBef>
                <a:spcPts val="0"/>
              </a:spcBef>
              <a:buNone/>
              <a:defRPr sz="933"/>
            </a:lvl8pPr>
            <a:lvl9pPr indent="0" lvl="8" marL="0" algn="r">
              <a:spcBef>
                <a:spcPts val="0"/>
              </a:spcBef>
              <a:buNone/>
              <a:defRPr sz="933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beçalho da Seção" type="secHead">
  <p:cSld name="SECTION_HEADER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27"/>
          <p:cNvSpPr txBox="1"/>
          <p:nvPr>
            <p:ph type="title"/>
          </p:nvPr>
        </p:nvSpPr>
        <p:spPr>
          <a:xfrm>
            <a:off x="623888" y="1424782"/>
            <a:ext cx="7886700" cy="2377200"/>
          </a:xfrm>
          <a:prstGeom prst="rect">
            <a:avLst/>
          </a:prstGeom>
          <a:noFill/>
          <a:ln>
            <a:noFill/>
          </a:ln>
        </p:spPr>
        <p:txBody>
          <a:bodyPr anchorCtr="0" anchor="b" bIns="35550" lIns="71100" spcFirstLastPara="1" rIns="71100" wrap="square" tIns="3555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667"/>
              <a:buFont typeface="Play"/>
              <a:buNone/>
              <a:defRPr sz="4666"/>
            </a:lvl1pPr>
            <a:lvl2pPr lvl="1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9pPr>
          </a:lstStyle>
          <a:p/>
        </p:txBody>
      </p:sp>
      <p:sp>
        <p:nvSpPr>
          <p:cNvPr id="33" name="Google Shape;33;p27"/>
          <p:cNvSpPr txBox="1"/>
          <p:nvPr>
            <p:ph idx="1" type="body"/>
          </p:nvPr>
        </p:nvSpPr>
        <p:spPr>
          <a:xfrm>
            <a:off x="623888" y="3824553"/>
            <a:ext cx="7886700" cy="12501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778"/>
              </a:spcBef>
              <a:spcAft>
                <a:spcPts val="0"/>
              </a:spcAft>
              <a:buClr>
                <a:srgbClr val="757575"/>
              </a:buClr>
              <a:buSzPts val="1867"/>
              <a:buNone/>
              <a:defRPr sz="1866">
                <a:solidFill>
                  <a:srgbClr val="757575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389"/>
              </a:spcBef>
              <a:spcAft>
                <a:spcPts val="0"/>
              </a:spcAft>
              <a:buClr>
                <a:srgbClr val="757575"/>
              </a:buClr>
              <a:buSzPts val="1556"/>
              <a:buNone/>
              <a:defRPr sz="1555">
                <a:solidFill>
                  <a:srgbClr val="757575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389"/>
              </a:spcBef>
              <a:spcAft>
                <a:spcPts val="0"/>
              </a:spcAft>
              <a:buClr>
                <a:srgbClr val="757575"/>
              </a:buClr>
              <a:buSzPts val="1400"/>
              <a:buNone/>
              <a:defRPr sz="1400">
                <a:solidFill>
                  <a:srgbClr val="757575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389"/>
              </a:spcBef>
              <a:spcAft>
                <a:spcPts val="0"/>
              </a:spcAft>
              <a:buClr>
                <a:srgbClr val="757575"/>
              </a:buClr>
              <a:buSzPts val="1244"/>
              <a:buNone/>
              <a:defRPr sz="1244">
                <a:solidFill>
                  <a:srgbClr val="757575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389"/>
              </a:spcBef>
              <a:spcAft>
                <a:spcPts val="0"/>
              </a:spcAft>
              <a:buClr>
                <a:srgbClr val="757575"/>
              </a:buClr>
              <a:buSzPts val="1244"/>
              <a:buNone/>
              <a:defRPr sz="1244">
                <a:solidFill>
                  <a:srgbClr val="757575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389"/>
              </a:spcBef>
              <a:spcAft>
                <a:spcPts val="0"/>
              </a:spcAft>
              <a:buClr>
                <a:srgbClr val="757575"/>
              </a:buClr>
              <a:buSzPts val="1244"/>
              <a:buNone/>
              <a:defRPr sz="1244">
                <a:solidFill>
                  <a:srgbClr val="757575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389"/>
              </a:spcBef>
              <a:spcAft>
                <a:spcPts val="0"/>
              </a:spcAft>
              <a:buClr>
                <a:srgbClr val="757575"/>
              </a:buClr>
              <a:buSzPts val="1244"/>
              <a:buNone/>
              <a:defRPr sz="1244">
                <a:solidFill>
                  <a:srgbClr val="757575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389"/>
              </a:spcBef>
              <a:spcAft>
                <a:spcPts val="0"/>
              </a:spcAft>
              <a:buClr>
                <a:srgbClr val="757575"/>
              </a:buClr>
              <a:buSzPts val="1244"/>
              <a:buNone/>
              <a:defRPr sz="1244">
                <a:solidFill>
                  <a:srgbClr val="757575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389"/>
              </a:spcBef>
              <a:spcAft>
                <a:spcPts val="0"/>
              </a:spcAft>
              <a:buClr>
                <a:srgbClr val="757575"/>
              </a:buClr>
              <a:buSzPts val="1244"/>
              <a:buNone/>
              <a:defRPr sz="1244">
                <a:solidFill>
                  <a:srgbClr val="757575"/>
                </a:solidFill>
              </a:defRPr>
            </a:lvl9pPr>
          </a:lstStyle>
          <a:p/>
        </p:txBody>
      </p:sp>
      <p:sp>
        <p:nvSpPr>
          <p:cNvPr id="34" name="Google Shape;34;p27"/>
          <p:cNvSpPr txBox="1"/>
          <p:nvPr>
            <p:ph idx="10" type="dt"/>
          </p:nvPr>
        </p:nvSpPr>
        <p:spPr>
          <a:xfrm>
            <a:off x="628650" y="5296958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089"/>
              <a:buNone/>
              <a:defRPr sz="933"/>
            </a:lvl1pPr>
            <a:lvl2pPr lvl="1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2pPr>
            <a:lvl3pPr lvl="2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3pPr>
            <a:lvl4pPr lvl="3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4pPr>
            <a:lvl5pPr lvl="4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5pPr>
            <a:lvl6pPr lvl="5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6pPr>
            <a:lvl7pPr lvl="6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7pPr>
            <a:lvl8pPr lvl="7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8pPr>
            <a:lvl9pPr lvl="8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9pPr>
          </a:lstStyle>
          <a:p/>
        </p:txBody>
      </p:sp>
      <p:sp>
        <p:nvSpPr>
          <p:cNvPr id="35" name="Google Shape;35;p27"/>
          <p:cNvSpPr txBox="1"/>
          <p:nvPr>
            <p:ph idx="11" type="ftr"/>
          </p:nvPr>
        </p:nvSpPr>
        <p:spPr>
          <a:xfrm>
            <a:off x="3028950" y="5296958"/>
            <a:ext cx="30861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089"/>
              <a:buNone/>
              <a:defRPr sz="933"/>
            </a:lvl1pPr>
            <a:lvl2pPr lvl="1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2pPr>
            <a:lvl3pPr lvl="2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3pPr>
            <a:lvl4pPr lvl="3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4pPr>
            <a:lvl5pPr lvl="4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5pPr>
            <a:lvl6pPr lvl="5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6pPr>
            <a:lvl7pPr lvl="6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7pPr>
            <a:lvl8pPr lvl="7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8pPr>
            <a:lvl9pPr lvl="8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9pPr>
          </a:lstStyle>
          <a:p/>
        </p:txBody>
      </p:sp>
      <p:sp>
        <p:nvSpPr>
          <p:cNvPr id="36" name="Google Shape;36;p27"/>
          <p:cNvSpPr txBox="1"/>
          <p:nvPr>
            <p:ph idx="12" type="sldNum"/>
          </p:nvPr>
        </p:nvSpPr>
        <p:spPr>
          <a:xfrm>
            <a:off x="6457950" y="5296958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indent="0" lvl="0" marL="0" algn="r">
              <a:spcBef>
                <a:spcPts val="0"/>
              </a:spcBef>
              <a:buNone/>
              <a:defRPr sz="933"/>
            </a:lvl1pPr>
            <a:lvl2pPr indent="0" lvl="1" marL="0" algn="r">
              <a:spcBef>
                <a:spcPts val="0"/>
              </a:spcBef>
              <a:buNone/>
              <a:defRPr sz="933"/>
            </a:lvl2pPr>
            <a:lvl3pPr indent="0" lvl="2" marL="0" algn="r">
              <a:spcBef>
                <a:spcPts val="0"/>
              </a:spcBef>
              <a:buNone/>
              <a:defRPr sz="933"/>
            </a:lvl3pPr>
            <a:lvl4pPr indent="0" lvl="3" marL="0" algn="r">
              <a:spcBef>
                <a:spcPts val="0"/>
              </a:spcBef>
              <a:buNone/>
              <a:defRPr sz="933"/>
            </a:lvl4pPr>
            <a:lvl5pPr indent="0" lvl="4" marL="0" algn="r">
              <a:spcBef>
                <a:spcPts val="0"/>
              </a:spcBef>
              <a:buNone/>
              <a:defRPr sz="933"/>
            </a:lvl5pPr>
            <a:lvl6pPr indent="0" lvl="5" marL="0" algn="r">
              <a:spcBef>
                <a:spcPts val="0"/>
              </a:spcBef>
              <a:buNone/>
              <a:defRPr sz="933"/>
            </a:lvl6pPr>
            <a:lvl7pPr indent="0" lvl="6" marL="0" algn="r">
              <a:spcBef>
                <a:spcPts val="0"/>
              </a:spcBef>
              <a:buNone/>
              <a:defRPr sz="933"/>
            </a:lvl7pPr>
            <a:lvl8pPr indent="0" lvl="7" marL="0" algn="r">
              <a:spcBef>
                <a:spcPts val="0"/>
              </a:spcBef>
              <a:buNone/>
              <a:defRPr sz="933"/>
            </a:lvl8pPr>
            <a:lvl9pPr indent="0" lvl="8" marL="0" algn="r">
              <a:spcBef>
                <a:spcPts val="0"/>
              </a:spcBef>
              <a:buNone/>
              <a:defRPr sz="933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uas Partes de Conteúdo" type="twoObj">
  <p:cSld name="TWO_OBJECTS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28"/>
          <p:cNvSpPr txBox="1"/>
          <p:nvPr>
            <p:ph type="title"/>
          </p:nvPr>
        </p:nvSpPr>
        <p:spPr>
          <a:xfrm>
            <a:off x="628650" y="304271"/>
            <a:ext cx="7886700" cy="110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3422"/>
            </a:lvl1pPr>
            <a:lvl2pPr lvl="1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9pPr>
          </a:lstStyle>
          <a:p/>
        </p:txBody>
      </p:sp>
      <p:sp>
        <p:nvSpPr>
          <p:cNvPr id="39" name="Google Shape;39;p28"/>
          <p:cNvSpPr txBox="1"/>
          <p:nvPr>
            <p:ph idx="1" type="body"/>
          </p:nvPr>
        </p:nvSpPr>
        <p:spPr>
          <a:xfrm>
            <a:off x="628650" y="1521354"/>
            <a:ext cx="3886200" cy="36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778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2177"/>
            </a:lvl1pPr>
            <a:lvl2pPr indent="-317500" lvl="1" marL="914400" algn="l">
              <a:lnSpc>
                <a:spcPct val="90000"/>
              </a:lnSpc>
              <a:spcBef>
                <a:spcPts val="389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866"/>
            </a:lvl2pPr>
            <a:lvl3pPr indent="-317500" lvl="2" marL="1371600" algn="l">
              <a:lnSpc>
                <a:spcPct val="90000"/>
              </a:lnSpc>
              <a:spcBef>
                <a:spcPts val="389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555"/>
            </a:lvl3pPr>
            <a:lvl4pPr indent="-317500" lvl="3" marL="1828800" algn="l">
              <a:lnSpc>
                <a:spcPct val="90000"/>
              </a:lnSpc>
              <a:spcBef>
                <a:spcPts val="389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4pPr>
            <a:lvl5pPr indent="-317500" lvl="4" marL="2286000" algn="l">
              <a:lnSpc>
                <a:spcPct val="90000"/>
              </a:lnSpc>
              <a:spcBef>
                <a:spcPts val="389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5pPr>
            <a:lvl6pPr indent="-317500" lvl="5" marL="2743200" algn="l">
              <a:lnSpc>
                <a:spcPct val="90000"/>
              </a:lnSpc>
              <a:spcBef>
                <a:spcPts val="389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6pPr>
            <a:lvl7pPr indent="-317500" lvl="6" marL="3200400" algn="l">
              <a:lnSpc>
                <a:spcPct val="90000"/>
              </a:lnSpc>
              <a:spcBef>
                <a:spcPts val="389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7pPr>
            <a:lvl8pPr indent="-317500" lvl="7" marL="3657600" algn="l">
              <a:lnSpc>
                <a:spcPct val="90000"/>
              </a:lnSpc>
              <a:spcBef>
                <a:spcPts val="389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8pPr>
            <a:lvl9pPr indent="-317500" lvl="8" marL="4114800" algn="l">
              <a:lnSpc>
                <a:spcPct val="90000"/>
              </a:lnSpc>
              <a:spcBef>
                <a:spcPts val="389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9pPr>
          </a:lstStyle>
          <a:p/>
        </p:txBody>
      </p:sp>
      <p:sp>
        <p:nvSpPr>
          <p:cNvPr id="40" name="Google Shape;40;p28"/>
          <p:cNvSpPr txBox="1"/>
          <p:nvPr>
            <p:ph idx="2" type="body"/>
          </p:nvPr>
        </p:nvSpPr>
        <p:spPr>
          <a:xfrm>
            <a:off x="4629150" y="1521354"/>
            <a:ext cx="3886200" cy="36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778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2177"/>
            </a:lvl1pPr>
            <a:lvl2pPr indent="-317500" lvl="1" marL="914400" algn="l">
              <a:lnSpc>
                <a:spcPct val="90000"/>
              </a:lnSpc>
              <a:spcBef>
                <a:spcPts val="389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866"/>
            </a:lvl2pPr>
            <a:lvl3pPr indent="-317500" lvl="2" marL="1371600" algn="l">
              <a:lnSpc>
                <a:spcPct val="90000"/>
              </a:lnSpc>
              <a:spcBef>
                <a:spcPts val="389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555"/>
            </a:lvl3pPr>
            <a:lvl4pPr indent="-317500" lvl="3" marL="1828800" algn="l">
              <a:lnSpc>
                <a:spcPct val="90000"/>
              </a:lnSpc>
              <a:spcBef>
                <a:spcPts val="389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4pPr>
            <a:lvl5pPr indent="-317500" lvl="4" marL="2286000" algn="l">
              <a:lnSpc>
                <a:spcPct val="90000"/>
              </a:lnSpc>
              <a:spcBef>
                <a:spcPts val="389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5pPr>
            <a:lvl6pPr indent="-317500" lvl="5" marL="2743200" algn="l">
              <a:lnSpc>
                <a:spcPct val="90000"/>
              </a:lnSpc>
              <a:spcBef>
                <a:spcPts val="389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6pPr>
            <a:lvl7pPr indent="-317500" lvl="6" marL="3200400" algn="l">
              <a:lnSpc>
                <a:spcPct val="90000"/>
              </a:lnSpc>
              <a:spcBef>
                <a:spcPts val="389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7pPr>
            <a:lvl8pPr indent="-317500" lvl="7" marL="3657600" algn="l">
              <a:lnSpc>
                <a:spcPct val="90000"/>
              </a:lnSpc>
              <a:spcBef>
                <a:spcPts val="389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8pPr>
            <a:lvl9pPr indent="-317500" lvl="8" marL="4114800" algn="l">
              <a:lnSpc>
                <a:spcPct val="90000"/>
              </a:lnSpc>
              <a:spcBef>
                <a:spcPts val="389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9pPr>
          </a:lstStyle>
          <a:p/>
        </p:txBody>
      </p:sp>
      <p:sp>
        <p:nvSpPr>
          <p:cNvPr id="41" name="Google Shape;41;p28"/>
          <p:cNvSpPr txBox="1"/>
          <p:nvPr>
            <p:ph idx="10" type="dt"/>
          </p:nvPr>
        </p:nvSpPr>
        <p:spPr>
          <a:xfrm>
            <a:off x="628650" y="5296958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089"/>
              <a:buNone/>
              <a:defRPr sz="933"/>
            </a:lvl1pPr>
            <a:lvl2pPr lvl="1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2pPr>
            <a:lvl3pPr lvl="2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3pPr>
            <a:lvl4pPr lvl="3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4pPr>
            <a:lvl5pPr lvl="4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5pPr>
            <a:lvl6pPr lvl="5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6pPr>
            <a:lvl7pPr lvl="6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7pPr>
            <a:lvl8pPr lvl="7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8pPr>
            <a:lvl9pPr lvl="8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9pPr>
          </a:lstStyle>
          <a:p/>
        </p:txBody>
      </p:sp>
      <p:sp>
        <p:nvSpPr>
          <p:cNvPr id="42" name="Google Shape;42;p28"/>
          <p:cNvSpPr txBox="1"/>
          <p:nvPr>
            <p:ph idx="11" type="ftr"/>
          </p:nvPr>
        </p:nvSpPr>
        <p:spPr>
          <a:xfrm>
            <a:off x="3028950" y="5296958"/>
            <a:ext cx="30861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089"/>
              <a:buNone/>
              <a:defRPr sz="933"/>
            </a:lvl1pPr>
            <a:lvl2pPr lvl="1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2pPr>
            <a:lvl3pPr lvl="2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3pPr>
            <a:lvl4pPr lvl="3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4pPr>
            <a:lvl5pPr lvl="4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5pPr>
            <a:lvl6pPr lvl="5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6pPr>
            <a:lvl7pPr lvl="6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7pPr>
            <a:lvl8pPr lvl="7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8pPr>
            <a:lvl9pPr lvl="8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9pPr>
          </a:lstStyle>
          <a:p/>
        </p:txBody>
      </p:sp>
      <p:sp>
        <p:nvSpPr>
          <p:cNvPr id="43" name="Google Shape;43;p28"/>
          <p:cNvSpPr txBox="1"/>
          <p:nvPr>
            <p:ph idx="12" type="sldNum"/>
          </p:nvPr>
        </p:nvSpPr>
        <p:spPr>
          <a:xfrm>
            <a:off x="6457950" y="5296958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indent="0" lvl="0" marL="0" algn="r">
              <a:spcBef>
                <a:spcPts val="0"/>
              </a:spcBef>
              <a:buNone/>
              <a:defRPr sz="933"/>
            </a:lvl1pPr>
            <a:lvl2pPr indent="0" lvl="1" marL="0" algn="r">
              <a:spcBef>
                <a:spcPts val="0"/>
              </a:spcBef>
              <a:buNone/>
              <a:defRPr sz="933"/>
            </a:lvl2pPr>
            <a:lvl3pPr indent="0" lvl="2" marL="0" algn="r">
              <a:spcBef>
                <a:spcPts val="0"/>
              </a:spcBef>
              <a:buNone/>
              <a:defRPr sz="933"/>
            </a:lvl3pPr>
            <a:lvl4pPr indent="0" lvl="3" marL="0" algn="r">
              <a:spcBef>
                <a:spcPts val="0"/>
              </a:spcBef>
              <a:buNone/>
              <a:defRPr sz="933"/>
            </a:lvl4pPr>
            <a:lvl5pPr indent="0" lvl="4" marL="0" algn="r">
              <a:spcBef>
                <a:spcPts val="0"/>
              </a:spcBef>
              <a:buNone/>
              <a:defRPr sz="933"/>
            </a:lvl5pPr>
            <a:lvl6pPr indent="0" lvl="5" marL="0" algn="r">
              <a:spcBef>
                <a:spcPts val="0"/>
              </a:spcBef>
              <a:buNone/>
              <a:defRPr sz="933"/>
            </a:lvl6pPr>
            <a:lvl7pPr indent="0" lvl="6" marL="0" algn="r">
              <a:spcBef>
                <a:spcPts val="0"/>
              </a:spcBef>
              <a:buNone/>
              <a:defRPr sz="933"/>
            </a:lvl7pPr>
            <a:lvl8pPr indent="0" lvl="7" marL="0" algn="r">
              <a:spcBef>
                <a:spcPts val="0"/>
              </a:spcBef>
              <a:buNone/>
              <a:defRPr sz="933"/>
            </a:lvl8pPr>
            <a:lvl9pPr indent="0" lvl="8" marL="0" algn="r">
              <a:spcBef>
                <a:spcPts val="0"/>
              </a:spcBef>
              <a:buNone/>
              <a:defRPr sz="933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ação" type="twoTxTwoObj">
  <p:cSld name="TWO_OBJECTS_WITH_TEXT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29"/>
          <p:cNvSpPr txBox="1"/>
          <p:nvPr>
            <p:ph type="title"/>
          </p:nvPr>
        </p:nvSpPr>
        <p:spPr>
          <a:xfrm>
            <a:off x="629841" y="304271"/>
            <a:ext cx="7886700" cy="110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3422"/>
            </a:lvl1pPr>
            <a:lvl2pPr lvl="1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9pPr>
          </a:lstStyle>
          <a:p/>
        </p:txBody>
      </p:sp>
      <p:sp>
        <p:nvSpPr>
          <p:cNvPr id="46" name="Google Shape;46;p29"/>
          <p:cNvSpPr txBox="1"/>
          <p:nvPr>
            <p:ph idx="1" type="body"/>
          </p:nvPr>
        </p:nvSpPr>
        <p:spPr>
          <a:xfrm>
            <a:off x="629841" y="1400969"/>
            <a:ext cx="3868200" cy="686700"/>
          </a:xfrm>
          <a:prstGeom prst="rect">
            <a:avLst/>
          </a:prstGeom>
          <a:noFill/>
          <a:ln>
            <a:noFill/>
          </a:ln>
        </p:spPr>
        <p:txBody>
          <a:bodyPr anchorCtr="0" anchor="b" bIns="35550" lIns="71100" spcFirstLastPara="1" rIns="71100" wrap="square" tIns="3555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778"/>
              </a:spcBef>
              <a:spcAft>
                <a:spcPts val="0"/>
              </a:spcAft>
              <a:buClr>
                <a:schemeClr val="dk1"/>
              </a:buClr>
              <a:buSzPts val="1867"/>
              <a:buNone/>
              <a:defRPr b="1" sz="1866"/>
            </a:lvl1pPr>
            <a:lvl2pPr indent="-228600" lvl="1" marL="914400" algn="l">
              <a:lnSpc>
                <a:spcPct val="90000"/>
              </a:lnSpc>
              <a:spcBef>
                <a:spcPts val="389"/>
              </a:spcBef>
              <a:spcAft>
                <a:spcPts val="0"/>
              </a:spcAft>
              <a:buClr>
                <a:schemeClr val="dk1"/>
              </a:buClr>
              <a:buSzPts val="1556"/>
              <a:buNone/>
              <a:defRPr b="1" sz="1555"/>
            </a:lvl2pPr>
            <a:lvl3pPr indent="-228600" lvl="2" marL="1371600" algn="l">
              <a:lnSpc>
                <a:spcPct val="90000"/>
              </a:lnSpc>
              <a:spcBef>
                <a:spcPts val="389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389"/>
              </a:spcBef>
              <a:spcAft>
                <a:spcPts val="0"/>
              </a:spcAft>
              <a:buClr>
                <a:schemeClr val="dk1"/>
              </a:buClr>
              <a:buSzPts val="1244"/>
              <a:buNone/>
              <a:defRPr b="1" sz="1244"/>
            </a:lvl4pPr>
            <a:lvl5pPr indent="-228600" lvl="4" marL="2286000" algn="l">
              <a:lnSpc>
                <a:spcPct val="90000"/>
              </a:lnSpc>
              <a:spcBef>
                <a:spcPts val="389"/>
              </a:spcBef>
              <a:spcAft>
                <a:spcPts val="0"/>
              </a:spcAft>
              <a:buClr>
                <a:schemeClr val="dk1"/>
              </a:buClr>
              <a:buSzPts val="1244"/>
              <a:buNone/>
              <a:defRPr b="1" sz="1244"/>
            </a:lvl5pPr>
            <a:lvl6pPr indent="-228600" lvl="5" marL="2743200" algn="l">
              <a:lnSpc>
                <a:spcPct val="90000"/>
              </a:lnSpc>
              <a:spcBef>
                <a:spcPts val="389"/>
              </a:spcBef>
              <a:spcAft>
                <a:spcPts val="0"/>
              </a:spcAft>
              <a:buClr>
                <a:schemeClr val="dk1"/>
              </a:buClr>
              <a:buSzPts val="1244"/>
              <a:buNone/>
              <a:defRPr b="1" sz="1244"/>
            </a:lvl6pPr>
            <a:lvl7pPr indent="-228600" lvl="6" marL="3200400" algn="l">
              <a:lnSpc>
                <a:spcPct val="90000"/>
              </a:lnSpc>
              <a:spcBef>
                <a:spcPts val="389"/>
              </a:spcBef>
              <a:spcAft>
                <a:spcPts val="0"/>
              </a:spcAft>
              <a:buClr>
                <a:schemeClr val="dk1"/>
              </a:buClr>
              <a:buSzPts val="1244"/>
              <a:buNone/>
              <a:defRPr b="1" sz="1244"/>
            </a:lvl7pPr>
            <a:lvl8pPr indent="-228600" lvl="7" marL="3657600" algn="l">
              <a:lnSpc>
                <a:spcPct val="90000"/>
              </a:lnSpc>
              <a:spcBef>
                <a:spcPts val="389"/>
              </a:spcBef>
              <a:spcAft>
                <a:spcPts val="0"/>
              </a:spcAft>
              <a:buClr>
                <a:schemeClr val="dk1"/>
              </a:buClr>
              <a:buSzPts val="1244"/>
              <a:buNone/>
              <a:defRPr b="1" sz="1244"/>
            </a:lvl8pPr>
            <a:lvl9pPr indent="-228600" lvl="8" marL="4114800" algn="l">
              <a:lnSpc>
                <a:spcPct val="90000"/>
              </a:lnSpc>
              <a:spcBef>
                <a:spcPts val="389"/>
              </a:spcBef>
              <a:spcAft>
                <a:spcPts val="0"/>
              </a:spcAft>
              <a:buClr>
                <a:schemeClr val="dk1"/>
              </a:buClr>
              <a:buSzPts val="1244"/>
              <a:buNone/>
              <a:defRPr b="1" sz="1244"/>
            </a:lvl9pPr>
          </a:lstStyle>
          <a:p/>
        </p:txBody>
      </p:sp>
      <p:sp>
        <p:nvSpPr>
          <p:cNvPr id="47" name="Google Shape;47;p29"/>
          <p:cNvSpPr txBox="1"/>
          <p:nvPr>
            <p:ph idx="2" type="body"/>
          </p:nvPr>
        </p:nvSpPr>
        <p:spPr>
          <a:xfrm>
            <a:off x="629841" y="2087563"/>
            <a:ext cx="3868200" cy="30705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778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2177"/>
            </a:lvl1pPr>
            <a:lvl2pPr indent="-317500" lvl="1" marL="914400" algn="l">
              <a:lnSpc>
                <a:spcPct val="90000"/>
              </a:lnSpc>
              <a:spcBef>
                <a:spcPts val="389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866"/>
            </a:lvl2pPr>
            <a:lvl3pPr indent="-317500" lvl="2" marL="1371600" algn="l">
              <a:lnSpc>
                <a:spcPct val="90000"/>
              </a:lnSpc>
              <a:spcBef>
                <a:spcPts val="389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555"/>
            </a:lvl3pPr>
            <a:lvl4pPr indent="-317500" lvl="3" marL="1828800" algn="l">
              <a:lnSpc>
                <a:spcPct val="90000"/>
              </a:lnSpc>
              <a:spcBef>
                <a:spcPts val="389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4pPr>
            <a:lvl5pPr indent="-317500" lvl="4" marL="2286000" algn="l">
              <a:lnSpc>
                <a:spcPct val="90000"/>
              </a:lnSpc>
              <a:spcBef>
                <a:spcPts val="389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5pPr>
            <a:lvl6pPr indent="-317500" lvl="5" marL="2743200" algn="l">
              <a:lnSpc>
                <a:spcPct val="90000"/>
              </a:lnSpc>
              <a:spcBef>
                <a:spcPts val="389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6pPr>
            <a:lvl7pPr indent="-317500" lvl="6" marL="3200400" algn="l">
              <a:lnSpc>
                <a:spcPct val="90000"/>
              </a:lnSpc>
              <a:spcBef>
                <a:spcPts val="389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7pPr>
            <a:lvl8pPr indent="-317500" lvl="7" marL="3657600" algn="l">
              <a:lnSpc>
                <a:spcPct val="90000"/>
              </a:lnSpc>
              <a:spcBef>
                <a:spcPts val="389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8pPr>
            <a:lvl9pPr indent="-317500" lvl="8" marL="4114800" algn="l">
              <a:lnSpc>
                <a:spcPct val="90000"/>
              </a:lnSpc>
              <a:spcBef>
                <a:spcPts val="389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9pPr>
          </a:lstStyle>
          <a:p/>
        </p:txBody>
      </p:sp>
      <p:sp>
        <p:nvSpPr>
          <p:cNvPr id="48" name="Google Shape;48;p29"/>
          <p:cNvSpPr txBox="1"/>
          <p:nvPr>
            <p:ph idx="3" type="body"/>
          </p:nvPr>
        </p:nvSpPr>
        <p:spPr>
          <a:xfrm>
            <a:off x="4629150" y="1400969"/>
            <a:ext cx="3887400" cy="686700"/>
          </a:xfrm>
          <a:prstGeom prst="rect">
            <a:avLst/>
          </a:prstGeom>
          <a:noFill/>
          <a:ln>
            <a:noFill/>
          </a:ln>
        </p:spPr>
        <p:txBody>
          <a:bodyPr anchorCtr="0" anchor="b" bIns="35550" lIns="71100" spcFirstLastPara="1" rIns="71100" wrap="square" tIns="3555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778"/>
              </a:spcBef>
              <a:spcAft>
                <a:spcPts val="0"/>
              </a:spcAft>
              <a:buClr>
                <a:schemeClr val="dk1"/>
              </a:buClr>
              <a:buSzPts val="1867"/>
              <a:buNone/>
              <a:defRPr b="1" sz="1866"/>
            </a:lvl1pPr>
            <a:lvl2pPr indent="-228600" lvl="1" marL="914400" algn="l">
              <a:lnSpc>
                <a:spcPct val="90000"/>
              </a:lnSpc>
              <a:spcBef>
                <a:spcPts val="389"/>
              </a:spcBef>
              <a:spcAft>
                <a:spcPts val="0"/>
              </a:spcAft>
              <a:buClr>
                <a:schemeClr val="dk1"/>
              </a:buClr>
              <a:buSzPts val="1556"/>
              <a:buNone/>
              <a:defRPr b="1" sz="1555"/>
            </a:lvl2pPr>
            <a:lvl3pPr indent="-228600" lvl="2" marL="1371600" algn="l">
              <a:lnSpc>
                <a:spcPct val="90000"/>
              </a:lnSpc>
              <a:spcBef>
                <a:spcPts val="389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389"/>
              </a:spcBef>
              <a:spcAft>
                <a:spcPts val="0"/>
              </a:spcAft>
              <a:buClr>
                <a:schemeClr val="dk1"/>
              </a:buClr>
              <a:buSzPts val="1244"/>
              <a:buNone/>
              <a:defRPr b="1" sz="1244"/>
            </a:lvl4pPr>
            <a:lvl5pPr indent="-228600" lvl="4" marL="2286000" algn="l">
              <a:lnSpc>
                <a:spcPct val="90000"/>
              </a:lnSpc>
              <a:spcBef>
                <a:spcPts val="389"/>
              </a:spcBef>
              <a:spcAft>
                <a:spcPts val="0"/>
              </a:spcAft>
              <a:buClr>
                <a:schemeClr val="dk1"/>
              </a:buClr>
              <a:buSzPts val="1244"/>
              <a:buNone/>
              <a:defRPr b="1" sz="1244"/>
            </a:lvl5pPr>
            <a:lvl6pPr indent="-228600" lvl="5" marL="2743200" algn="l">
              <a:lnSpc>
                <a:spcPct val="90000"/>
              </a:lnSpc>
              <a:spcBef>
                <a:spcPts val="389"/>
              </a:spcBef>
              <a:spcAft>
                <a:spcPts val="0"/>
              </a:spcAft>
              <a:buClr>
                <a:schemeClr val="dk1"/>
              </a:buClr>
              <a:buSzPts val="1244"/>
              <a:buNone/>
              <a:defRPr b="1" sz="1244"/>
            </a:lvl6pPr>
            <a:lvl7pPr indent="-228600" lvl="6" marL="3200400" algn="l">
              <a:lnSpc>
                <a:spcPct val="90000"/>
              </a:lnSpc>
              <a:spcBef>
                <a:spcPts val="389"/>
              </a:spcBef>
              <a:spcAft>
                <a:spcPts val="0"/>
              </a:spcAft>
              <a:buClr>
                <a:schemeClr val="dk1"/>
              </a:buClr>
              <a:buSzPts val="1244"/>
              <a:buNone/>
              <a:defRPr b="1" sz="1244"/>
            </a:lvl7pPr>
            <a:lvl8pPr indent="-228600" lvl="7" marL="3657600" algn="l">
              <a:lnSpc>
                <a:spcPct val="90000"/>
              </a:lnSpc>
              <a:spcBef>
                <a:spcPts val="389"/>
              </a:spcBef>
              <a:spcAft>
                <a:spcPts val="0"/>
              </a:spcAft>
              <a:buClr>
                <a:schemeClr val="dk1"/>
              </a:buClr>
              <a:buSzPts val="1244"/>
              <a:buNone/>
              <a:defRPr b="1" sz="1244"/>
            </a:lvl8pPr>
            <a:lvl9pPr indent="-228600" lvl="8" marL="4114800" algn="l">
              <a:lnSpc>
                <a:spcPct val="90000"/>
              </a:lnSpc>
              <a:spcBef>
                <a:spcPts val="389"/>
              </a:spcBef>
              <a:spcAft>
                <a:spcPts val="0"/>
              </a:spcAft>
              <a:buClr>
                <a:schemeClr val="dk1"/>
              </a:buClr>
              <a:buSzPts val="1244"/>
              <a:buNone/>
              <a:defRPr b="1" sz="1244"/>
            </a:lvl9pPr>
          </a:lstStyle>
          <a:p/>
        </p:txBody>
      </p:sp>
      <p:sp>
        <p:nvSpPr>
          <p:cNvPr id="49" name="Google Shape;49;p29"/>
          <p:cNvSpPr txBox="1"/>
          <p:nvPr>
            <p:ph idx="4" type="body"/>
          </p:nvPr>
        </p:nvSpPr>
        <p:spPr>
          <a:xfrm>
            <a:off x="4629150" y="2087563"/>
            <a:ext cx="3887400" cy="30705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778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2177"/>
            </a:lvl1pPr>
            <a:lvl2pPr indent="-317500" lvl="1" marL="914400" algn="l">
              <a:lnSpc>
                <a:spcPct val="90000"/>
              </a:lnSpc>
              <a:spcBef>
                <a:spcPts val="389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866"/>
            </a:lvl2pPr>
            <a:lvl3pPr indent="-317500" lvl="2" marL="1371600" algn="l">
              <a:lnSpc>
                <a:spcPct val="90000"/>
              </a:lnSpc>
              <a:spcBef>
                <a:spcPts val="389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555"/>
            </a:lvl3pPr>
            <a:lvl4pPr indent="-317500" lvl="3" marL="1828800" algn="l">
              <a:lnSpc>
                <a:spcPct val="90000"/>
              </a:lnSpc>
              <a:spcBef>
                <a:spcPts val="389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4pPr>
            <a:lvl5pPr indent="-317500" lvl="4" marL="2286000" algn="l">
              <a:lnSpc>
                <a:spcPct val="90000"/>
              </a:lnSpc>
              <a:spcBef>
                <a:spcPts val="389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5pPr>
            <a:lvl6pPr indent="-317500" lvl="5" marL="2743200" algn="l">
              <a:lnSpc>
                <a:spcPct val="90000"/>
              </a:lnSpc>
              <a:spcBef>
                <a:spcPts val="389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6pPr>
            <a:lvl7pPr indent="-317500" lvl="6" marL="3200400" algn="l">
              <a:lnSpc>
                <a:spcPct val="90000"/>
              </a:lnSpc>
              <a:spcBef>
                <a:spcPts val="389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7pPr>
            <a:lvl8pPr indent="-317500" lvl="7" marL="3657600" algn="l">
              <a:lnSpc>
                <a:spcPct val="90000"/>
              </a:lnSpc>
              <a:spcBef>
                <a:spcPts val="389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8pPr>
            <a:lvl9pPr indent="-317500" lvl="8" marL="4114800" algn="l">
              <a:lnSpc>
                <a:spcPct val="90000"/>
              </a:lnSpc>
              <a:spcBef>
                <a:spcPts val="389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9pPr>
          </a:lstStyle>
          <a:p/>
        </p:txBody>
      </p:sp>
      <p:sp>
        <p:nvSpPr>
          <p:cNvPr id="50" name="Google Shape;50;p29"/>
          <p:cNvSpPr txBox="1"/>
          <p:nvPr>
            <p:ph idx="10" type="dt"/>
          </p:nvPr>
        </p:nvSpPr>
        <p:spPr>
          <a:xfrm>
            <a:off x="628650" y="5296958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089"/>
              <a:buNone/>
              <a:defRPr sz="933"/>
            </a:lvl1pPr>
            <a:lvl2pPr lvl="1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2pPr>
            <a:lvl3pPr lvl="2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3pPr>
            <a:lvl4pPr lvl="3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4pPr>
            <a:lvl5pPr lvl="4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5pPr>
            <a:lvl6pPr lvl="5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6pPr>
            <a:lvl7pPr lvl="6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7pPr>
            <a:lvl8pPr lvl="7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8pPr>
            <a:lvl9pPr lvl="8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9pPr>
          </a:lstStyle>
          <a:p/>
        </p:txBody>
      </p:sp>
      <p:sp>
        <p:nvSpPr>
          <p:cNvPr id="51" name="Google Shape;51;p29"/>
          <p:cNvSpPr txBox="1"/>
          <p:nvPr>
            <p:ph idx="11" type="ftr"/>
          </p:nvPr>
        </p:nvSpPr>
        <p:spPr>
          <a:xfrm>
            <a:off x="3028950" y="5296958"/>
            <a:ext cx="30861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089"/>
              <a:buNone/>
              <a:defRPr sz="933"/>
            </a:lvl1pPr>
            <a:lvl2pPr lvl="1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2pPr>
            <a:lvl3pPr lvl="2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3pPr>
            <a:lvl4pPr lvl="3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4pPr>
            <a:lvl5pPr lvl="4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5pPr>
            <a:lvl6pPr lvl="5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6pPr>
            <a:lvl7pPr lvl="6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7pPr>
            <a:lvl8pPr lvl="7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8pPr>
            <a:lvl9pPr lvl="8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9pPr>
          </a:lstStyle>
          <a:p/>
        </p:txBody>
      </p:sp>
      <p:sp>
        <p:nvSpPr>
          <p:cNvPr id="52" name="Google Shape;52;p29"/>
          <p:cNvSpPr txBox="1"/>
          <p:nvPr>
            <p:ph idx="12" type="sldNum"/>
          </p:nvPr>
        </p:nvSpPr>
        <p:spPr>
          <a:xfrm>
            <a:off x="6457950" y="5296958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indent="0" lvl="0" marL="0" algn="r">
              <a:spcBef>
                <a:spcPts val="0"/>
              </a:spcBef>
              <a:buNone/>
              <a:defRPr sz="933"/>
            </a:lvl1pPr>
            <a:lvl2pPr indent="0" lvl="1" marL="0" algn="r">
              <a:spcBef>
                <a:spcPts val="0"/>
              </a:spcBef>
              <a:buNone/>
              <a:defRPr sz="933"/>
            </a:lvl2pPr>
            <a:lvl3pPr indent="0" lvl="2" marL="0" algn="r">
              <a:spcBef>
                <a:spcPts val="0"/>
              </a:spcBef>
              <a:buNone/>
              <a:defRPr sz="933"/>
            </a:lvl3pPr>
            <a:lvl4pPr indent="0" lvl="3" marL="0" algn="r">
              <a:spcBef>
                <a:spcPts val="0"/>
              </a:spcBef>
              <a:buNone/>
              <a:defRPr sz="933"/>
            </a:lvl4pPr>
            <a:lvl5pPr indent="0" lvl="4" marL="0" algn="r">
              <a:spcBef>
                <a:spcPts val="0"/>
              </a:spcBef>
              <a:buNone/>
              <a:defRPr sz="933"/>
            </a:lvl5pPr>
            <a:lvl6pPr indent="0" lvl="5" marL="0" algn="r">
              <a:spcBef>
                <a:spcPts val="0"/>
              </a:spcBef>
              <a:buNone/>
              <a:defRPr sz="933"/>
            </a:lvl6pPr>
            <a:lvl7pPr indent="0" lvl="6" marL="0" algn="r">
              <a:spcBef>
                <a:spcPts val="0"/>
              </a:spcBef>
              <a:buNone/>
              <a:defRPr sz="933"/>
            </a:lvl7pPr>
            <a:lvl8pPr indent="0" lvl="7" marL="0" algn="r">
              <a:spcBef>
                <a:spcPts val="0"/>
              </a:spcBef>
              <a:buNone/>
              <a:defRPr sz="933"/>
            </a:lvl8pPr>
            <a:lvl9pPr indent="0" lvl="8" marL="0" algn="r">
              <a:spcBef>
                <a:spcPts val="0"/>
              </a:spcBef>
              <a:buNone/>
              <a:defRPr sz="933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omente Título" type="titleOnly">
  <p:cSld name="TITLE_ONLY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30"/>
          <p:cNvSpPr txBox="1"/>
          <p:nvPr>
            <p:ph type="title"/>
          </p:nvPr>
        </p:nvSpPr>
        <p:spPr>
          <a:xfrm>
            <a:off x="628650" y="304271"/>
            <a:ext cx="7886700" cy="110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3422"/>
            </a:lvl1pPr>
            <a:lvl2pPr lvl="1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9pPr>
          </a:lstStyle>
          <a:p/>
        </p:txBody>
      </p:sp>
      <p:sp>
        <p:nvSpPr>
          <p:cNvPr id="55" name="Google Shape;55;p30"/>
          <p:cNvSpPr txBox="1"/>
          <p:nvPr>
            <p:ph idx="10" type="dt"/>
          </p:nvPr>
        </p:nvSpPr>
        <p:spPr>
          <a:xfrm>
            <a:off x="628650" y="5296958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089"/>
              <a:buNone/>
              <a:defRPr sz="933"/>
            </a:lvl1pPr>
            <a:lvl2pPr lvl="1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2pPr>
            <a:lvl3pPr lvl="2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3pPr>
            <a:lvl4pPr lvl="3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4pPr>
            <a:lvl5pPr lvl="4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5pPr>
            <a:lvl6pPr lvl="5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6pPr>
            <a:lvl7pPr lvl="6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7pPr>
            <a:lvl8pPr lvl="7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8pPr>
            <a:lvl9pPr lvl="8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9pPr>
          </a:lstStyle>
          <a:p/>
        </p:txBody>
      </p:sp>
      <p:sp>
        <p:nvSpPr>
          <p:cNvPr id="56" name="Google Shape;56;p30"/>
          <p:cNvSpPr txBox="1"/>
          <p:nvPr>
            <p:ph idx="11" type="ftr"/>
          </p:nvPr>
        </p:nvSpPr>
        <p:spPr>
          <a:xfrm>
            <a:off x="3028950" y="5296958"/>
            <a:ext cx="30861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089"/>
              <a:buNone/>
              <a:defRPr sz="933"/>
            </a:lvl1pPr>
            <a:lvl2pPr lvl="1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2pPr>
            <a:lvl3pPr lvl="2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3pPr>
            <a:lvl4pPr lvl="3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4pPr>
            <a:lvl5pPr lvl="4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5pPr>
            <a:lvl6pPr lvl="5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6pPr>
            <a:lvl7pPr lvl="6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7pPr>
            <a:lvl8pPr lvl="7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8pPr>
            <a:lvl9pPr lvl="8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9pPr>
          </a:lstStyle>
          <a:p/>
        </p:txBody>
      </p:sp>
      <p:sp>
        <p:nvSpPr>
          <p:cNvPr id="57" name="Google Shape;57;p30"/>
          <p:cNvSpPr txBox="1"/>
          <p:nvPr>
            <p:ph idx="12" type="sldNum"/>
          </p:nvPr>
        </p:nvSpPr>
        <p:spPr>
          <a:xfrm>
            <a:off x="6457950" y="5296958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indent="0" lvl="0" marL="0" algn="r">
              <a:spcBef>
                <a:spcPts val="0"/>
              </a:spcBef>
              <a:buNone/>
              <a:defRPr sz="933"/>
            </a:lvl1pPr>
            <a:lvl2pPr indent="0" lvl="1" marL="0" algn="r">
              <a:spcBef>
                <a:spcPts val="0"/>
              </a:spcBef>
              <a:buNone/>
              <a:defRPr sz="933"/>
            </a:lvl2pPr>
            <a:lvl3pPr indent="0" lvl="2" marL="0" algn="r">
              <a:spcBef>
                <a:spcPts val="0"/>
              </a:spcBef>
              <a:buNone/>
              <a:defRPr sz="933"/>
            </a:lvl3pPr>
            <a:lvl4pPr indent="0" lvl="3" marL="0" algn="r">
              <a:spcBef>
                <a:spcPts val="0"/>
              </a:spcBef>
              <a:buNone/>
              <a:defRPr sz="933"/>
            </a:lvl4pPr>
            <a:lvl5pPr indent="0" lvl="4" marL="0" algn="r">
              <a:spcBef>
                <a:spcPts val="0"/>
              </a:spcBef>
              <a:buNone/>
              <a:defRPr sz="933"/>
            </a:lvl5pPr>
            <a:lvl6pPr indent="0" lvl="5" marL="0" algn="r">
              <a:spcBef>
                <a:spcPts val="0"/>
              </a:spcBef>
              <a:buNone/>
              <a:defRPr sz="933"/>
            </a:lvl6pPr>
            <a:lvl7pPr indent="0" lvl="6" marL="0" algn="r">
              <a:spcBef>
                <a:spcPts val="0"/>
              </a:spcBef>
              <a:buNone/>
              <a:defRPr sz="933"/>
            </a:lvl7pPr>
            <a:lvl8pPr indent="0" lvl="7" marL="0" algn="r">
              <a:spcBef>
                <a:spcPts val="0"/>
              </a:spcBef>
              <a:buNone/>
              <a:defRPr sz="933"/>
            </a:lvl8pPr>
            <a:lvl9pPr indent="0" lvl="8" marL="0" algn="r">
              <a:spcBef>
                <a:spcPts val="0"/>
              </a:spcBef>
              <a:buNone/>
              <a:defRPr sz="933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údo com Legenda" type="objTx">
  <p:cSld name="OBJECT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31"/>
          <p:cNvSpPr txBox="1"/>
          <p:nvPr>
            <p:ph type="title"/>
          </p:nvPr>
        </p:nvSpPr>
        <p:spPr>
          <a:xfrm>
            <a:off x="629841" y="381000"/>
            <a:ext cx="2949300" cy="1333500"/>
          </a:xfrm>
          <a:prstGeom prst="rect">
            <a:avLst/>
          </a:prstGeom>
          <a:noFill/>
          <a:ln>
            <a:noFill/>
          </a:ln>
        </p:spPr>
        <p:txBody>
          <a:bodyPr anchorCtr="0" anchor="b" bIns="35550" lIns="71100" spcFirstLastPara="1" rIns="71100" wrap="square" tIns="3555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89"/>
              <a:buFont typeface="Play"/>
              <a:buNone/>
              <a:defRPr sz="2488"/>
            </a:lvl1pPr>
            <a:lvl2pPr lvl="1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9pPr>
          </a:lstStyle>
          <a:p/>
        </p:txBody>
      </p:sp>
      <p:sp>
        <p:nvSpPr>
          <p:cNvPr id="60" name="Google Shape;60;p31"/>
          <p:cNvSpPr txBox="1"/>
          <p:nvPr>
            <p:ph idx="1" type="body"/>
          </p:nvPr>
        </p:nvSpPr>
        <p:spPr>
          <a:xfrm>
            <a:off x="3887391" y="822854"/>
            <a:ext cx="4629300" cy="40614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normAutofit/>
          </a:bodyPr>
          <a:lstStyle>
            <a:lvl1pPr indent="-386644" lvl="0" marL="457200" algn="l">
              <a:lnSpc>
                <a:spcPct val="90000"/>
              </a:lnSpc>
              <a:spcBef>
                <a:spcPts val="778"/>
              </a:spcBef>
              <a:spcAft>
                <a:spcPts val="0"/>
              </a:spcAft>
              <a:buClr>
                <a:schemeClr val="dk1"/>
              </a:buClr>
              <a:buSzPts val="2489"/>
              <a:buChar char="•"/>
              <a:defRPr sz="2488"/>
            </a:lvl1pPr>
            <a:lvl2pPr indent="-366889" lvl="1" marL="914400" algn="l">
              <a:lnSpc>
                <a:spcPct val="90000"/>
              </a:lnSpc>
              <a:spcBef>
                <a:spcPts val="389"/>
              </a:spcBef>
              <a:spcAft>
                <a:spcPts val="0"/>
              </a:spcAft>
              <a:buClr>
                <a:schemeClr val="dk1"/>
              </a:buClr>
              <a:buSzPts val="2178"/>
              <a:buChar char="•"/>
              <a:defRPr sz="2177"/>
            </a:lvl2pPr>
            <a:lvl3pPr indent="-347133" lvl="2" marL="1371600" algn="l">
              <a:lnSpc>
                <a:spcPct val="90000"/>
              </a:lnSpc>
              <a:spcBef>
                <a:spcPts val="389"/>
              </a:spcBef>
              <a:spcAft>
                <a:spcPts val="0"/>
              </a:spcAft>
              <a:buClr>
                <a:schemeClr val="dk1"/>
              </a:buClr>
              <a:buSzPts val="1867"/>
              <a:buChar char="•"/>
              <a:defRPr sz="1866"/>
            </a:lvl3pPr>
            <a:lvl4pPr indent="-327378" lvl="3" marL="1828800" algn="l">
              <a:lnSpc>
                <a:spcPct val="90000"/>
              </a:lnSpc>
              <a:spcBef>
                <a:spcPts val="389"/>
              </a:spcBef>
              <a:spcAft>
                <a:spcPts val="0"/>
              </a:spcAft>
              <a:buClr>
                <a:schemeClr val="dk1"/>
              </a:buClr>
              <a:buSzPts val="1556"/>
              <a:buChar char="•"/>
              <a:defRPr sz="1555"/>
            </a:lvl4pPr>
            <a:lvl5pPr indent="-327378" lvl="4" marL="2286000" algn="l">
              <a:lnSpc>
                <a:spcPct val="90000"/>
              </a:lnSpc>
              <a:spcBef>
                <a:spcPts val="389"/>
              </a:spcBef>
              <a:spcAft>
                <a:spcPts val="0"/>
              </a:spcAft>
              <a:buClr>
                <a:schemeClr val="dk1"/>
              </a:buClr>
              <a:buSzPts val="1556"/>
              <a:buChar char="•"/>
              <a:defRPr sz="1555"/>
            </a:lvl5pPr>
            <a:lvl6pPr indent="-327378" lvl="5" marL="2743200" algn="l">
              <a:lnSpc>
                <a:spcPct val="90000"/>
              </a:lnSpc>
              <a:spcBef>
                <a:spcPts val="389"/>
              </a:spcBef>
              <a:spcAft>
                <a:spcPts val="0"/>
              </a:spcAft>
              <a:buClr>
                <a:schemeClr val="dk1"/>
              </a:buClr>
              <a:buSzPts val="1556"/>
              <a:buChar char="•"/>
              <a:defRPr sz="1555"/>
            </a:lvl6pPr>
            <a:lvl7pPr indent="-327378" lvl="6" marL="3200400" algn="l">
              <a:lnSpc>
                <a:spcPct val="90000"/>
              </a:lnSpc>
              <a:spcBef>
                <a:spcPts val="389"/>
              </a:spcBef>
              <a:spcAft>
                <a:spcPts val="0"/>
              </a:spcAft>
              <a:buClr>
                <a:schemeClr val="dk1"/>
              </a:buClr>
              <a:buSzPts val="1556"/>
              <a:buChar char="•"/>
              <a:defRPr sz="1555"/>
            </a:lvl7pPr>
            <a:lvl8pPr indent="-327378" lvl="7" marL="3657600" algn="l">
              <a:lnSpc>
                <a:spcPct val="90000"/>
              </a:lnSpc>
              <a:spcBef>
                <a:spcPts val="389"/>
              </a:spcBef>
              <a:spcAft>
                <a:spcPts val="0"/>
              </a:spcAft>
              <a:buClr>
                <a:schemeClr val="dk1"/>
              </a:buClr>
              <a:buSzPts val="1556"/>
              <a:buChar char="•"/>
              <a:defRPr sz="1555"/>
            </a:lvl8pPr>
            <a:lvl9pPr indent="-327378" lvl="8" marL="4114800" algn="l">
              <a:lnSpc>
                <a:spcPct val="90000"/>
              </a:lnSpc>
              <a:spcBef>
                <a:spcPts val="389"/>
              </a:spcBef>
              <a:spcAft>
                <a:spcPts val="0"/>
              </a:spcAft>
              <a:buClr>
                <a:schemeClr val="dk1"/>
              </a:buClr>
              <a:buSzPts val="1556"/>
              <a:buChar char="•"/>
              <a:defRPr sz="1555"/>
            </a:lvl9pPr>
          </a:lstStyle>
          <a:p/>
        </p:txBody>
      </p:sp>
      <p:sp>
        <p:nvSpPr>
          <p:cNvPr id="61" name="Google Shape;61;p31"/>
          <p:cNvSpPr txBox="1"/>
          <p:nvPr>
            <p:ph idx="2" type="body"/>
          </p:nvPr>
        </p:nvSpPr>
        <p:spPr>
          <a:xfrm>
            <a:off x="629841" y="1714500"/>
            <a:ext cx="2949300" cy="31764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778"/>
              </a:spcBef>
              <a:spcAft>
                <a:spcPts val="0"/>
              </a:spcAft>
              <a:buClr>
                <a:schemeClr val="dk1"/>
              </a:buClr>
              <a:buSzPts val="1244"/>
              <a:buNone/>
              <a:defRPr sz="1244"/>
            </a:lvl1pPr>
            <a:lvl2pPr indent="-228600" lvl="1" marL="914400" algn="l">
              <a:lnSpc>
                <a:spcPct val="90000"/>
              </a:lnSpc>
              <a:spcBef>
                <a:spcPts val="389"/>
              </a:spcBef>
              <a:spcAft>
                <a:spcPts val="0"/>
              </a:spcAft>
              <a:buClr>
                <a:schemeClr val="dk1"/>
              </a:buClr>
              <a:buSzPts val="1089"/>
              <a:buNone/>
              <a:defRPr sz="1088"/>
            </a:lvl2pPr>
            <a:lvl3pPr indent="-228600" lvl="2" marL="1371600" algn="l">
              <a:lnSpc>
                <a:spcPct val="90000"/>
              </a:lnSpc>
              <a:spcBef>
                <a:spcPts val="389"/>
              </a:spcBef>
              <a:spcAft>
                <a:spcPts val="0"/>
              </a:spcAft>
              <a:buClr>
                <a:schemeClr val="dk1"/>
              </a:buClr>
              <a:buSzPts val="933"/>
              <a:buNone/>
              <a:defRPr sz="933"/>
            </a:lvl3pPr>
            <a:lvl4pPr indent="-228600" lvl="3" marL="1828800" algn="l">
              <a:lnSpc>
                <a:spcPct val="90000"/>
              </a:lnSpc>
              <a:spcBef>
                <a:spcPts val="389"/>
              </a:spcBef>
              <a:spcAft>
                <a:spcPts val="0"/>
              </a:spcAft>
              <a:buClr>
                <a:schemeClr val="dk1"/>
              </a:buClr>
              <a:buSzPts val="778"/>
              <a:buNone/>
              <a:defRPr sz="777"/>
            </a:lvl4pPr>
            <a:lvl5pPr indent="-228600" lvl="4" marL="2286000" algn="l">
              <a:lnSpc>
                <a:spcPct val="90000"/>
              </a:lnSpc>
              <a:spcBef>
                <a:spcPts val="389"/>
              </a:spcBef>
              <a:spcAft>
                <a:spcPts val="0"/>
              </a:spcAft>
              <a:buClr>
                <a:schemeClr val="dk1"/>
              </a:buClr>
              <a:buSzPts val="778"/>
              <a:buNone/>
              <a:defRPr sz="777"/>
            </a:lvl5pPr>
            <a:lvl6pPr indent="-228600" lvl="5" marL="2743200" algn="l">
              <a:lnSpc>
                <a:spcPct val="90000"/>
              </a:lnSpc>
              <a:spcBef>
                <a:spcPts val="389"/>
              </a:spcBef>
              <a:spcAft>
                <a:spcPts val="0"/>
              </a:spcAft>
              <a:buClr>
                <a:schemeClr val="dk1"/>
              </a:buClr>
              <a:buSzPts val="778"/>
              <a:buNone/>
              <a:defRPr sz="777"/>
            </a:lvl6pPr>
            <a:lvl7pPr indent="-228600" lvl="6" marL="3200400" algn="l">
              <a:lnSpc>
                <a:spcPct val="90000"/>
              </a:lnSpc>
              <a:spcBef>
                <a:spcPts val="389"/>
              </a:spcBef>
              <a:spcAft>
                <a:spcPts val="0"/>
              </a:spcAft>
              <a:buClr>
                <a:schemeClr val="dk1"/>
              </a:buClr>
              <a:buSzPts val="778"/>
              <a:buNone/>
              <a:defRPr sz="777"/>
            </a:lvl7pPr>
            <a:lvl8pPr indent="-228600" lvl="7" marL="3657600" algn="l">
              <a:lnSpc>
                <a:spcPct val="90000"/>
              </a:lnSpc>
              <a:spcBef>
                <a:spcPts val="389"/>
              </a:spcBef>
              <a:spcAft>
                <a:spcPts val="0"/>
              </a:spcAft>
              <a:buClr>
                <a:schemeClr val="dk1"/>
              </a:buClr>
              <a:buSzPts val="778"/>
              <a:buNone/>
              <a:defRPr sz="777"/>
            </a:lvl8pPr>
            <a:lvl9pPr indent="-228600" lvl="8" marL="4114800" algn="l">
              <a:lnSpc>
                <a:spcPct val="90000"/>
              </a:lnSpc>
              <a:spcBef>
                <a:spcPts val="389"/>
              </a:spcBef>
              <a:spcAft>
                <a:spcPts val="0"/>
              </a:spcAft>
              <a:buClr>
                <a:schemeClr val="dk1"/>
              </a:buClr>
              <a:buSzPts val="778"/>
              <a:buNone/>
              <a:defRPr sz="777"/>
            </a:lvl9pPr>
          </a:lstStyle>
          <a:p/>
        </p:txBody>
      </p:sp>
      <p:sp>
        <p:nvSpPr>
          <p:cNvPr id="62" name="Google Shape;62;p31"/>
          <p:cNvSpPr txBox="1"/>
          <p:nvPr>
            <p:ph idx="10" type="dt"/>
          </p:nvPr>
        </p:nvSpPr>
        <p:spPr>
          <a:xfrm>
            <a:off x="628650" y="5296958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089"/>
              <a:buNone/>
              <a:defRPr sz="933"/>
            </a:lvl1pPr>
            <a:lvl2pPr lvl="1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2pPr>
            <a:lvl3pPr lvl="2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3pPr>
            <a:lvl4pPr lvl="3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4pPr>
            <a:lvl5pPr lvl="4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5pPr>
            <a:lvl6pPr lvl="5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6pPr>
            <a:lvl7pPr lvl="6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7pPr>
            <a:lvl8pPr lvl="7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8pPr>
            <a:lvl9pPr lvl="8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9pPr>
          </a:lstStyle>
          <a:p/>
        </p:txBody>
      </p:sp>
      <p:sp>
        <p:nvSpPr>
          <p:cNvPr id="63" name="Google Shape;63;p31"/>
          <p:cNvSpPr txBox="1"/>
          <p:nvPr>
            <p:ph idx="11" type="ftr"/>
          </p:nvPr>
        </p:nvSpPr>
        <p:spPr>
          <a:xfrm>
            <a:off x="3028950" y="5296958"/>
            <a:ext cx="30861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089"/>
              <a:buNone/>
              <a:defRPr sz="933"/>
            </a:lvl1pPr>
            <a:lvl2pPr lvl="1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2pPr>
            <a:lvl3pPr lvl="2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3pPr>
            <a:lvl4pPr lvl="3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4pPr>
            <a:lvl5pPr lvl="4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5pPr>
            <a:lvl6pPr lvl="5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6pPr>
            <a:lvl7pPr lvl="6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7pPr>
            <a:lvl8pPr lvl="7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8pPr>
            <a:lvl9pPr lvl="8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9pPr>
          </a:lstStyle>
          <a:p/>
        </p:txBody>
      </p:sp>
      <p:sp>
        <p:nvSpPr>
          <p:cNvPr id="64" name="Google Shape;64;p31"/>
          <p:cNvSpPr txBox="1"/>
          <p:nvPr>
            <p:ph idx="12" type="sldNum"/>
          </p:nvPr>
        </p:nvSpPr>
        <p:spPr>
          <a:xfrm>
            <a:off x="6457950" y="5296958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indent="0" lvl="0" marL="0" algn="r">
              <a:spcBef>
                <a:spcPts val="0"/>
              </a:spcBef>
              <a:buNone/>
              <a:defRPr sz="933"/>
            </a:lvl1pPr>
            <a:lvl2pPr indent="0" lvl="1" marL="0" algn="r">
              <a:spcBef>
                <a:spcPts val="0"/>
              </a:spcBef>
              <a:buNone/>
              <a:defRPr sz="933"/>
            </a:lvl2pPr>
            <a:lvl3pPr indent="0" lvl="2" marL="0" algn="r">
              <a:spcBef>
                <a:spcPts val="0"/>
              </a:spcBef>
              <a:buNone/>
              <a:defRPr sz="933"/>
            </a:lvl3pPr>
            <a:lvl4pPr indent="0" lvl="3" marL="0" algn="r">
              <a:spcBef>
                <a:spcPts val="0"/>
              </a:spcBef>
              <a:buNone/>
              <a:defRPr sz="933"/>
            </a:lvl4pPr>
            <a:lvl5pPr indent="0" lvl="4" marL="0" algn="r">
              <a:spcBef>
                <a:spcPts val="0"/>
              </a:spcBef>
              <a:buNone/>
              <a:defRPr sz="933"/>
            </a:lvl5pPr>
            <a:lvl6pPr indent="0" lvl="5" marL="0" algn="r">
              <a:spcBef>
                <a:spcPts val="0"/>
              </a:spcBef>
              <a:buNone/>
              <a:defRPr sz="933"/>
            </a:lvl6pPr>
            <a:lvl7pPr indent="0" lvl="6" marL="0" algn="r">
              <a:spcBef>
                <a:spcPts val="0"/>
              </a:spcBef>
              <a:buNone/>
              <a:defRPr sz="933"/>
            </a:lvl7pPr>
            <a:lvl8pPr indent="0" lvl="7" marL="0" algn="r">
              <a:spcBef>
                <a:spcPts val="0"/>
              </a:spcBef>
              <a:buNone/>
              <a:defRPr sz="933"/>
            </a:lvl8pPr>
            <a:lvl9pPr indent="0" lvl="8" marL="0" algn="r">
              <a:spcBef>
                <a:spcPts val="0"/>
              </a:spcBef>
              <a:buNone/>
              <a:defRPr sz="933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m com Legenda" type="picTx">
  <p:cSld name="PICTURE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32"/>
          <p:cNvSpPr txBox="1"/>
          <p:nvPr>
            <p:ph type="title"/>
          </p:nvPr>
        </p:nvSpPr>
        <p:spPr>
          <a:xfrm>
            <a:off x="629841" y="381000"/>
            <a:ext cx="2949300" cy="1333500"/>
          </a:xfrm>
          <a:prstGeom prst="rect">
            <a:avLst/>
          </a:prstGeom>
          <a:noFill/>
          <a:ln>
            <a:noFill/>
          </a:ln>
        </p:spPr>
        <p:txBody>
          <a:bodyPr anchorCtr="0" anchor="b" bIns="35550" lIns="71100" spcFirstLastPara="1" rIns="71100" wrap="square" tIns="3555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89"/>
              <a:buFont typeface="Play"/>
              <a:buNone/>
              <a:defRPr sz="2488"/>
            </a:lvl1pPr>
            <a:lvl2pPr lvl="1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9pPr>
          </a:lstStyle>
          <a:p/>
        </p:txBody>
      </p:sp>
      <p:sp>
        <p:nvSpPr>
          <p:cNvPr id="67" name="Google Shape;67;p32"/>
          <p:cNvSpPr/>
          <p:nvPr>
            <p:ph idx="2" type="pic"/>
          </p:nvPr>
        </p:nvSpPr>
        <p:spPr>
          <a:xfrm>
            <a:off x="3887391" y="822854"/>
            <a:ext cx="4629300" cy="4061400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32"/>
          <p:cNvSpPr txBox="1"/>
          <p:nvPr>
            <p:ph idx="1" type="body"/>
          </p:nvPr>
        </p:nvSpPr>
        <p:spPr>
          <a:xfrm>
            <a:off x="629841" y="1714500"/>
            <a:ext cx="2949300" cy="31764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778"/>
              </a:spcBef>
              <a:spcAft>
                <a:spcPts val="0"/>
              </a:spcAft>
              <a:buClr>
                <a:schemeClr val="dk1"/>
              </a:buClr>
              <a:buSzPts val="1244"/>
              <a:buNone/>
              <a:defRPr sz="1244"/>
            </a:lvl1pPr>
            <a:lvl2pPr indent="-228600" lvl="1" marL="914400" algn="l">
              <a:lnSpc>
                <a:spcPct val="90000"/>
              </a:lnSpc>
              <a:spcBef>
                <a:spcPts val="389"/>
              </a:spcBef>
              <a:spcAft>
                <a:spcPts val="0"/>
              </a:spcAft>
              <a:buClr>
                <a:schemeClr val="dk1"/>
              </a:buClr>
              <a:buSzPts val="1089"/>
              <a:buNone/>
              <a:defRPr sz="1088"/>
            </a:lvl2pPr>
            <a:lvl3pPr indent="-228600" lvl="2" marL="1371600" algn="l">
              <a:lnSpc>
                <a:spcPct val="90000"/>
              </a:lnSpc>
              <a:spcBef>
                <a:spcPts val="389"/>
              </a:spcBef>
              <a:spcAft>
                <a:spcPts val="0"/>
              </a:spcAft>
              <a:buClr>
                <a:schemeClr val="dk1"/>
              </a:buClr>
              <a:buSzPts val="933"/>
              <a:buNone/>
              <a:defRPr sz="933"/>
            </a:lvl3pPr>
            <a:lvl4pPr indent="-228600" lvl="3" marL="1828800" algn="l">
              <a:lnSpc>
                <a:spcPct val="90000"/>
              </a:lnSpc>
              <a:spcBef>
                <a:spcPts val="389"/>
              </a:spcBef>
              <a:spcAft>
                <a:spcPts val="0"/>
              </a:spcAft>
              <a:buClr>
                <a:schemeClr val="dk1"/>
              </a:buClr>
              <a:buSzPts val="778"/>
              <a:buNone/>
              <a:defRPr sz="777"/>
            </a:lvl4pPr>
            <a:lvl5pPr indent="-228600" lvl="4" marL="2286000" algn="l">
              <a:lnSpc>
                <a:spcPct val="90000"/>
              </a:lnSpc>
              <a:spcBef>
                <a:spcPts val="389"/>
              </a:spcBef>
              <a:spcAft>
                <a:spcPts val="0"/>
              </a:spcAft>
              <a:buClr>
                <a:schemeClr val="dk1"/>
              </a:buClr>
              <a:buSzPts val="778"/>
              <a:buNone/>
              <a:defRPr sz="777"/>
            </a:lvl5pPr>
            <a:lvl6pPr indent="-228600" lvl="5" marL="2743200" algn="l">
              <a:lnSpc>
                <a:spcPct val="90000"/>
              </a:lnSpc>
              <a:spcBef>
                <a:spcPts val="389"/>
              </a:spcBef>
              <a:spcAft>
                <a:spcPts val="0"/>
              </a:spcAft>
              <a:buClr>
                <a:schemeClr val="dk1"/>
              </a:buClr>
              <a:buSzPts val="778"/>
              <a:buNone/>
              <a:defRPr sz="777"/>
            </a:lvl6pPr>
            <a:lvl7pPr indent="-228600" lvl="6" marL="3200400" algn="l">
              <a:lnSpc>
                <a:spcPct val="90000"/>
              </a:lnSpc>
              <a:spcBef>
                <a:spcPts val="389"/>
              </a:spcBef>
              <a:spcAft>
                <a:spcPts val="0"/>
              </a:spcAft>
              <a:buClr>
                <a:schemeClr val="dk1"/>
              </a:buClr>
              <a:buSzPts val="778"/>
              <a:buNone/>
              <a:defRPr sz="777"/>
            </a:lvl7pPr>
            <a:lvl8pPr indent="-228600" lvl="7" marL="3657600" algn="l">
              <a:lnSpc>
                <a:spcPct val="90000"/>
              </a:lnSpc>
              <a:spcBef>
                <a:spcPts val="389"/>
              </a:spcBef>
              <a:spcAft>
                <a:spcPts val="0"/>
              </a:spcAft>
              <a:buClr>
                <a:schemeClr val="dk1"/>
              </a:buClr>
              <a:buSzPts val="778"/>
              <a:buNone/>
              <a:defRPr sz="777"/>
            </a:lvl8pPr>
            <a:lvl9pPr indent="-228600" lvl="8" marL="4114800" algn="l">
              <a:lnSpc>
                <a:spcPct val="90000"/>
              </a:lnSpc>
              <a:spcBef>
                <a:spcPts val="389"/>
              </a:spcBef>
              <a:spcAft>
                <a:spcPts val="0"/>
              </a:spcAft>
              <a:buClr>
                <a:schemeClr val="dk1"/>
              </a:buClr>
              <a:buSzPts val="778"/>
              <a:buNone/>
              <a:defRPr sz="777"/>
            </a:lvl9pPr>
          </a:lstStyle>
          <a:p/>
        </p:txBody>
      </p:sp>
      <p:sp>
        <p:nvSpPr>
          <p:cNvPr id="69" name="Google Shape;69;p32"/>
          <p:cNvSpPr txBox="1"/>
          <p:nvPr>
            <p:ph idx="10" type="dt"/>
          </p:nvPr>
        </p:nvSpPr>
        <p:spPr>
          <a:xfrm>
            <a:off x="628650" y="5296958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089"/>
              <a:buNone/>
              <a:defRPr sz="933"/>
            </a:lvl1pPr>
            <a:lvl2pPr lvl="1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2pPr>
            <a:lvl3pPr lvl="2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3pPr>
            <a:lvl4pPr lvl="3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4pPr>
            <a:lvl5pPr lvl="4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5pPr>
            <a:lvl6pPr lvl="5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6pPr>
            <a:lvl7pPr lvl="6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7pPr>
            <a:lvl8pPr lvl="7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8pPr>
            <a:lvl9pPr lvl="8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9pPr>
          </a:lstStyle>
          <a:p/>
        </p:txBody>
      </p:sp>
      <p:sp>
        <p:nvSpPr>
          <p:cNvPr id="70" name="Google Shape;70;p32"/>
          <p:cNvSpPr txBox="1"/>
          <p:nvPr>
            <p:ph idx="11" type="ftr"/>
          </p:nvPr>
        </p:nvSpPr>
        <p:spPr>
          <a:xfrm>
            <a:off x="3028950" y="5296958"/>
            <a:ext cx="30861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089"/>
              <a:buNone/>
              <a:defRPr sz="933"/>
            </a:lvl1pPr>
            <a:lvl2pPr lvl="1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2pPr>
            <a:lvl3pPr lvl="2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3pPr>
            <a:lvl4pPr lvl="3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4pPr>
            <a:lvl5pPr lvl="4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5pPr>
            <a:lvl6pPr lvl="5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6pPr>
            <a:lvl7pPr lvl="6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7pPr>
            <a:lvl8pPr lvl="7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8pPr>
            <a:lvl9pPr lvl="8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9pPr>
          </a:lstStyle>
          <a:p/>
        </p:txBody>
      </p:sp>
      <p:sp>
        <p:nvSpPr>
          <p:cNvPr id="71" name="Google Shape;71;p32"/>
          <p:cNvSpPr txBox="1"/>
          <p:nvPr>
            <p:ph idx="12" type="sldNum"/>
          </p:nvPr>
        </p:nvSpPr>
        <p:spPr>
          <a:xfrm>
            <a:off x="6457950" y="5296958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indent="0" lvl="0" marL="0" algn="r">
              <a:spcBef>
                <a:spcPts val="0"/>
              </a:spcBef>
              <a:buNone/>
              <a:defRPr sz="933"/>
            </a:lvl1pPr>
            <a:lvl2pPr indent="0" lvl="1" marL="0" algn="r">
              <a:spcBef>
                <a:spcPts val="0"/>
              </a:spcBef>
              <a:buNone/>
              <a:defRPr sz="933"/>
            </a:lvl2pPr>
            <a:lvl3pPr indent="0" lvl="2" marL="0" algn="r">
              <a:spcBef>
                <a:spcPts val="0"/>
              </a:spcBef>
              <a:buNone/>
              <a:defRPr sz="933"/>
            </a:lvl3pPr>
            <a:lvl4pPr indent="0" lvl="3" marL="0" algn="r">
              <a:spcBef>
                <a:spcPts val="0"/>
              </a:spcBef>
              <a:buNone/>
              <a:defRPr sz="933"/>
            </a:lvl4pPr>
            <a:lvl5pPr indent="0" lvl="4" marL="0" algn="r">
              <a:spcBef>
                <a:spcPts val="0"/>
              </a:spcBef>
              <a:buNone/>
              <a:defRPr sz="933"/>
            </a:lvl5pPr>
            <a:lvl6pPr indent="0" lvl="5" marL="0" algn="r">
              <a:spcBef>
                <a:spcPts val="0"/>
              </a:spcBef>
              <a:buNone/>
              <a:defRPr sz="933"/>
            </a:lvl6pPr>
            <a:lvl7pPr indent="0" lvl="6" marL="0" algn="r">
              <a:spcBef>
                <a:spcPts val="0"/>
              </a:spcBef>
              <a:buNone/>
              <a:defRPr sz="933"/>
            </a:lvl7pPr>
            <a:lvl8pPr indent="0" lvl="7" marL="0" algn="r">
              <a:spcBef>
                <a:spcPts val="0"/>
              </a:spcBef>
              <a:buNone/>
              <a:defRPr sz="933"/>
            </a:lvl8pPr>
            <a:lvl9pPr indent="0" lvl="8" marL="0" algn="r">
              <a:spcBef>
                <a:spcPts val="0"/>
              </a:spcBef>
              <a:buNone/>
              <a:defRPr sz="933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e Texto Vertical" type="vertTx">
  <p:cSld name="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33"/>
          <p:cNvSpPr txBox="1"/>
          <p:nvPr>
            <p:ph type="title"/>
          </p:nvPr>
        </p:nvSpPr>
        <p:spPr>
          <a:xfrm>
            <a:off x="628650" y="304271"/>
            <a:ext cx="7886700" cy="110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3422"/>
            </a:lvl1pPr>
            <a:lvl2pPr lvl="1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9pPr>
          </a:lstStyle>
          <a:p/>
        </p:txBody>
      </p:sp>
      <p:sp>
        <p:nvSpPr>
          <p:cNvPr id="74" name="Google Shape;74;p33"/>
          <p:cNvSpPr txBox="1"/>
          <p:nvPr>
            <p:ph idx="1" type="body"/>
          </p:nvPr>
        </p:nvSpPr>
        <p:spPr>
          <a:xfrm rot="5400000">
            <a:off x="2758950" y="-608946"/>
            <a:ext cx="3626100" cy="78867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778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2177"/>
            </a:lvl1pPr>
            <a:lvl2pPr indent="-317500" lvl="1" marL="914400" algn="l">
              <a:lnSpc>
                <a:spcPct val="90000"/>
              </a:lnSpc>
              <a:spcBef>
                <a:spcPts val="389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866"/>
            </a:lvl2pPr>
            <a:lvl3pPr indent="-317500" lvl="2" marL="1371600" algn="l">
              <a:lnSpc>
                <a:spcPct val="90000"/>
              </a:lnSpc>
              <a:spcBef>
                <a:spcPts val="389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555"/>
            </a:lvl3pPr>
            <a:lvl4pPr indent="-317500" lvl="3" marL="1828800" algn="l">
              <a:lnSpc>
                <a:spcPct val="90000"/>
              </a:lnSpc>
              <a:spcBef>
                <a:spcPts val="389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4pPr>
            <a:lvl5pPr indent="-317500" lvl="4" marL="2286000" algn="l">
              <a:lnSpc>
                <a:spcPct val="90000"/>
              </a:lnSpc>
              <a:spcBef>
                <a:spcPts val="389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5pPr>
            <a:lvl6pPr indent="-317500" lvl="5" marL="2743200" algn="l">
              <a:lnSpc>
                <a:spcPct val="90000"/>
              </a:lnSpc>
              <a:spcBef>
                <a:spcPts val="389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6pPr>
            <a:lvl7pPr indent="-317500" lvl="6" marL="3200400" algn="l">
              <a:lnSpc>
                <a:spcPct val="90000"/>
              </a:lnSpc>
              <a:spcBef>
                <a:spcPts val="389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7pPr>
            <a:lvl8pPr indent="-317500" lvl="7" marL="3657600" algn="l">
              <a:lnSpc>
                <a:spcPct val="90000"/>
              </a:lnSpc>
              <a:spcBef>
                <a:spcPts val="389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8pPr>
            <a:lvl9pPr indent="-317500" lvl="8" marL="4114800" algn="l">
              <a:lnSpc>
                <a:spcPct val="90000"/>
              </a:lnSpc>
              <a:spcBef>
                <a:spcPts val="389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9pPr>
          </a:lstStyle>
          <a:p/>
        </p:txBody>
      </p:sp>
      <p:sp>
        <p:nvSpPr>
          <p:cNvPr id="75" name="Google Shape;75;p33"/>
          <p:cNvSpPr txBox="1"/>
          <p:nvPr>
            <p:ph idx="10" type="dt"/>
          </p:nvPr>
        </p:nvSpPr>
        <p:spPr>
          <a:xfrm>
            <a:off x="628650" y="5296958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089"/>
              <a:buNone/>
              <a:defRPr sz="933"/>
            </a:lvl1pPr>
            <a:lvl2pPr lvl="1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2pPr>
            <a:lvl3pPr lvl="2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3pPr>
            <a:lvl4pPr lvl="3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4pPr>
            <a:lvl5pPr lvl="4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5pPr>
            <a:lvl6pPr lvl="5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6pPr>
            <a:lvl7pPr lvl="6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7pPr>
            <a:lvl8pPr lvl="7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8pPr>
            <a:lvl9pPr lvl="8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9pPr>
          </a:lstStyle>
          <a:p/>
        </p:txBody>
      </p:sp>
      <p:sp>
        <p:nvSpPr>
          <p:cNvPr id="76" name="Google Shape;76;p33"/>
          <p:cNvSpPr txBox="1"/>
          <p:nvPr>
            <p:ph idx="11" type="ftr"/>
          </p:nvPr>
        </p:nvSpPr>
        <p:spPr>
          <a:xfrm>
            <a:off x="3028950" y="5296958"/>
            <a:ext cx="30861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089"/>
              <a:buNone/>
              <a:defRPr sz="933"/>
            </a:lvl1pPr>
            <a:lvl2pPr lvl="1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2pPr>
            <a:lvl3pPr lvl="2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3pPr>
            <a:lvl4pPr lvl="3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4pPr>
            <a:lvl5pPr lvl="4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5pPr>
            <a:lvl6pPr lvl="5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6pPr>
            <a:lvl7pPr lvl="6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7pPr>
            <a:lvl8pPr lvl="7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8pPr>
            <a:lvl9pPr lvl="8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9pPr>
          </a:lstStyle>
          <a:p/>
        </p:txBody>
      </p:sp>
      <p:sp>
        <p:nvSpPr>
          <p:cNvPr id="77" name="Google Shape;77;p33"/>
          <p:cNvSpPr txBox="1"/>
          <p:nvPr>
            <p:ph idx="12" type="sldNum"/>
          </p:nvPr>
        </p:nvSpPr>
        <p:spPr>
          <a:xfrm>
            <a:off x="6457950" y="5296958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indent="0" lvl="0" marL="0" algn="r">
              <a:spcBef>
                <a:spcPts val="0"/>
              </a:spcBef>
              <a:buNone/>
              <a:defRPr sz="933"/>
            </a:lvl1pPr>
            <a:lvl2pPr indent="0" lvl="1" marL="0" algn="r">
              <a:spcBef>
                <a:spcPts val="0"/>
              </a:spcBef>
              <a:buNone/>
              <a:defRPr sz="933"/>
            </a:lvl2pPr>
            <a:lvl3pPr indent="0" lvl="2" marL="0" algn="r">
              <a:spcBef>
                <a:spcPts val="0"/>
              </a:spcBef>
              <a:buNone/>
              <a:defRPr sz="933"/>
            </a:lvl3pPr>
            <a:lvl4pPr indent="0" lvl="3" marL="0" algn="r">
              <a:spcBef>
                <a:spcPts val="0"/>
              </a:spcBef>
              <a:buNone/>
              <a:defRPr sz="933"/>
            </a:lvl4pPr>
            <a:lvl5pPr indent="0" lvl="4" marL="0" algn="r">
              <a:spcBef>
                <a:spcPts val="0"/>
              </a:spcBef>
              <a:buNone/>
              <a:defRPr sz="933"/>
            </a:lvl5pPr>
            <a:lvl6pPr indent="0" lvl="5" marL="0" algn="r">
              <a:spcBef>
                <a:spcPts val="0"/>
              </a:spcBef>
              <a:buNone/>
              <a:defRPr sz="933"/>
            </a:lvl6pPr>
            <a:lvl7pPr indent="0" lvl="6" marL="0" algn="r">
              <a:spcBef>
                <a:spcPts val="0"/>
              </a:spcBef>
              <a:buNone/>
              <a:defRPr sz="933"/>
            </a:lvl7pPr>
            <a:lvl8pPr indent="0" lvl="7" marL="0" algn="r">
              <a:spcBef>
                <a:spcPts val="0"/>
              </a:spcBef>
              <a:buNone/>
              <a:defRPr sz="933"/>
            </a:lvl8pPr>
            <a:lvl9pPr indent="0" lvl="8" marL="0" algn="r">
              <a:spcBef>
                <a:spcPts val="0"/>
              </a:spcBef>
              <a:buNone/>
              <a:defRPr sz="933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xto e Título Vertical" type="vertTitleAndTx">
  <p:cSld name="VERTICAL_TITLE_AND_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34"/>
          <p:cNvSpPr txBox="1"/>
          <p:nvPr>
            <p:ph type="title"/>
          </p:nvPr>
        </p:nvSpPr>
        <p:spPr>
          <a:xfrm rot="5400000">
            <a:off x="5107950" y="1740071"/>
            <a:ext cx="4843200" cy="19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3422"/>
            </a:lvl1pPr>
            <a:lvl2pPr lvl="1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9pPr>
          </a:lstStyle>
          <a:p/>
        </p:txBody>
      </p:sp>
      <p:sp>
        <p:nvSpPr>
          <p:cNvPr id="80" name="Google Shape;80;p34"/>
          <p:cNvSpPr txBox="1"/>
          <p:nvPr>
            <p:ph idx="1" type="body"/>
          </p:nvPr>
        </p:nvSpPr>
        <p:spPr>
          <a:xfrm rot="5400000">
            <a:off x="1107375" y="-174529"/>
            <a:ext cx="4843200" cy="58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778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2177"/>
            </a:lvl1pPr>
            <a:lvl2pPr indent="-317500" lvl="1" marL="914400" algn="l">
              <a:lnSpc>
                <a:spcPct val="90000"/>
              </a:lnSpc>
              <a:spcBef>
                <a:spcPts val="389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866"/>
            </a:lvl2pPr>
            <a:lvl3pPr indent="-317500" lvl="2" marL="1371600" algn="l">
              <a:lnSpc>
                <a:spcPct val="90000"/>
              </a:lnSpc>
              <a:spcBef>
                <a:spcPts val="389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555"/>
            </a:lvl3pPr>
            <a:lvl4pPr indent="-317500" lvl="3" marL="1828800" algn="l">
              <a:lnSpc>
                <a:spcPct val="90000"/>
              </a:lnSpc>
              <a:spcBef>
                <a:spcPts val="389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4pPr>
            <a:lvl5pPr indent="-317500" lvl="4" marL="2286000" algn="l">
              <a:lnSpc>
                <a:spcPct val="90000"/>
              </a:lnSpc>
              <a:spcBef>
                <a:spcPts val="389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5pPr>
            <a:lvl6pPr indent="-317500" lvl="5" marL="2743200" algn="l">
              <a:lnSpc>
                <a:spcPct val="90000"/>
              </a:lnSpc>
              <a:spcBef>
                <a:spcPts val="389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6pPr>
            <a:lvl7pPr indent="-317500" lvl="6" marL="3200400" algn="l">
              <a:lnSpc>
                <a:spcPct val="90000"/>
              </a:lnSpc>
              <a:spcBef>
                <a:spcPts val="389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7pPr>
            <a:lvl8pPr indent="-317500" lvl="7" marL="3657600" algn="l">
              <a:lnSpc>
                <a:spcPct val="90000"/>
              </a:lnSpc>
              <a:spcBef>
                <a:spcPts val="389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8pPr>
            <a:lvl9pPr indent="-317500" lvl="8" marL="4114800" algn="l">
              <a:lnSpc>
                <a:spcPct val="90000"/>
              </a:lnSpc>
              <a:spcBef>
                <a:spcPts val="389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9pPr>
          </a:lstStyle>
          <a:p/>
        </p:txBody>
      </p:sp>
      <p:sp>
        <p:nvSpPr>
          <p:cNvPr id="81" name="Google Shape;81;p34"/>
          <p:cNvSpPr txBox="1"/>
          <p:nvPr>
            <p:ph idx="10" type="dt"/>
          </p:nvPr>
        </p:nvSpPr>
        <p:spPr>
          <a:xfrm>
            <a:off x="628650" y="5296958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089"/>
              <a:buNone/>
              <a:defRPr sz="933"/>
            </a:lvl1pPr>
            <a:lvl2pPr lvl="1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2pPr>
            <a:lvl3pPr lvl="2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3pPr>
            <a:lvl4pPr lvl="3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4pPr>
            <a:lvl5pPr lvl="4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5pPr>
            <a:lvl6pPr lvl="5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6pPr>
            <a:lvl7pPr lvl="6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7pPr>
            <a:lvl8pPr lvl="7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8pPr>
            <a:lvl9pPr lvl="8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9pPr>
          </a:lstStyle>
          <a:p/>
        </p:txBody>
      </p:sp>
      <p:sp>
        <p:nvSpPr>
          <p:cNvPr id="82" name="Google Shape;82;p34"/>
          <p:cNvSpPr txBox="1"/>
          <p:nvPr>
            <p:ph idx="11" type="ftr"/>
          </p:nvPr>
        </p:nvSpPr>
        <p:spPr>
          <a:xfrm>
            <a:off x="3028950" y="5296958"/>
            <a:ext cx="30861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089"/>
              <a:buNone/>
              <a:defRPr sz="933"/>
            </a:lvl1pPr>
            <a:lvl2pPr lvl="1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2pPr>
            <a:lvl3pPr lvl="2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3pPr>
            <a:lvl4pPr lvl="3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4pPr>
            <a:lvl5pPr lvl="4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5pPr>
            <a:lvl6pPr lvl="5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6pPr>
            <a:lvl7pPr lvl="6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7pPr>
            <a:lvl8pPr lvl="7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8pPr>
            <a:lvl9pPr lvl="8" algn="l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9pPr>
          </a:lstStyle>
          <a:p/>
        </p:txBody>
      </p:sp>
      <p:sp>
        <p:nvSpPr>
          <p:cNvPr id="83" name="Google Shape;83;p34"/>
          <p:cNvSpPr txBox="1"/>
          <p:nvPr>
            <p:ph idx="12" type="sldNum"/>
          </p:nvPr>
        </p:nvSpPr>
        <p:spPr>
          <a:xfrm>
            <a:off x="6457950" y="5296958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indent="0" lvl="0" marL="0" algn="r">
              <a:spcBef>
                <a:spcPts val="0"/>
              </a:spcBef>
              <a:buNone/>
              <a:defRPr sz="933"/>
            </a:lvl1pPr>
            <a:lvl2pPr indent="0" lvl="1" marL="0" algn="r">
              <a:spcBef>
                <a:spcPts val="0"/>
              </a:spcBef>
              <a:buNone/>
              <a:defRPr sz="933"/>
            </a:lvl2pPr>
            <a:lvl3pPr indent="0" lvl="2" marL="0" algn="r">
              <a:spcBef>
                <a:spcPts val="0"/>
              </a:spcBef>
              <a:buNone/>
              <a:defRPr sz="933"/>
            </a:lvl3pPr>
            <a:lvl4pPr indent="0" lvl="3" marL="0" algn="r">
              <a:spcBef>
                <a:spcPts val="0"/>
              </a:spcBef>
              <a:buNone/>
              <a:defRPr sz="933"/>
            </a:lvl4pPr>
            <a:lvl5pPr indent="0" lvl="4" marL="0" algn="r">
              <a:spcBef>
                <a:spcPts val="0"/>
              </a:spcBef>
              <a:buNone/>
              <a:defRPr sz="933"/>
            </a:lvl5pPr>
            <a:lvl6pPr indent="0" lvl="5" marL="0" algn="r">
              <a:spcBef>
                <a:spcPts val="0"/>
              </a:spcBef>
              <a:buNone/>
              <a:defRPr sz="933"/>
            </a:lvl6pPr>
            <a:lvl7pPr indent="0" lvl="6" marL="0" algn="r">
              <a:spcBef>
                <a:spcPts val="0"/>
              </a:spcBef>
              <a:buNone/>
              <a:defRPr sz="933"/>
            </a:lvl7pPr>
            <a:lvl8pPr indent="0" lvl="7" marL="0" algn="r">
              <a:spcBef>
                <a:spcPts val="0"/>
              </a:spcBef>
              <a:buNone/>
              <a:defRPr sz="933"/>
            </a:lvl8pPr>
            <a:lvl9pPr indent="0" lvl="8" marL="0" algn="r">
              <a:spcBef>
                <a:spcPts val="0"/>
              </a:spcBef>
              <a:buNone/>
              <a:defRPr sz="933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3"/>
          <p:cNvSpPr txBox="1"/>
          <p:nvPr>
            <p:ph type="title"/>
          </p:nvPr>
        </p:nvSpPr>
        <p:spPr>
          <a:xfrm>
            <a:off x="628650" y="304271"/>
            <a:ext cx="7886700" cy="110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22"/>
              <a:buFont typeface="Play"/>
              <a:buNone/>
              <a:defRPr b="0" i="0" sz="3422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089"/>
              <a:buNone/>
              <a:defRPr sz="1400"/>
            </a:lvl9pPr>
          </a:lstStyle>
          <a:p/>
        </p:txBody>
      </p:sp>
      <p:sp>
        <p:nvSpPr>
          <p:cNvPr id="11" name="Google Shape;11;p23"/>
          <p:cNvSpPr txBox="1"/>
          <p:nvPr>
            <p:ph idx="1" type="body"/>
          </p:nvPr>
        </p:nvSpPr>
        <p:spPr>
          <a:xfrm>
            <a:off x="628650" y="1521354"/>
            <a:ext cx="7886700" cy="36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normAutofit/>
          </a:bodyPr>
          <a:lstStyle>
            <a:lvl1pPr indent="-366889" lvl="0" marL="457200" marR="0" rtl="0" algn="l">
              <a:lnSpc>
                <a:spcPct val="90000"/>
              </a:lnSpc>
              <a:spcBef>
                <a:spcPts val="778"/>
              </a:spcBef>
              <a:spcAft>
                <a:spcPts val="0"/>
              </a:spcAft>
              <a:buClr>
                <a:schemeClr val="dk1"/>
              </a:buClr>
              <a:buSzPts val="2178"/>
              <a:buFont typeface="Arial"/>
              <a:buChar char="•"/>
              <a:defRPr b="0" i="0" sz="2177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7133" lvl="1" marL="914400" marR="0" rtl="0" algn="l">
              <a:lnSpc>
                <a:spcPct val="90000"/>
              </a:lnSpc>
              <a:spcBef>
                <a:spcPts val="389"/>
              </a:spcBef>
              <a:spcAft>
                <a:spcPts val="0"/>
              </a:spcAft>
              <a:buClr>
                <a:schemeClr val="dk1"/>
              </a:buClr>
              <a:buSzPts val="1867"/>
              <a:buFont typeface="Arial"/>
              <a:buChar char="•"/>
              <a:defRPr b="0" i="0" sz="1866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27378" lvl="2" marL="1371600" marR="0" rtl="0" algn="l">
              <a:lnSpc>
                <a:spcPct val="90000"/>
              </a:lnSpc>
              <a:spcBef>
                <a:spcPts val="389"/>
              </a:spcBef>
              <a:spcAft>
                <a:spcPts val="0"/>
              </a:spcAft>
              <a:buClr>
                <a:schemeClr val="dk1"/>
              </a:buClr>
              <a:buSzPts val="1556"/>
              <a:buFont typeface="Arial"/>
              <a:buChar char="•"/>
              <a:defRPr b="0" i="0" sz="1555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389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389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389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389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389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389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" name="Google Shape;12;p23"/>
          <p:cNvSpPr txBox="1"/>
          <p:nvPr>
            <p:ph idx="10" type="dt"/>
          </p:nvPr>
        </p:nvSpPr>
        <p:spPr>
          <a:xfrm>
            <a:off x="628650" y="5296958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089"/>
              <a:buNone/>
              <a:defRPr b="0" i="0" sz="933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089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089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089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089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089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089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089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089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3" name="Google Shape;13;p23"/>
          <p:cNvSpPr txBox="1"/>
          <p:nvPr>
            <p:ph idx="11" type="ftr"/>
          </p:nvPr>
        </p:nvSpPr>
        <p:spPr>
          <a:xfrm>
            <a:off x="3028950" y="5296958"/>
            <a:ext cx="30861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089"/>
              <a:buNone/>
              <a:defRPr b="0" i="0" sz="933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089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089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089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089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089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089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089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089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4" name="Google Shape;14;p23"/>
          <p:cNvSpPr txBox="1"/>
          <p:nvPr>
            <p:ph idx="12" type="sldNum"/>
          </p:nvPr>
        </p:nvSpPr>
        <p:spPr>
          <a:xfrm>
            <a:off x="6457950" y="5296958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933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933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933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933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933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933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933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933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933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7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0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0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4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6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9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8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981B"/>
        </a:solidFill>
      </p:bgPr>
    </p:bg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"/>
          <p:cNvSpPr/>
          <p:nvPr/>
        </p:nvSpPr>
        <p:spPr>
          <a:xfrm>
            <a:off x="5118920" y="748952"/>
            <a:ext cx="3795300" cy="4217100"/>
          </a:xfrm>
          <a:prstGeom prst="ellipse">
            <a:avLst/>
          </a:prstGeom>
          <a:solidFill>
            <a:schemeClr val="lt1"/>
          </a:solidFill>
          <a:ln cap="flat" cmpd="sng" w="14825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5550" lIns="71100" spcFirstLastPara="1" rIns="71100" wrap="square" tIns="355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" name="Google Shape;89;p1"/>
          <p:cNvSpPr txBox="1"/>
          <p:nvPr/>
        </p:nvSpPr>
        <p:spPr>
          <a:xfrm>
            <a:off x="273946" y="2084798"/>
            <a:ext cx="4845000" cy="6108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22"/>
              <a:buFont typeface="Arial"/>
              <a:buNone/>
            </a:pPr>
            <a:r>
              <a:rPr b="1" i="0" lang="pt-BR" sz="3422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ADOBE ILLUSTRATOR</a:t>
            </a:r>
            <a:endParaRPr sz="1088"/>
          </a:p>
        </p:txBody>
      </p:sp>
      <p:sp>
        <p:nvSpPr>
          <p:cNvPr id="90" name="Google Shape;90;p1"/>
          <p:cNvSpPr txBox="1"/>
          <p:nvPr/>
        </p:nvSpPr>
        <p:spPr>
          <a:xfrm>
            <a:off x="949260" y="3218499"/>
            <a:ext cx="3494400" cy="4254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norm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</a:pPr>
            <a:r>
              <a:rPr b="1" i="0" lang="pt-BR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PROFESSOR: LEONILSON SOUZA</a:t>
            </a:r>
            <a:endParaRPr sz="1088"/>
          </a:p>
        </p:txBody>
      </p:sp>
      <p:pic>
        <p:nvPicPr>
          <p:cNvPr descr="Illustrator Icon Vector Art, Icons, and Graphics for Free ..." id="91" name="Google Shape;91;p1"/>
          <p:cNvPicPr preferRelativeResize="0"/>
          <p:nvPr/>
        </p:nvPicPr>
        <p:blipFill rotWithShape="1">
          <a:blip r:embed="rId3">
            <a:alphaModFix/>
          </a:blip>
          <a:srcRect b="8320" l="27842" r="27979" t="8826"/>
          <a:stretch/>
        </p:blipFill>
        <p:spPr>
          <a:xfrm>
            <a:off x="5842297" y="1552705"/>
            <a:ext cx="2348629" cy="26095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3"/>
          <p:cNvSpPr/>
          <p:nvPr/>
        </p:nvSpPr>
        <p:spPr>
          <a:xfrm>
            <a:off x="0" y="0"/>
            <a:ext cx="9144000" cy="1054200"/>
          </a:xfrm>
          <a:prstGeom prst="rect">
            <a:avLst/>
          </a:prstGeom>
          <a:solidFill>
            <a:srgbClr val="FA981B"/>
          </a:solidFill>
          <a:ln cap="flat" cmpd="sng" w="14825">
            <a:solidFill>
              <a:srgbClr val="FA981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5550" lIns="71100" spcFirstLastPara="1" rIns="71100" wrap="square" tIns="355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2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Atividade Prática</a:t>
            </a:r>
            <a:endParaRPr b="1" i="0" sz="2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97" name="Google Shape;97;p13"/>
          <p:cNvPicPr preferRelativeResize="0"/>
          <p:nvPr/>
        </p:nvPicPr>
        <p:blipFill rotWithShape="1">
          <a:blip r:embed="rId3">
            <a:alphaModFix/>
          </a:blip>
          <a:srcRect b="17641" l="0" r="0" t="0"/>
          <a:stretch/>
        </p:blipFill>
        <p:spPr>
          <a:xfrm>
            <a:off x="0" y="845106"/>
            <a:ext cx="9144000" cy="4869894"/>
          </a:xfrm>
          <a:prstGeom prst="rect">
            <a:avLst/>
          </a:prstGeom>
          <a:noFill/>
          <a:ln>
            <a:noFill/>
          </a:ln>
        </p:spPr>
      </p:pic>
      <p:sp>
        <p:nvSpPr>
          <p:cNvPr id="98" name="Google Shape;98;p13"/>
          <p:cNvSpPr txBox="1"/>
          <p:nvPr/>
        </p:nvSpPr>
        <p:spPr>
          <a:xfrm>
            <a:off x="283314" y="1334345"/>
            <a:ext cx="7085700" cy="17958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Objetivo da Atividade</a:t>
            </a:r>
            <a:b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Colocar em prática tudo o que vimos até agora no Illustrator, utilizando formas, ferramentas e efeitos aprendidos.</a:t>
            </a:r>
            <a:endParaRPr sz="1088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Proposta: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b="1" lang="pt-BR">
                <a:solidFill>
                  <a:schemeClr val="dk1"/>
                </a:solidFill>
              </a:rPr>
              <a:t> </a:t>
            </a:r>
            <a:r>
              <a:rPr b="1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Desenhar um </a:t>
            </a:r>
            <a:r>
              <a:rPr b="1" lang="pt-BR">
                <a:solidFill>
                  <a:schemeClr val="dk1"/>
                </a:solidFill>
              </a:rPr>
              <a:t>computador</a:t>
            </a: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usando referências da internet e aplicando as ferramentas estudadas:</a:t>
            </a:r>
            <a:endParaRPr sz="1088"/>
          </a:p>
          <a:p>
            <a:pPr indent="-222250" lvl="1" marL="5778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b="1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Formas básicas</a:t>
            </a: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(triângulo, retângulo, círculo)</a:t>
            </a:r>
            <a:endParaRPr sz="1088"/>
          </a:p>
          <a:p>
            <a:pPr indent="-222250" lvl="1" marL="5778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b="1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Ferramentas de desenho livre</a:t>
            </a: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(Lápis e Pincel)</a:t>
            </a:r>
            <a:endParaRPr sz="1088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2"/>
          <p:cNvSpPr/>
          <p:nvPr/>
        </p:nvSpPr>
        <p:spPr>
          <a:xfrm>
            <a:off x="0" y="0"/>
            <a:ext cx="9144000" cy="1054200"/>
          </a:xfrm>
          <a:prstGeom prst="rect">
            <a:avLst/>
          </a:prstGeom>
          <a:solidFill>
            <a:srgbClr val="FA981B"/>
          </a:solidFill>
          <a:ln cap="flat" cmpd="sng" w="14825">
            <a:solidFill>
              <a:srgbClr val="FA981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5550" lIns="71100" spcFirstLastPara="1" rIns="71100" wrap="square" tIns="355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2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Relembrando o que vimos…</a:t>
            </a:r>
            <a:endParaRPr b="1" i="0" sz="2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" name="Google Shape;104;p2"/>
          <p:cNvSpPr txBox="1"/>
          <p:nvPr/>
        </p:nvSpPr>
        <p:spPr>
          <a:xfrm>
            <a:off x="582851" y="1600684"/>
            <a:ext cx="7978200" cy="28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Na última aula aprendemos a </a:t>
            </a:r>
            <a:r>
              <a:rPr b="1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criar formas geométricas no Illustrator</a:t>
            </a: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b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Mas o </a:t>
            </a:r>
            <a:r>
              <a:rPr b="1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triângulo foi citado e não explicado</a:t>
            </a: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o triângulo é feito a partir da ferramenta </a:t>
            </a:r>
            <a:r>
              <a:rPr b="1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Polígono</a:t>
            </a: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1088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t/>
            </a:r>
            <a:endParaRPr b="1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Passo a passo para criar um triângulo: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lay"/>
              <a:buAutoNum type="arabicPeriod"/>
            </a:pP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Vá até a </a:t>
            </a:r>
            <a:r>
              <a:rPr b="1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Caixa de Ferramentas</a:t>
            </a: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(barra lateral do Illustrator).</a:t>
            </a:r>
            <a:endParaRPr sz="1088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lay"/>
              <a:buAutoNum type="arabicPeriod"/>
            </a:pP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Selecione a </a:t>
            </a:r>
            <a:r>
              <a:rPr b="1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Ferramenta Polígono</a:t>
            </a: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(fica junto da ferramenta de Retângulo; se não aparecer, clique e segure para expandir as opções).</a:t>
            </a:r>
            <a:endParaRPr sz="1088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lay"/>
              <a:buAutoNum type="arabicPeriod"/>
            </a:pP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Clique uma vez na </a:t>
            </a:r>
            <a:r>
              <a:rPr b="1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Área de Trabalho</a:t>
            </a: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1088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lay"/>
              <a:buAutoNum type="arabicPeriod"/>
            </a:pP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Vai surgir uma </a:t>
            </a:r>
            <a:r>
              <a:rPr b="1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Caixa de Diálogo</a:t>
            </a: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1088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lay"/>
              <a:buAutoNum type="arabicPeriod"/>
            </a:pP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No campo </a:t>
            </a:r>
            <a:r>
              <a:rPr b="1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“Número de lados”</a:t>
            </a: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digite </a:t>
            </a:r>
            <a:r>
              <a:rPr b="1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→ isso define que será um triângulo.</a:t>
            </a:r>
            <a:endParaRPr sz="1088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lay"/>
              <a:buAutoNum type="arabicPeriod"/>
            </a:pP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Clique em </a:t>
            </a:r>
            <a:r>
              <a:rPr b="1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OK</a:t>
            </a: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→ pronto, o triângulo aparece na tela.</a:t>
            </a:r>
            <a:endParaRPr sz="1088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t/>
            </a:r>
            <a:endParaRPr b="1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Dica:</a:t>
            </a: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se quiser aumentar ou diminuir o tamanho, basta clicar e arrastar o triângulo.</a:t>
            </a:r>
            <a:endParaRPr sz="1088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3"/>
          <p:cNvSpPr/>
          <p:nvPr/>
        </p:nvSpPr>
        <p:spPr>
          <a:xfrm>
            <a:off x="0" y="0"/>
            <a:ext cx="9144000" cy="1054200"/>
          </a:xfrm>
          <a:prstGeom prst="rect">
            <a:avLst/>
          </a:prstGeom>
          <a:solidFill>
            <a:srgbClr val="FA981B"/>
          </a:solidFill>
          <a:ln cap="flat" cmpd="sng" w="14825">
            <a:solidFill>
              <a:srgbClr val="FA981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5550" lIns="71100" spcFirstLastPara="1" rIns="71100" wrap="square" tIns="355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2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Ferramenta Flare</a:t>
            </a:r>
            <a:endParaRPr b="1" i="0" sz="2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" name="Google Shape;110;p3"/>
          <p:cNvSpPr txBox="1"/>
          <p:nvPr/>
        </p:nvSpPr>
        <p:spPr>
          <a:xfrm>
            <a:off x="211768" y="1127343"/>
            <a:ext cx="8720400" cy="41421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22"/>
              <a:buFont typeface="Arial"/>
              <a:buNone/>
            </a:pPr>
            <a:r>
              <a:rPr b="1" i="0" lang="pt-BR" sz="1322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Conhecendo a Ferramenta Flare</a:t>
            </a:r>
            <a:br>
              <a:rPr b="0" i="0" lang="pt-BR" sz="1322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pt-BR" sz="1322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 </a:t>
            </a:r>
            <a:r>
              <a:rPr b="1" i="0" lang="pt-BR" sz="1322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Ferramenta Flare</a:t>
            </a:r>
            <a:r>
              <a:rPr b="0" i="0" lang="pt-BR" sz="1322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não é usada para criar formas comuns, como círculo ou quadrado.</a:t>
            </a:r>
            <a:br>
              <a:rPr b="0" i="0" lang="pt-BR" sz="1322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pt-BR" sz="1322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Ela serve para gerar um </a:t>
            </a:r>
            <a:r>
              <a:rPr b="1" i="0" lang="pt-BR" sz="1322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efeito de luz</a:t>
            </a:r>
            <a:r>
              <a:rPr b="0" i="0" lang="pt-BR" sz="1322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simulando o reflexo que aparece em lentes fotográficas.</a:t>
            </a:r>
            <a:endParaRPr sz="1088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22"/>
              <a:buFont typeface="Arial"/>
              <a:buNone/>
            </a:pPr>
            <a:r>
              <a:t/>
            </a:r>
            <a:endParaRPr b="1" i="0" sz="1322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22"/>
              <a:buFont typeface="Arial"/>
              <a:buNone/>
            </a:pPr>
            <a:r>
              <a:rPr b="1" i="0" lang="pt-BR" sz="1322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Características importantes:</a:t>
            </a:r>
            <a:endParaRPr b="0" i="0" sz="1322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8396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22"/>
              <a:buFont typeface="Arial"/>
              <a:buChar char="•"/>
            </a:pPr>
            <a:r>
              <a:rPr b="0" i="0" lang="pt-BR" sz="1322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É pouco utilizada porque muitos não sabem como aplicá-la de forma correta.</a:t>
            </a:r>
            <a:endParaRPr sz="1088"/>
          </a:p>
          <a:p>
            <a:pPr indent="-8396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22"/>
              <a:buFont typeface="Arial"/>
              <a:buChar char="•"/>
            </a:pPr>
            <a:r>
              <a:rPr b="0" i="0" lang="pt-BR" sz="1322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Funciona melhor </a:t>
            </a:r>
            <a:r>
              <a:rPr b="1" i="0" lang="pt-BR" sz="1322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sobre imagens</a:t>
            </a:r>
            <a:r>
              <a:rPr b="0" i="0" lang="pt-BR" sz="1322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dando a sensação de brilho ou reflexo realista.</a:t>
            </a:r>
            <a:endParaRPr sz="1088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22"/>
              <a:buFont typeface="Arial"/>
              <a:buNone/>
            </a:pPr>
            <a:r>
              <a:t/>
            </a:r>
            <a:endParaRPr b="1" i="0" sz="1322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22"/>
              <a:buFont typeface="Arial"/>
              <a:buNone/>
            </a:pPr>
            <a:r>
              <a:rPr b="1" i="0" lang="pt-BR" sz="1322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Como usar:</a:t>
            </a:r>
            <a:endParaRPr b="0" i="0" sz="1322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8396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22"/>
              <a:buFont typeface="Play"/>
              <a:buAutoNum type="arabicPeriod"/>
            </a:pPr>
            <a:r>
              <a:rPr b="0" i="0" lang="pt-BR" sz="1322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Localize a </a:t>
            </a:r>
            <a:r>
              <a:rPr b="1" i="0" lang="pt-BR" sz="1322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Ferramenta Flare</a:t>
            </a:r>
            <a:r>
              <a:rPr b="0" i="0" lang="pt-BR" sz="1322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na </a:t>
            </a:r>
            <a:r>
              <a:rPr b="1" i="0" lang="pt-BR" sz="1322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Caixa de Ferramentas</a:t>
            </a:r>
            <a:r>
              <a:rPr b="0" i="0" lang="pt-BR" sz="1322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1088"/>
          </a:p>
          <a:p>
            <a:pPr indent="-8396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22"/>
              <a:buFont typeface="Play"/>
              <a:buAutoNum type="arabicPeriod"/>
            </a:pPr>
            <a:r>
              <a:rPr b="0" i="0" lang="pt-BR" sz="1322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Clique na imagem onde deseja aplicar o efeito.</a:t>
            </a:r>
            <a:endParaRPr sz="1088"/>
          </a:p>
          <a:p>
            <a:pPr indent="-8396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22"/>
              <a:buFont typeface="Play"/>
              <a:buAutoNum type="arabicPeriod"/>
            </a:pPr>
            <a:r>
              <a:rPr b="0" i="0" lang="pt-BR" sz="1322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Se quiser </a:t>
            </a:r>
            <a:r>
              <a:rPr b="1" i="0" lang="pt-BR" sz="1322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personalizar</a:t>
            </a:r>
            <a:r>
              <a:rPr b="0" i="0" lang="pt-BR" sz="1322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dê </a:t>
            </a:r>
            <a:r>
              <a:rPr b="1" i="0" lang="pt-BR" sz="1322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dois cliques</a:t>
            </a:r>
            <a:r>
              <a:rPr b="0" i="0" lang="pt-BR" sz="1322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sobre o ícone da ferramenta.</a:t>
            </a:r>
            <a:endParaRPr sz="1088"/>
          </a:p>
          <a:p>
            <a:pPr indent="-8396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22"/>
              <a:buFont typeface="Play"/>
              <a:buAutoNum type="arabicPeriod"/>
            </a:pPr>
            <a:r>
              <a:rPr b="0" i="0" lang="pt-BR" sz="1322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Uma </a:t>
            </a:r>
            <a:r>
              <a:rPr b="1" i="0" lang="pt-BR" sz="1322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Caixa de Diálogo</a:t>
            </a:r>
            <a:r>
              <a:rPr b="0" i="0" lang="pt-BR" sz="1322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será exibida com várias opções de ajuste:</a:t>
            </a:r>
            <a:endParaRPr sz="1088"/>
          </a:p>
          <a:p>
            <a:pPr indent="-222250" lvl="1" marL="5778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22"/>
              <a:buFont typeface="Play"/>
              <a:buAutoNum type="arabicPeriod"/>
            </a:pPr>
            <a:r>
              <a:rPr b="0" i="0" lang="pt-BR" sz="1322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Tamanho do brilho principal.</a:t>
            </a:r>
            <a:endParaRPr sz="1088"/>
          </a:p>
          <a:p>
            <a:pPr indent="-222250" lvl="1" marL="5778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22"/>
              <a:buFont typeface="Play"/>
              <a:buAutoNum type="arabicPeriod"/>
            </a:pPr>
            <a:r>
              <a:rPr b="0" i="0" lang="pt-BR" sz="1322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Intensidade da luz.</a:t>
            </a:r>
            <a:endParaRPr sz="1088"/>
          </a:p>
          <a:p>
            <a:pPr indent="-222250" lvl="1" marL="5778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22"/>
              <a:buFont typeface="Play"/>
              <a:buAutoNum type="arabicPeriod"/>
            </a:pPr>
            <a:r>
              <a:rPr b="0" i="0" lang="pt-BR" sz="1322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Raios de reflexo.</a:t>
            </a:r>
            <a:endParaRPr sz="1088"/>
          </a:p>
          <a:p>
            <a:pPr indent="-222250" lvl="1" marL="5778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22"/>
              <a:buFont typeface="Play"/>
              <a:buAutoNum type="arabicPeriod"/>
            </a:pPr>
            <a:r>
              <a:rPr b="0" i="0" lang="pt-BR" sz="1322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Círculos secundários de brilho.</a:t>
            </a:r>
            <a:endParaRPr sz="1088"/>
          </a:p>
          <a:p>
            <a:pPr indent="-8396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22"/>
              <a:buFont typeface="Play"/>
              <a:buAutoNum type="arabicPeriod"/>
            </a:pPr>
            <a:r>
              <a:rPr b="0" i="0" lang="pt-BR" sz="1322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Ajuste conforme desejar e clique em </a:t>
            </a:r>
            <a:r>
              <a:rPr b="1" i="0" lang="pt-BR" sz="1322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OK</a:t>
            </a:r>
            <a:r>
              <a:rPr b="0" i="0" lang="pt-BR" sz="1322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1088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22"/>
              <a:buFont typeface="Arial"/>
              <a:buNone/>
            </a:pPr>
            <a:r>
              <a:t/>
            </a:r>
            <a:endParaRPr b="1" i="0" sz="1322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22"/>
              <a:buFont typeface="Arial"/>
              <a:buNone/>
            </a:pPr>
            <a:r>
              <a:rPr b="1" i="0" lang="pt-BR" sz="1322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Dica:</a:t>
            </a:r>
            <a:r>
              <a:rPr b="0" i="0" lang="pt-BR" sz="1322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use com moderação para não deixar a arte poluída.</a:t>
            </a:r>
            <a:endParaRPr sz="1088"/>
          </a:p>
        </p:txBody>
      </p:sp>
      <p:pic>
        <p:nvPicPr>
          <p:cNvPr id="111" name="Google Shape;111;p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082550" y="3269225"/>
            <a:ext cx="2849625" cy="200022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12" name="Google Shape;112;p3"/>
          <p:cNvCxnSpPr/>
          <p:nvPr/>
        </p:nvCxnSpPr>
        <p:spPr>
          <a:xfrm>
            <a:off x="5161800" y="5121425"/>
            <a:ext cx="1091400" cy="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4"/>
          <p:cNvSpPr/>
          <p:nvPr/>
        </p:nvSpPr>
        <p:spPr>
          <a:xfrm>
            <a:off x="0" y="0"/>
            <a:ext cx="9144000" cy="1054200"/>
          </a:xfrm>
          <a:prstGeom prst="rect">
            <a:avLst/>
          </a:prstGeom>
          <a:solidFill>
            <a:srgbClr val="FA981B"/>
          </a:solidFill>
          <a:ln cap="flat" cmpd="sng" w="14825">
            <a:solidFill>
              <a:srgbClr val="FA981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5550" lIns="71100" spcFirstLastPara="1" rIns="71100" wrap="square" tIns="355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2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Ferramenta Linha</a:t>
            </a:r>
            <a:endParaRPr b="1" i="0" sz="2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" name="Google Shape;118;p4"/>
          <p:cNvSpPr txBox="1"/>
          <p:nvPr/>
        </p:nvSpPr>
        <p:spPr>
          <a:xfrm>
            <a:off x="221162" y="1291617"/>
            <a:ext cx="8701800" cy="39507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Conhecendo a Ferramenta Linha</a:t>
            </a:r>
            <a:b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 </a:t>
            </a:r>
            <a:r>
              <a:rPr b="1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Ferramenta Linha</a:t>
            </a: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é uma das mais simples do Illustrator, mas muito útil para criar traços retos e precisos.</a:t>
            </a:r>
            <a:endParaRPr sz="1088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t/>
            </a:r>
            <a:endParaRPr b="1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Como usar: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lay"/>
              <a:buAutoNum type="arabicPeriod"/>
            </a:pP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Selecione a </a:t>
            </a:r>
            <a:r>
              <a:rPr b="1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Ferramenta Linha</a:t>
            </a: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na </a:t>
            </a:r>
            <a:r>
              <a:rPr b="1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Caixa de Ferramentas</a:t>
            </a: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1088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lay"/>
              <a:buAutoNum type="arabicPeriod"/>
            </a:pPr>
            <a:r>
              <a:rPr b="1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Opção 1 – Configuração manual: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2250" lvl="1" marL="5778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lay"/>
              <a:buAutoNum type="arabicPeriod"/>
            </a:pP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Clique uma vez na </a:t>
            </a:r>
            <a:r>
              <a:rPr b="1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Área de Trabalho</a:t>
            </a: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1088"/>
          </a:p>
          <a:p>
            <a:pPr indent="-222250" lvl="1" marL="5778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lay"/>
              <a:buAutoNum type="arabicPeriod"/>
            </a:pP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Uma </a:t>
            </a:r>
            <a:r>
              <a:rPr b="1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Caixa de Diálogo</a:t>
            </a: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aparecerá.</a:t>
            </a:r>
            <a:endParaRPr sz="1088"/>
          </a:p>
          <a:p>
            <a:pPr indent="-222250" lvl="1" marL="5778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lay"/>
              <a:buAutoNum type="arabicPeriod"/>
            </a:pP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Configure o </a:t>
            </a:r>
            <a:r>
              <a:rPr b="1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comprimento</a:t>
            </a: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e o </a:t>
            </a:r>
            <a:r>
              <a:rPr b="1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ângulo</a:t>
            </a: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da linha.</a:t>
            </a:r>
            <a:endParaRPr sz="1088"/>
          </a:p>
          <a:p>
            <a:pPr indent="-222250" lvl="1" marL="5778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lay"/>
              <a:buAutoNum type="arabicPeriod"/>
            </a:pP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Clique em </a:t>
            </a:r>
            <a:r>
              <a:rPr b="1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OK</a:t>
            </a: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→ a linha será criada.</a:t>
            </a:r>
            <a:endParaRPr sz="1088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lay"/>
              <a:buAutoNum type="arabicPeriod"/>
            </a:pPr>
            <a:r>
              <a:rPr b="1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Opção 2 – Arrastar com o mouse: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2250" lvl="1" marL="5778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lay"/>
              <a:buAutoNum type="arabicPeriod"/>
            </a:pP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Clique e arraste o cursor na </a:t>
            </a:r>
            <a:r>
              <a:rPr b="1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Área de Trabalho</a:t>
            </a: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1088"/>
          </a:p>
          <a:p>
            <a:pPr indent="-222250" lvl="1" marL="5778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lay"/>
              <a:buAutoNum type="arabicPeriod"/>
            </a:pP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 linha será criada conforme o movimento do mouse.</a:t>
            </a:r>
            <a:endParaRPr sz="1088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t/>
            </a:r>
            <a:endParaRPr b="1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Dica para linhas perfeitas: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Com a ferramenta selecionada, </a:t>
            </a:r>
            <a:r>
              <a:rPr b="1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pressione a tecla Shift</a:t>
            </a: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enquanto arrasta o mouse.</a:t>
            </a:r>
            <a:endParaRPr sz="1088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Isso garante que a linha fique </a:t>
            </a:r>
            <a:r>
              <a:rPr b="1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totalmente reta</a:t>
            </a: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seja na horizontal, vertical ou diagonal de 45°.</a:t>
            </a:r>
            <a:endParaRPr sz="1088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Observação:</a:t>
            </a: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use essa técnica sempre que precisar de alinhamento preciso em seus desenhos.</a:t>
            </a:r>
            <a:endParaRPr sz="1088"/>
          </a:p>
        </p:txBody>
      </p:sp>
      <p:pic>
        <p:nvPicPr>
          <p:cNvPr id="119" name="Google Shape;119;p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866855" y="2239675"/>
            <a:ext cx="2626275" cy="16431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20" name="Google Shape;120;p4"/>
          <p:cNvCxnSpPr/>
          <p:nvPr/>
        </p:nvCxnSpPr>
        <p:spPr>
          <a:xfrm>
            <a:off x="4775450" y="2447875"/>
            <a:ext cx="1091400" cy="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5"/>
          <p:cNvSpPr/>
          <p:nvPr/>
        </p:nvSpPr>
        <p:spPr>
          <a:xfrm>
            <a:off x="0" y="0"/>
            <a:ext cx="9144000" cy="1054200"/>
          </a:xfrm>
          <a:prstGeom prst="rect">
            <a:avLst/>
          </a:prstGeom>
          <a:solidFill>
            <a:srgbClr val="FA981B"/>
          </a:solidFill>
          <a:ln cap="flat" cmpd="sng" w="14825">
            <a:solidFill>
              <a:srgbClr val="FA981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5550" lIns="71100" spcFirstLastPara="1" rIns="71100" wrap="square" tIns="355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2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Ferramenta Grade Retangular</a:t>
            </a:r>
            <a:endParaRPr b="1" i="0" sz="2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" name="Google Shape;126;p5"/>
          <p:cNvSpPr txBox="1"/>
          <p:nvPr/>
        </p:nvSpPr>
        <p:spPr>
          <a:xfrm>
            <a:off x="307670" y="1362205"/>
            <a:ext cx="8335200" cy="33042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 que é a Ferramenta Grade Retangular</a:t>
            </a:r>
            <a:b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 </a:t>
            </a:r>
            <a:r>
              <a:rPr b="1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Ferramenta Grade Retangular</a:t>
            </a: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serve para criar </a:t>
            </a:r>
            <a:r>
              <a:rPr b="1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grades retangulares ou quadradas</a:t>
            </a: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de forma prática, muito útil para layouts, guias de desenho ou composição de elementos.</a:t>
            </a:r>
            <a:endParaRPr sz="1088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t/>
            </a:r>
            <a:endParaRPr b="1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Como usar: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lay"/>
              <a:buAutoNum type="arabicPeriod"/>
            </a:pP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Na </a:t>
            </a:r>
            <a:r>
              <a:rPr b="1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Caixa de Ferramentas</a:t>
            </a: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localize a ferramenta e abra o </a:t>
            </a:r>
            <a:r>
              <a:rPr b="1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menu desdobrável</a:t>
            </a: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1088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lay"/>
              <a:buAutoNum type="arabicPeriod"/>
            </a:pP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Selecione a opção </a:t>
            </a:r>
            <a:r>
              <a:rPr b="1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Rectangular Grid Tool</a:t>
            </a: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1088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lay"/>
              <a:buAutoNum type="arabicPeriod"/>
            </a:pP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Clique na </a:t>
            </a:r>
            <a:r>
              <a:rPr b="1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Área de Trabalho</a:t>
            </a: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→ a grade será criada com tamanho padrão.</a:t>
            </a:r>
            <a:endParaRPr sz="1088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lay"/>
              <a:buAutoNum type="arabicPeriod"/>
            </a:pP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Para </a:t>
            </a:r>
            <a:r>
              <a:rPr b="1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personalizar a grade</a:t>
            </a: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dê </a:t>
            </a:r>
            <a:r>
              <a:rPr b="1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dois cliques</a:t>
            </a: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sobre a grade recém-criada.</a:t>
            </a:r>
            <a:endParaRPr sz="1088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lay"/>
              <a:buAutoNum type="arabicPeriod"/>
            </a:pP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Na </a:t>
            </a:r>
            <a:r>
              <a:rPr b="1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Caixa de Diálogo</a:t>
            </a: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você pode ajustar:</a:t>
            </a:r>
            <a:endParaRPr sz="1088"/>
          </a:p>
          <a:p>
            <a:pPr indent="-222250" lvl="1" marL="5778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lay"/>
              <a:buAutoNum type="arabicPeriod"/>
            </a:pPr>
            <a:r>
              <a:rPr b="1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Ponto de referência</a:t>
            </a: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→ define de onde a grade se expandirá.</a:t>
            </a:r>
            <a:endParaRPr sz="1088"/>
          </a:p>
          <a:p>
            <a:pPr indent="-222250" lvl="1" marL="5778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lay"/>
              <a:buAutoNum type="arabicPeriod"/>
            </a:pPr>
            <a:r>
              <a:rPr b="1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Tamanho padrão</a:t>
            </a: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→ largura e altura da grade.</a:t>
            </a:r>
            <a:endParaRPr sz="1088"/>
          </a:p>
          <a:p>
            <a:pPr indent="-222250" lvl="1" marL="5778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lay"/>
              <a:buAutoNum type="arabicPeriod"/>
            </a:pPr>
            <a:r>
              <a:rPr b="1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Divisores horizontais</a:t>
            </a: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→ número de linhas horizontais.</a:t>
            </a:r>
            <a:endParaRPr sz="1088"/>
          </a:p>
          <a:p>
            <a:pPr indent="-222250" lvl="1" marL="5778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lay"/>
              <a:buAutoNum type="arabicPeriod"/>
            </a:pPr>
            <a:r>
              <a:rPr b="1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Divisores verticais</a:t>
            </a: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→ número de colunas.</a:t>
            </a:r>
            <a:endParaRPr sz="1088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lay"/>
              <a:buAutoNum type="arabicPeriod"/>
            </a:pP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Clique em </a:t>
            </a:r>
            <a:r>
              <a:rPr b="1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OK</a:t>
            </a: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→ sua grade ajustada estará pronta para uso.</a:t>
            </a:r>
            <a:endParaRPr sz="1088"/>
          </a:p>
        </p:txBody>
      </p:sp>
      <p:pic>
        <p:nvPicPr>
          <p:cNvPr id="127" name="Google Shape;127;p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148930" y="3699075"/>
            <a:ext cx="2626275" cy="16431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28" name="Google Shape;128;p5"/>
          <p:cNvCxnSpPr/>
          <p:nvPr/>
        </p:nvCxnSpPr>
        <p:spPr>
          <a:xfrm>
            <a:off x="5137275" y="4863900"/>
            <a:ext cx="1091400" cy="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6"/>
          <p:cNvSpPr/>
          <p:nvPr/>
        </p:nvSpPr>
        <p:spPr>
          <a:xfrm>
            <a:off x="0" y="0"/>
            <a:ext cx="9144000" cy="1054200"/>
          </a:xfrm>
          <a:prstGeom prst="rect">
            <a:avLst/>
          </a:prstGeom>
          <a:solidFill>
            <a:srgbClr val="FA981B"/>
          </a:solidFill>
          <a:ln cap="flat" cmpd="sng" w="14825">
            <a:solidFill>
              <a:srgbClr val="FA981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5550" lIns="71100" spcFirstLastPara="1" rIns="71100" wrap="square" tIns="355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2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Ferramenta Escala</a:t>
            </a:r>
            <a:endParaRPr b="1" i="0" sz="2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4" name="Google Shape;134;p6"/>
          <p:cNvSpPr txBox="1"/>
          <p:nvPr/>
        </p:nvSpPr>
        <p:spPr>
          <a:xfrm>
            <a:off x="211768" y="1221933"/>
            <a:ext cx="8720400" cy="28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 que é a Ferramenta Escala</a:t>
            </a:r>
            <a:b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 </a:t>
            </a:r>
            <a:r>
              <a:rPr b="1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Ferramenta Escala</a:t>
            </a: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permite </a:t>
            </a:r>
            <a:r>
              <a:rPr b="1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aumentar ou reduzir objetos e formas</a:t>
            </a: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de maneira prática, mantendo proporções ou ajustando dimensões específicas.</a:t>
            </a:r>
            <a:endParaRPr sz="1088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t/>
            </a:r>
            <a:endParaRPr b="1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Como usar: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lay"/>
              <a:buAutoNum type="arabicPeriod"/>
            </a:pP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Selecione a </a:t>
            </a:r>
            <a:r>
              <a:rPr b="1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Ferramenta Escala</a:t>
            </a: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na </a:t>
            </a:r>
            <a:r>
              <a:rPr b="1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Caixa de Ferramentas</a:t>
            </a: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1088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lay"/>
              <a:buAutoNum type="arabicPeriod"/>
            </a:pPr>
            <a:r>
              <a:rPr b="1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Opção 1 – Arrastar com o mouse: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2250" lvl="1" marL="5778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lay"/>
              <a:buAutoNum type="arabicPeriod"/>
            </a:pP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Clique e arraste sobre o objeto ou forma que deseja redimensionar.</a:t>
            </a:r>
            <a:endParaRPr sz="1088"/>
          </a:p>
          <a:p>
            <a:pPr indent="-222250" lvl="1" marL="5778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lay"/>
              <a:buAutoNum type="arabicPeriod"/>
            </a:pPr>
            <a:r>
              <a:rPr b="1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Dica:</a:t>
            </a: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se o desenho tiver várias partes, </a:t>
            </a:r>
            <a:r>
              <a:rPr b="1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agrupá-las</a:t>
            </a: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antes facilita o redimensionamento.</a:t>
            </a:r>
            <a:endParaRPr sz="1088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lay"/>
              <a:buAutoNum type="arabicPeriod"/>
            </a:pPr>
            <a:r>
              <a:rPr b="1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Manter proporções: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2250" lvl="1" marL="5778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lay"/>
              <a:buAutoNum type="arabicPeriod"/>
            </a:pP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Pressione </a:t>
            </a:r>
            <a:r>
              <a:rPr b="1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Shift</a:t>
            </a: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enquanto arrasta → o objeto mantém suas proporções originais.</a:t>
            </a:r>
            <a:endParaRPr sz="1088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lay"/>
              <a:buAutoNum type="arabicPeriod"/>
            </a:pPr>
            <a:r>
              <a:rPr b="1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Redimensionar em um único eixo: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2250" lvl="1" marL="5778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lay"/>
              <a:buAutoNum type="arabicPeriod"/>
            </a:pP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Pressione </a:t>
            </a:r>
            <a:r>
              <a:rPr b="1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Shift</a:t>
            </a: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e arraste apenas na </a:t>
            </a:r>
            <a:r>
              <a:rPr b="1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vertical</a:t>
            </a: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ou </a:t>
            </a:r>
            <a:r>
              <a:rPr b="1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horizontal</a:t>
            </a: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1088"/>
          </a:p>
        </p:txBody>
      </p:sp>
      <p:pic>
        <p:nvPicPr>
          <p:cNvPr id="135" name="Google Shape;135;p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006650" y="4189376"/>
            <a:ext cx="2714850" cy="127545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36" name="Google Shape;136;p6"/>
          <p:cNvCxnSpPr/>
          <p:nvPr/>
        </p:nvCxnSpPr>
        <p:spPr>
          <a:xfrm>
            <a:off x="5002375" y="4471425"/>
            <a:ext cx="1091400" cy="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7"/>
          <p:cNvSpPr/>
          <p:nvPr/>
        </p:nvSpPr>
        <p:spPr>
          <a:xfrm>
            <a:off x="0" y="0"/>
            <a:ext cx="9144000" cy="1054200"/>
          </a:xfrm>
          <a:prstGeom prst="rect">
            <a:avLst/>
          </a:prstGeom>
          <a:solidFill>
            <a:srgbClr val="FA981B"/>
          </a:solidFill>
          <a:ln cap="flat" cmpd="sng" w="14825">
            <a:solidFill>
              <a:srgbClr val="FA981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5550" lIns="71100" spcFirstLastPara="1" rIns="71100" wrap="square" tIns="355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2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Ferramenta Rotação</a:t>
            </a:r>
            <a:endParaRPr b="1" i="0" sz="2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2" name="Google Shape;142;p7"/>
          <p:cNvSpPr txBox="1"/>
          <p:nvPr/>
        </p:nvSpPr>
        <p:spPr>
          <a:xfrm>
            <a:off x="598900" y="1298567"/>
            <a:ext cx="7809300" cy="26577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 que é a Ferramenta Rotação</a:t>
            </a:r>
            <a:b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 </a:t>
            </a:r>
            <a:r>
              <a:rPr b="1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Ferramenta Rotação</a:t>
            </a: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permite </a:t>
            </a:r>
            <a:r>
              <a:rPr b="1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girar objetos</a:t>
            </a: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em torno de um ponto fixo, oferecendo controle sobre ângulo e posição do giro.</a:t>
            </a:r>
            <a:endParaRPr sz="1088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t/>
            </a:r>
            <a:endParaRPr b="1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Como usar: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lay"/>
              <a:buAutoNum type="arabicPeriod"/>
            </a:pP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Selecione a </a:t>
            </a:r>
            <a:r>
              <a:rPr b="1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Ferramenta Rotação</a:t>
            </a: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na </a:t>
            </a:r>
            <a:r>
              <a:rPr b="1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Caixa de Ferramentas</a:t>
            </a: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1088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lay"/>
              <a:buAutoNum type="arabicPeriod"/>
            </a:pP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Clique no </a:t>
            </a:r>
            <a:r>
              <a:rPr b="1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objeto</a:t>
            </a: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que deseja girar.</a:t>
            </a:r>
            <a:endParaRPr sz="1088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lay"/>
              <a:buAutoNum type="arabicPeriod"/>
            </a:pPr>
            <a:r>
              <a:rPr b="1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Girar em torno do ponto central: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2250" lvl="1" marL="5778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lay"/>
              <a:buAutoNum type="arabicPeriod"/>
            </a:pP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Clique e arraste → o objeto girará em torno do </a:t>
            </a:r>
            <a:r>
              <a:rPr b="1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ponto central padrão</a:t>
            </a: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1088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lay"/>
              <a:buAutoNum type="arabicPeriod"/>
            </a:pPr>
            <a:r>
              <a:rPr b="1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Definir um ponto de rotação diferente: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2250" lvl="1" marL="5778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lay"/>
              <a:buAutoNum type="arabicPeriod"/>
            </a:pP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Clique em qualquer lugar da </a:t>
            </a:r>
            <a:r>
              <a:rPr b="1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prancheta</a:t>
            </a: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ou </a:t>
            </a:r>
            <a:r>
              <a:rPr b="1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tela</a:t>
            </a: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para definir um novo ponto de referência.</a:t>
            </a:r>
            <a:endParaRPr sz="1088"/>
          </a:p>
          <a:p>
            <a:pPr indent="-222250" lvl="1" marL="5778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lay"/>
              <a:buAutoNum type="arabicPeriod"/>
            </a:pP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Arraste → o objeto girará em torno desse ponto personalizado.</a:t>
            </a:r>
            <a:endParaRPr sz="1088"/>
          </a:p>
        </p:txBody>
      </p:sp>
      <p:pic>
        <p:nvPicPr>
          <p:cNvPr id="143" name="Google Shape;143;p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134825" y="4434661"/>
            <a:ext cx="3545600" cy="90802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44" name="Google Shape;144;p7"/>
          <p:cNvCxnSpPr/>
          <p:nvPr/>
        </p:nvCxnSpPr>
        <p:spPr>
          <a:xfrm>
            <a:off x="4315575" y="4618600"/>
            <a:ext cx="1091400" cy="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8"/>
          <p:cNvSpPr/>
          <p:nvPr/>
        </p:nvSpPr>
        <p:spPr>
          <a:xfrm>
            <a:off x="0" y="0"/>
            <a:ext cx="9144000" cy="1054200"/>
          </a:xfrm>
          <a:prstGeom prst="rect">
            <a:avLst/>
          </a:prstGeom>
          <a:solidFill>
            <a:srgbClr val="FA981B"/>
          </a:solidFill>
          <a:ln cap="flat" cmpd="sng" w="14825">
            <a:solidFill>
              <a:srgbClr val="FA981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5550" lIns="71100" spcFirstLastPara="1" rIns="71100" wrap="square" tIns="355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2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Ferramenta Lápis</a:t>
            </a:r>
            <a:endParaRPr b="1" i="0" sz="2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0" name="Google Shape;150;p8"/>
          <p:cNvSpPr txBox="1"/>
          <p:nvPr/>
        </p:nvSpPr>
        <p:spPr>
          <a:xfrm>
            <a:off x="712809" y="1906369"/>
            <a:ext cx="7718400" cy="20112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 que é a Ferramenta Lápis</a:t>
            </a:r>
            <a:b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 </a:t>
            </a:r>
            <a:r>
              <a:rPr b="1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Ferramenta Lápis</a:t>
            </a: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permite </a:t>
            </a:r>
            <a:r>
              <a:rPr b="1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desenhar formas livres</a:t>
            </a: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diretamente na prancheta, dando mais liberdade e criatividade às suas ilustrações.</a:t>
            </a:r>
            <a:endParaRPr sz="1088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t/>
            </a:r>
            <a:endParaRPr b="1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Como usar: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lay"/>
              <a:buAutoNum type="arabicPeriod"/>
            </a:pP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Selecione a </a:t>
            </a:r>
            <a:r>
              <a:rPr b="1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Ferramenta Lápis</a:t>
            </a: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na </a:t>
            </a:r>
            <a:r>
              <a:rPr b="1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Caixa de Ferramentas</a:t>
            </a: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1088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lay"/>
              <a:buAutoNum type="arabicPeriod"/>
            </a:pP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Clique e </a:t>
            </a:r>
            <a:r>
              <a:rPr b="1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arraste na prancheta</a:t>
            </a: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para desenhar a forma desejada.</a:t>
            </a:r>
            <a:endParaRPr sz="1088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lay"/>
              <a:buAutoNum type="arabicPeriod"/>
            </a:pP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Ao desenhar, </a:t>
            </a:r>
            <a:r>
              <a:rPr b="1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pontos de ancoragem</a:t>
            </a: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aparecerão no caminho do traço.</a:t>
            </a:r>
            <a:endParaRPr sz="1088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lay"/>
              <a:buAutoNum type="arabicPeriod"/>
            </a:pPr>
            <a:r>
              <a:rPr b="1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Ajuste os pontos de ancoragem</a:t>
            </a: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arrastando-os para modificar e refinar a forma.</a:t>
            </a:r>
            <a:endParaRPr sz="1088"/>
          </a:p>
        </p:txBody>
      </p:sp>
      <p:pic>
        <p:nvPicPr>
          <p:cNvPr id="151" name="Google Shape;151;p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897650" y="4163554"/>
            <a:ext cx="2754075" cy="123125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52" name="Google Shape;152;p8"/>
          <p:cNvCxnSpPr/>
          <p:nvPr/>
        </p:nvCxnSpPr>
        <p:spPr>
          <a:xfrm>
            <a:off x="4806250" y="4299750"/>
            <a:ext cx="1091400" cy="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9"/>
          <p:cNvSpPr/>
          <p:nvPr/>
        </p:nvSpPr>
        <p:spPr>
          <a:xfrm>
            <a:off x="0" y="0"/>
            <a:ext cx="9144000" cy="1054200"/>
          </a:xfrm>
          <a:prstGeom prst="rect">
            <a:avLst/>
          </a:prstGeom>
          <a:solidFill>
            <a:srgbClr val="FA981B"/>
          </a:solidFill>
          <a:ln cap="flat" cmpd="sng" w="14825">
            <a:solidFill>
              <a:srgbClr val="FA981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5550" lIns="71100" spcFirstLastPara="1" rIns="71100" wrap="square" tIns="355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2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Ferramenta Pincel</a:t>
            </a:r>
            <a:endParaRPr b="1" i="0" sz="2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8" name="Google Shape;158;p9"/>
          <p:cNvSpPr txBox="1"/>
          <p:nvPr/>
        </p:nvSpPr>
        <p:spPr>
          <a:xfrm>
            <a:off x="429798" y="1203433"/>
            <a:ext cx="8354100" cy="26577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 que é a Ferramenta Pincel</a:t>
            </a:r>
            <a:b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 </a:t>
            </a:r>
            <a:r>
              <a:rPr b="1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Ferramenta Pincel</a:t>
            </a: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permite </a:t>
            </a:r>
            <a:r>
              <a:rPr b="1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desenhar caminhos com traços personalizados</a:t>
            </a: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criando ilustrações expressivas e livres. É uma ótima opção para ajustar a forma e aparência dos desenhos de forma simples.</a:t>
            </a:r>
            <a:endParaRPr sz="1088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🖱️ </a:t>
            </a:r>
            <a:r>
              <a:rPr b="1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Como usar: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lay"/>
              <a:buAutoNum type="arabicPeriod"/>
            </a:pP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Selecione a </a:t>
            </a:r>
            <a:r>
              <a:rPr b="1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Ferramenta Pincel</a:t>
            </a: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na </a:t>
            </a:r>
            <a:r>
              <a:rPr b="1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Caixa de Ferramentas</a:t>
            </a: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1088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lay"/>
              <a:buAutoNum type="arabicPeriod"/>
            </a:pP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Escolha um </a:t>
            </a:r>
            <a:r>
              <a:rPr b="1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pincel</a:t>
            </a: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no </a:t>
            </a:r>
            <a:r>
              <a:rPr b="1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menu Pincel</a:t>
            </a: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do </a:t>
            </a:r>
            <a:r>
              <a:rPr b="1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Painel Propriedades</a:t>
            </a: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1088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lay"/>
              <a:buAutoNum type="arabicPeriod"/>
            </a:pP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Clique e </a:t>
            </a:r>
            <a:r>
              <a:rPr b="1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arraste na prancheta</a:t>
            </a: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para desenhar o caminho desejado.</a:t>
            </a:r>
            <a:endParaRPr sz="1088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lay"/>
              <a:buAutoNum type="arabicPeriod"/>
            </a:pPr>
            <a:r>
              <a:rPr b="1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Dica para caminhos fechados: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2250" lvl="1" marL="5778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lay"/>
              <a:buAutoNum type="arabicPeriod"/>
            </a:pP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Mantenha pressionado </a:t>
            </a:r>
            <a:r>
              <a:rPr b="1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Alt</a:t>
            </a: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enquanto arrasta → o caminho será fechado automaticamente.</a:t>
            </a:r>
            <a:endParaRPr sz="1088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💡 </a:t>
            </a:r>
            <a:r>
              <a:rPr b="1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Dica:</a:t>
            </a: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a ferramenta Pincel é ideal para criar traços artísticos, contornos detalhados e formas com aparência natural, diferente dos objetos geométricos.</a:t>
            </a:r>
            <a:endParaRPr sz="1088"/>
          </a:p>
        </p:txBody>
      </p:sp>
      <p:pic>
        <p:nvPicPr>
          <p:cNvPr id="159" name="Google Shape;159;p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946625" y="4172929"/>
            <a:ext cx="1256625" cy="115742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60" name="Google Shape;160;p9"/>
          <p:cNvCxnSpPr/>
          <p:nvPr/>
        </p:nvCxnSpPr>
        <p:spPr>
          <a:xfrm>
            <a:off x="5762725" y="4679925"/>
            <a:ext cx="1091400" cy="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10"/>
          <p:cNvSpPr/>
          <p:nvPr/>
        </p:nvSpPr>
        <p:spPr>
          <a:xfrm>
            <a:off x="0" y="0"/>
            <a:ext cx="9144000" cy="1054200"/>
          </a:xfrm>
          <a:prstGeom prst="rect">
            <a:avLst/>
          </a:prstGeom>
          <a:solidFill>
            <a:srgbClr val="FA981B"/>
          </a:solidFill>
          <a:ln cap="flat" cmpd="sng" w="14825">
            <a:solidFill>
              <a:srgbClr val="FA981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5550" lIns="71100" spcFirstLastPara="1" rIns="71100" wrap="square" tIns="355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2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Ferramenta Borracha</a:t>
            </a:r>
            <a:endParaRPr b="1" i="0" sz="2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6" name="Google Shape;166;p10"/>
          <p:cNvSpPr txBox="1"/>
          <p:nvPr/>
        </p:nvSpPr>
        <p:spPr>
          <a:xfrm>
            <a:off x="373432" y="1487646"/>
            <a:ext cx="8128500" cy="24423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 que é a Ferramenta Borracha</a:t>
            </a:r>
            <a:b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 </a:t>
            </a:r>
            <a:r>
              <a:rPr b="1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Ferramenta Borracha</a:t>
            </a: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permite </a:t>
            </a:r>
            <a:r>
              <a:rPr b="1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remover partes de sua ilustração</a:t>
            </a: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oferecendo controle sobre o que será apagado sem afetar todo o objeto.</a:t>
            </a:r>
            <a:endParaRPr sz="1088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🖱️ </a:t>
            </a:r>
            <a:r>
              <a:rPr b="1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Como usar: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lay"/>
              <a:buAutoNum type="arabicPeriod"/>
            </a:pP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Selecione a </a:t>
            </a:r>
            <a:r>
              <a:rPr b="1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Ferramenta Borracha</a:t>
            </a: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na </a:t>
            </a:r>
            <a:r>
              <a:rPr b="1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Caixa de Ferramentas</a:t>
            </a: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ou pressione </a:t>
            </a:r>
            <a:r>
              <a:rPr b="1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Shift + E</a:t>
            </a: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1088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lay"/>
              <a:buAutoNum type="arabicPeriod"/>
            </a:pP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Clique e </a:t>
            </a:r>
            <a:r>
              <a:rPr b="1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arraste sobre a área</a:t>
            </a: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que deseja remover.</a:t>
            </a:r>
            <a:endParaRPr sz="1088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lay"/>
              <a:buAutoNum type="arabicPeriod"/>
            </a:pP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Para </a:t>
            </a:r>
            <a:r>
              <a:rPr b="1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personalizar a borracha</a:t>
            </a: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clique </a:t>
            </a:r>
            <a:r>
              <a:rPr b="1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duas vezes</a:t>
            </a: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sobre o ícone da ferramenta.</a:t>
            </a:r>
            <a:endParaRPr sz="1088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lay"/>
              <a:buAutoNum type="arabicPeriod"/>
            </a:pP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Na </a:t>
            </a:r>
            <a:r>
              <a:rPr b="1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Caixa de Diálogo Borracha</a:t>
            </a: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você pode ajustar:</a:t>
            </a:r>
            <a:endParaRPr sz="1088"/>
          </a:p>
          <a:p>
            <a:pPr indent="-222250" lvl="1" marL="5778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lay"/>
              <a:buAutoNum type="arabicPeriod"/>
            </a:pPr>
            <a:r>
              <a:rPr b="1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Ângulo</a:t>
            </a: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→ direção do traço da borracha.</a:t>
            </a:r>
            <a:endParaRPr sz="1088"/>
          </a:p>
          <a:p>
            <a:pPr indent="-222250" lvl="1" marL="5778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lay"/>
              <a:buAutoNum type="arabicPeriod"/>
            </a:pPr>
            <a:r>
              <a:rPr b="1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Arredondamento</a:t>
            </a: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→ formato da ponta da borracha.</a:t>
            </a:r>
            <a:endParaRPr sz="1088"/>
          </a:p>
          <a:p>
            <a:pPr indent="-222250" lvl="1" marL="5778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lay"/>
              <a:buAutoNum type="arabicPeriod"/>
            </a:pPr>
            <a:r>
              <a:rPr b="1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Tamanho</a:t>
            </a: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→ largura do traço da borracha.</a:t>
            </a:r>
            <a:endParaRPr sz="1088"/>
          </a:p>
        </p:txBody>
      </p:sp>
      <p:pic>
        <p:nvPicPr>
          <p:cNvPr id="167" name="Google Shape;167;p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375575" y="4164853"/>
            <a:ext cx="3180550" cy="112255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68" name="Google Shape;168;p10"/>
          <p:cNvCxnSpPr/>
          <p:nvPr/>
        </p:nvCxnSpPr>
        <p:spPr>
          <a:xfrm>
            <a:off x="4284175" y="4373325"/>
            <a:ext cx="1091400" cy="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11"/>
          <p:cNvSpPr/>
          <p:nvPr/>
        </p:nvSpPr>
        <p:spPr>
          <a:xfrm>
            <a:off x="0" y="0"/>
            <a:ext cx="9144000" cy="1054200"/>
          </a:xfrm>
          <a:prstGeom prst="rect">
            <a:avLst/>
          </a:prstGeom>
          <a:solidFill>
            <a:srgbClr val="FA981B"/>
          </a:solidFill>
          <a:ln cap="flat" cmpd="sng" w="14825">
            <a:solidFill>
              <a:srgbClr val="FA981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5550" lIns="71100" spcFirstLastPara="1" rIns="71100" wrap="square" tIns="355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2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Ferramenta Grade Polar</a:t>
            </a:r>
            <a:endParaRPr b="1" i="0" sz="2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74" name="Google Shape;174;p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976875" y="4461450"/>
            <a:ext cx="2167125" cy="1324975"/>
          </a:xfrm>
          <a:prstGeom prst="rect">
            <a:avLst/>
          </a:prstGeom>
          <a:noFill/>
          <a:ln>
            <a:noFill/>
          </a:ln>
        </p:spPr>
      </p:pic>
      <p:sp>
        <p:nvSpPr>
          <p:cNvPr id="175" name="Google Shape;175;p11"/>
          <p:cNvSpPr txBox="1"/>
          <p:nvPr/>
        </p:nvSpPr>
        <p:spPr>
          <a:xfrm>
            <a:off x="225831" y="1120789"/>
            <a:ext cx="7470900" cy="347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pt-BR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 que é a Ferramenta Grade Polar</a:t>
            </a:r>
            <a:br>
              <a:rPr b="0" i="0" lang="pt-BR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pt-BR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 </a:t>
            </a:r>
            <a:r>
              <a:rPr b="1" i="0" lang="pt-BR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Ferramenta Grade Polar</a:t>
            </a:r>
            <a:r>
              <a:rPr b="0" i="0" lang="pt-BR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permite criar </a:t>
            </a:r>
            <a:r>
              <a:rPr b="1" i="0" lang="pt-BR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círculos concêntricos</a:t>
            </a:r>
            <a:r>
              <a:rPr b="0" i="0" lang="pt-BR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com divisores específicos, facilitando desenhos complexos, padrões circulares ou layouts radiais.</a:t>
            </a:r>
            <a:endParaRPr sz="988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pt-BR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Como usar: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8255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Play"/>
              <a:buAutoNum type="arabicPeriod"/>
            </a:pPr>
            <a:r>
              <a:rPr b="0" i="0" lang="pt-BR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Selecione a </a:t>
            </a:r>
            <a:r>
              <a:rPr b="1" i="0" lang="pt-BR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Ferramenta Grade Polar</a:t>
            </a:r>
            <a:r>
              <a:rPr b="0" i="0" lang="pt-BR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na </a:t>
            </a:r>
            <a:r>
              <a:rPr b="1" i="0" lang="pt-BR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Caixa de Ferramentas</a:t>
            </a:r>
            <a:r>
              <a:rPr b="0" i="0" lang="pt-BR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988"/>
          </a:p>
          <a:p>
            <a:pPr indent="-8255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Play"/>
              <a:buAutoNum type="arabicPeriod"/>
            </a:pPr>
            <a:r>
              <a:rPr b="0" i="0" lang="pt-BR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Clique na tela para definir o </a:t>
            </a:r>
            <a:r>
              <a:rPr b="1" i="0" lang="pt-BR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ponto de referência</a:t>
            </a:r>
            <a:r>
              <a:rPr b="0" i="0" lang="pt-BR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da grade.</a:t>
            </a:r>
            <a:endParaRPr sz="988"/>
          </a:p>
          <a:p>
            <a:pPr indent="-8255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Play"/>
              <a:buAutoNum type="arabicPeriod"/>
            </a:pPr>
            <a:r>
              <a:rPr b="0" i="0" lang="pt-BR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Na </a:t>
            </a:r>
            <a:r>
              <a:rPr b="1" i="0" lang="pt-BR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Caixa de Diálogo Opções de Ferramenta Grade Polar</a:t>
            </a:r>
            <a:r>
              <a:rPr b="0" i="0" lang="pt-BR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selecione um </a:t>
            </a:r>
            <a:r>
              <a:rPr b="1" i="0" lang="pt-BR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quadrado no localizador de pontos de referência</a:t>
            </a:r>
            <a:r>
              <a:rPr b="0" i="0" lang="pt-BR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→ define a direção da grade.</a:t>
            </a:r>
            <a:endParaRPr sz="988"/>
          </a:p>
          <a:p>
            <a:pPr indent="-8255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Play"/>
              <a:buAutoNum type="arabicPeriod"/>
            </a:pPr>
            <a:r>
              <a:rPr b="0" i="0" lang="pt-BR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Ajuste as opções:</a:t>
            </a:r>
            <a:endParaRPr sz="988"/>
          </a:p>
          <a:p>
            <a:pPr indent="-215900" lvl="1" marL="5778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Play"/>
              <a:buAutoNum type="arabicPeriod"/>
            </a:pPr>
            <a:r>
              <a:rPr b="1" i="0" lang="pt-BR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Tamanho padrão</a:t>
            </a:r>
            <a:r>
              <a:rPr b="0" i="0" lang="pt-BR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→ largura e altura totais da grade.</a:t>
            </a:r>
            <a:endParaRPr sz="988"/>
          </a:p>
          <a:p>
            <a:pPr indent="-215900" lvl="1" marL="5778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Play"/>
              <a:buAutoNum type="arabicPeriod"/>
            </a:pPr>
            <a:r>
              <a:rPr b="1" i="0" lang="pt-BR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Divisores concêntricos</a:t>
            </a:r>
            <a:r>
              <a:rPr b="0" i="0" lang="pt-BR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→ número de círculos concêntricos; o valor </a:t>
            </a:r>
            <a:r>
              <a:rPr b="1" i="0" lang="pt-BR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Inclinar</a:t>
            </a:r>
            <a:r>
              <a:rPr b="0" i="0" lang="pt-BR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determina a intensidade em direção ao centro ou à borda.</a:t>
            </a:r>
            <a:endParaRPr sz="988"/>
          </a:p>
          <a:p>
            <a:pPr indent="-215900" lvl="1" marL="5778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Play"/>
              <a:buAutoNum type="arabicPeriod"/>
            </a:pPr>
            <a:r>
              <a:rPr b="1" i="0" lang="pt-BR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Divisores radiais</a:t>
            </a:r>
            <a:r>
              <a:rPr b="0" i="0" lang="pt-BR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→ número de divisores radiais entre o centro e a circunferência; o valor </a:t>
            </a:r>
            <a:r>
              <a:rPr b="1" i="0" lang="pt-BR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Inclinar</a:t>
            </a:r>
            <a:r>
              <a:rPr b="0" i="0" lang="pt-BR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define a intensidade no sentido horário ou anti-horário.</a:t>
            </a:r>
            <a:endParaRPr sz="988"/>
          </a:p>
          <a:p>
            <a:pPr indent="-215900" lvl="1" marL="5778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Play"/>
              <a:buAutoNum type="arabicPeriod"/>
            </a:pPr>
            <a:r>
              <a:rPr b="1" i="0" lang="pt-BR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Criar caminho composto a partir de elipses</a:t>
            </a:r>
            <a:r>
              <a:rPr b="0" i="0" lang="pt-BR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→ transforma os círculos em caminhos compostos separados e mantém o preenchimento dos demais círculos.</a:t>
            </a:r>
            <a:endParaRPr sz="988"/>
          </a:p>
          <a:p>
            <a:pPr indent="-215900" lvl="1" marL="5778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Play"/>
              <a:buAutoNum type="arabicPeriod"/>
            </a:pPr>
            <a:r>
              <a:rPr b="1" i="0" lang="pt-BR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Preencher grade</a:t>
            </a:r>
            <a:r>
              <a:rPr b="0" i="0" lang="pt-BR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→ aplica a </a:t>
            </a:r>
            <a:r>
              <a:rPr b="1" i="0" lang="pt-BR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cor de preenchimento atual</a:t>
            </a:r>
            <a:r>
              <a:rPr b="0" i="0" lang="pt-BR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à grade</a:t>
            </a:r>
            <a:endParaRPr sz="988"/>
          </a:p>
        </p:txBody>
      </p:sp>
      <p:cxnSp>
        <p:nvCxnSpPr>
          <p:cNvPr id="176" name="Google Shape;176;p11"/>
          <p:cNvCxnSpPr/>
          <p:nvPr/>
        </p:nvCxnSpPr>
        <p:spPr>
          <a:xfrm>
            <a:off x="5885475" y="5636500"/>
            <a:ext cx="1091400" cy="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12"/>
          <p:cNvSpPr/>
          <p:nvPr/>
        </p:nvSpPr>
        <p:spPr>
          <a:xfrm>
            <a:off x="0" y="0"/>
            <a:ext cx="9144000" cy="1054200"/>
          </a:xfrm>
          <a:prstGeom prst="rect">
            <a:avLst/>
          </a:prstGeom>
          <a:solidFill>
            <a:srgbClr val="FA981B"/>
          </a:solidFill>
          <a:ln cap="flat" cmpd="sng" w="14825">
            <a:solidFill>
              <a:srgbClr val="FA981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5550" lIns="71100" spcFirstLastPara="1" rIns="71100" wrap="square" tIns="355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2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Trabalhando com Preenchimento Gradiente</a:t>
            </a:r>
            <a:endParaRPr b="1" i="0" sz="2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2" name="Google Shape;182;p12"/>
          <p:cNvSpPr txBox="1"/>
          <p:nvPr/>
        </p:nvSpPr>
        <p:spPr>
          <a:xfrm>
            <a:off x="1143782" y="1252059"/>
            <a:ext cx="7226700" cy="39507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 que é a Ferramenta Degradê</a:t>
            </a:r>
            <a:b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 </a:t>
            </a:r>
            <a:r>
              <a:rPr b="1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Ferramenta Degradê</a:t>
            </a: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permite </a:t>
            </a:r>
            <a:r>
              <a:rPr b="1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mesclar cores gradualmente</a:t>
            </a: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em objetos, criando efeitos visuais mais ricos e realistas. É possível usar degradês </a:t>
            </a:r>
            <a:r>
              <a:rPr b="1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lineares, radiais ou de forma livre</a:t>
            </a: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1088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Como usar: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lay"/>
              <a:buAutoNum type="arabicPeriod"/>
            </a:pP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Selecione o </a:t>
            </a:r>
            <a:r>
              <a:rPr b="1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objeto ou área</a:t>
            </a: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que deseja preencher com o degradê.</a:t>
            </a:r>
            <a:endParaRPr sz="1088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lay"/>
              <a:buAutoNum type="arabicPeriod"/>
            </a:pP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Clique </a:t>
            </a:r>
            <a:r>
              <a:rPr b="1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duas vezes</a:t>
            </a: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na </a:t>
            </a:r>
            <a:r>
              <a:rPr b="1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Ferramenta Degradê</a:t>
            </a: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ou pressione </a:t>
            </a:r>
            <a:r>
              <a:rPr b="1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</a:t>
            </a: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→ o </a:t>
            </a:r>
            <a:r>
              <a:rPr b="1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Painel Degradê</a:t>
            </a: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será aberto.</a:t>
            </a:r>
            <a:endParaRPr sz="1088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lay"/>
              <a:buAutoNum type="arabicPeriod"/>
            </a:pP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Escolha o </a:t>
            </a:r>
            <a:r>
              <a:rPr b="1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tipo de degradê</a:t>
            </a: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endParaRPr sz="1088"/>
          </a:p>
          <a:p>
            <a:pPr indent="-222250" lvl="1" marL="5778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lay"/>
              <a:buAutoNum type="arabicPeriod"/>
            </a:pPr>
            <a:r>
              <a:rPr b="1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Linear</a:t>
            </a: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→ cor se mistura em linha reta (padrão).</a:t>
            </a:r>
            <a:endParaRPr sz="1088"/>
          </a:p>
          <a:p>
            <a:pPr indent="-222250" lvl="1" marL="5778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lay"/>
              <a:buAutoNum type="arabicPeriod"/>
            </a:pPr>
            <a:r>
              <a:rPr b="1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Radial</a:t>
            </a: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→ cor se mistura a partir do centro em círculos concêntricos.</a:t>
            </a:r>
            <a:endParaRPr sz="1088"/>
          </a:p>
          <a:p>
            <a:pPr indent="-222250" lvl="1" marL="5778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lay"/>
              <a:buAutoNum type="arabicPeriod"/>
            </a:pPr>
            <a:r>
              <a:rPr b="1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Forma livre</a:t>
            </a: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→ cor se mistura de maneira personalizada ao longo do objeto.</a:t>
            </a:r>
            <a:endParaRPr sz="1088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lay"/>
              <a:buAutoNum type="arabicPeriod"/>
            </a:pP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Ajuste:</a:t>
            </a:r>
            <a:endParaRPr sz="1088"/>
          </a:p>
          <a:p>
            <a:pPr indent="-222250" lvl="1" marL="5778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lay"/>
              <a:buAutoNum type="arabicPeriod"/>
            </a:pPr>
            <a:r>
              <a:rPr b="1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Traçado, ângulo, proporção ou opacidade</a:t>
            </a: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para controlar a mescla.</a:t>
            </a:r>
            <a:endParaRPr sz="1088"/>
          </a:p>
          <a:p>
            <a:pPr indent="-222250" lvl="1" marL="5778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lay"/>
              <a:buAutoNum type="arabicPeriod"/>
            </a:pP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Use o </a:t>
            </a:r>
            <a:r>
              <a:rPr b="1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controle deslizante Degradê</a:t>
            </a: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no painel ou no próprio objeto para definir onde as cores se encontram.</a:t>
            </a:r>
            <a:endParaRPr sz="1088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lay"/>
              <a:buAutoNum type="arabicPeriod"/>
            </a:pP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Arraste e ajuste os </a:t>
            </a:r>
            <a:r>
              <a:rPr b="1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pontos de controle</a:t>
            </a: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na área selecionada para modificar o efeito de mesclagem.</a:t>
            </a:r>
            <a:endParaRPr sz="1088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g380b2e2915e_0_0"/>
          <p:cNvSpPr/>
          <p:nvPr/>
        </p:nvSpPr>
        <p:spPr>
          <a:xfrm>
            <a:off x="0" y="0"/>
            <a:ext cx="9144000" cy="1054200"/>
          </a:xfrm>
          <a:prstGeom prst="rect">
            <a:avLst/>
          </a:prstGeom>
          <a:solidFill>
            <a:srgbClr val="FA981B"/>
          </a:solidFill>
          <a:ln cap="flat" cmpd="sng" w="14825">
            <a:solidFill>
              <a:srgbClr val="FA981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5550" lIns="71100" spcFirstLastPara="1" rIns="71100" wrap="square" tIns="355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2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Atividade Prática</a:t>
            </a:r>
            <a:endParaRPr b="1" i="0" sz="2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8" name="Google Shape;188;g380b2e2915e_0_0"/>
          <p:cNvSpPr txBox="1"/>
          <p:nvPr/>
        </p:nvSpPr>
        <p:spPr>
          <a:xfrm>
            <a:off x="38339" y="1547645"/>
            <a:ext cx="7085700" cy="39507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Objetivo da Atividade</a:t>
            </a:r>
            <a:b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Colocar em prática tudo o que vimos até agora no Illustrator, utilizando formas, ferramentas e efeitos aprendidos.</a:t>
            </a:r>
            <a:endParaRPr sz="1088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🖱️ </a:t>
            </a:r>
            <a:r>
              <a:rPr b="1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Proposta: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b="1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Desenhar um iPod</a:t>
            </a: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usando referências da internet e aplicando as ferramentas estudadas:</a:t>
            </a:r>
            <a:endParaRPr sz="1088"/>
          </a:p>
          <a:p>
            <a:pPr indent="-222250" lvl="1" marL="5778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b="1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Formas básicas</a:t>
            </a: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(triângulo, retângulo, círculo)</a:t>
            </a:r>
            <a:endParaRPr sz="1088"/>
          </a:p>
          <a:p>
            <a:pPr indent="-222250" lvl="1" marL="5778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b="1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Ferramentas de desenho livre</a:t>
            </a: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(Lápis e Pincel)</a:t>
            </a:r>
            <a:endParaRPr sz="1088"/>
          </a:p>
          <a:p>
            <a:pPr indent="-222250" lvl="1" marL="5778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b="1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Ferramentas de ajuste</a:t>
            </a: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(Escala, Rotação, Linha)</a:t>
            </a:r>
            <a:endParaRPr sz="1088"/>
          </a:p>
          <a:p>
            <a:pPr indent="-222250" lvl="1" marL="5778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b="1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Grades</a:t>
            </a: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(Retangular ou Polar, se necessário para alinhamento)</a:t>
            </a:r>
            <a:endParaRPr sz="1088"/>
          </a:p>
          <a:p>
            <a:pPr indent="-222250" lvl="1" marL="5778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b="1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Efeitos visuais</a:t>
            </a: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(Gradiente e Flare)</a:t>
            </a:r>
            <a:endParaRPr sz="1088"/>
          </a:p>
          <a:p>
            <a:pPr indent="-222250" lvl="1" marL="5778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b="1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Borracha</a:t>
            </a: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para ajustes finais</a:t>
            </a:r>
            <a:endParaRPr sz="1088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💡 </a:t>
            </a:r>
            <a:r>
              <a:rPr b="1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Dicas para a execução: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lay"/>
              <a:buAutoNum type="arabicPeriod"/>
            </a:pP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Observe a referência e identifique as formas básicas que compõem o iPod.</a:t>
            </a:r>
            <a:endParaRPr sz="1088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lay"/>
              <a:buAutoNum type="arabicPeriod"/>
            </a:pP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Crie cada elemento separadamente para poder aplicar efeitos ou redimensionar depois.</a:t>
            </a:r>
            <a:endParaRPr sz="1088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lay"/>
              <a:buAutoNum type="arabicPeriod"/>
            </a:pP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Use </a:t>
            </a:r>
            <a:r>
              <a:rPr b="1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Shift</a:t>
            </a: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para manter proporções e linhas retas.</a:t>
            </a:r>
            <a:endParaRPr sz="1088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lay"/>
              <a:buAutoNum type="arabicPeriod"/>
            </a:pP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Experimente </a:t>
            </a:r>
            <a:r>
              <a:rPr b="1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Gradientes</a:t>
            </a: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para dar sensação de volume e luz.</a:t>
            </a:r>
            <a:endParaRPr sz="1088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lay"/>
              <a:buAutoNum type="arabicPeriod"/>
            </a:pP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Faça ajustes finos com a </a:t>
            </a:r>
            <a:r>
              <a:rPr b="1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Borracha</a:t>
            </a: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e </a:t>
            </a:r>
            <a:r>
              <a:rPr b="1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Ferramenta de Seleção</a:t>
            </a: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1088"/>
          </a:p>
        </p:txBody>
      </p:sp>
      <p:pic>
        <p:nvPicPr>
          <p:cNvPr id="189" name="Google Shape;189;g380b2e2915e_0_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411550" y="1696520"/>
            <a:ext cx="2732450" cy="2732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Tema do Offic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Tema do Offic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2025-04-18T19:16:35Z</dcterms:created>
  <dc:creator>leo Souza</dc:creator>
</cp:coreProperties>
</file>