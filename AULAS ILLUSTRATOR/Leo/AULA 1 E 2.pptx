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5715000" cx="9144000"/>
  <p:notesSz cx="6858000" cy="9144000"/>
  <p:embeddedFontLst>
    <p:embeddedFont>
      <p:font typeface="Play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gYdhWuwYVdgW2/t3d2ISBVEEUH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Play-bold.fntdata"/><Relationship Id="rId16" Type="http://schemas.openxmlformats.org/officeDocument/2006/relationships/slide" Target="slides/slide12.xml"/><Relationship Id="rId38" Type="http://schemas.openxmlformats.org/officeDocument/2006/relationships/font" Target="fonts/Play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7" name="Google Shape;17;p3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8" name="Google Shape;18;p3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6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Play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1" name="Google Shape;21;p36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6"/>
            </a:lvl1pPr>
            <a:lvl2pPr lvl="1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sz="1555"/>
            </a:lvl2pPr>
            <a:lvl3pPr lvl="2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4pPr>
            <a:lvl5pPr lvl="4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5pPr>
            <a:lvl6pPr lvl="5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6pPr>
            <a:lvl7pPr lvl="6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7pPr>
            <a:lvl8pPr lvl="7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8pPr>
            <a:lvl9pPr lvl="8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9pPr>
          </a:lstStyle>
          <a:p/>
        </p:txBody>
      </p:sp>
      <p:sp>
        <p:nvSpPr>
          <p:cNvPr id="22" name="Google Shape;22;p3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3" name="Google Shape;23;p3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4" name="Google Shape;24;p3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7" name="Google Shape;27;p37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28" name="Google Shape;28;p3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9" name="Google Shape;29;p3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0" name="Google Shape;30;p3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8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Play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3" name="Google Shape;33;p38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rgbClr val="757575"/>
              </a:buClr>
              <a:buSzPts val="1867"/>
              <a:buNone/>
              <a:defRPr sz="1866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556"/>
              <a:buNone/>
              <a:defRPr sz="1555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3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5" name="Google Shape;35;p3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6" name="Google Shape;36;p3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9" name="Google Shape;39;p39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0" name="Google Shape;40;p39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1" name="Google Shape;41;p3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2" name="Google Shape;42;p3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3" name="Google Shape;43;p3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0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6" name="Google Shape;46;p40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47" name="Google Shape;47;p40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8" name="Google Shape;48;p40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49" name="Google Shape;49;p40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50" name="Google Shape;50;p4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1" name="Google Shape;51;p4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2" name="Google Shape;52;p4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5" name="Google Shape;55;p4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6" name="Google Shape;56;p4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7" name="Google Shape;57;p4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2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0" name="Google Shape;60;p42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6644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489"/>
              <a:buChar char="•"/>
              <a:defRPr sz="2488"/>
            </a:lvl1pPr>
            <a:lvl2pPr indent="-366889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7"/>
            </a:lvl2pPr>
            <a:lvl3pPr indent="-347133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6"/>
            </a:lvl3pPr>
            <a:lvl4pPr indent="-327378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4pPr>
            <a:lvl5pPr indent="-327378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5pPr>
            <a:lvl6pPr indent="-327378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6pPr>
            <a:lvl7pPr indent="-327378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7pPr>
            <a:lvl8pPr indent="-327378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8pPr>
            <a:lvl9pPr indent="-327378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9pPr>
          </a:lstStyle>
          <a:p/>
        </p:txBody>
      </p:sp>
      <p:sp>
        <p:nvSpPr>
          <p:cNvPr id="61" name="Google Shape;61;p42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62" name="Google Shape;62;p4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3" name="Google Shape;63;p4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4" name="Google Shape;64;p4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3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7" name="Google Shape;67;p43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3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69" name="Google Shape;69;p4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0" name="Google Shape;70;p4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1" name="Google Shape;71;p4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4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4" name="Google Shape;74;p44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5" name="Google Shape;75;p4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6" name="Google Shape;76;p4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7" name="Google Shape;77;p4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5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0" name="Google Shape;80;p45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4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2" name="Google Shape;82;p4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3" name="Google Shape;83;p4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22"/>
              <a:buFont typeface="Play"/>
              <a:buNone/>
              <a:defRPr b="0" i="0" sz="34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6889" lvl="0" marL="457200" marR="0" rtl="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178"/>
              <a:buFont typeface="Arial"/>
              <a:buChar char="•"/>
              <a:defRPr b="0" i="0" sz="21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7133" lvl="1" marL="914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378" lvl="2" marL="1371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  <a:defRPr b="0" i="0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adobe.com/br/products/illustrator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981B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48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73946" y="2084798"/>
            <a:ext cx="4845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22"/>
              <a:buFont typeface="Arial"/>
              <a:buNone/>
            </a:pPr>
            <a:r>
              <a:rPr b="1" i="0" lang="pt-BR" sz="3422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ADOBE ILLUSTRATOR</a:t>
            </a:r>
            <a:endParaRPr sz="1088"/>
          </a:p>
        </p:txBody>
      </p:sp>
      <p:sp>
        <p:nvSpPr>
          <p:cNvPr id="90" name="Google Shape;90;p1"/>
          <p:cNvSpPr txBox="1"/>
          <p:nvPr/>
        </p:nvSpPr>
        <p:spPr>
          <a:xfrm>
            <a:off x="1037485" y="3199849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088"/>
          </a:p>
        </p:txBody>
      </p:sp>
      <p:pic>
        <p:nvPicPr>
          <p:cNvPr descr="Illustrator Icon Vector Art, Icons, and Graphics for Free ..." id="91" name="Google Shape;91;p1"/>
          <p:cNvPicPr preferRelativeResize="0"/>
          <p:nvPr/>
        </p:nvPicPr>
        <p:blipFill rotWithShape="1">
          <a:blip r:embed="rId3">
            <a:alphaModFix/>
          </a:blip>
          <a:srcRect b="8320" l="27842" r="27979" t="8826"/>
          <a:stretch/>
        </p:blipFill>
        <p:spPr>
          <a:xfrm>
            <a:off x="5842297" y="1552705"/>
            <a:ext cx="2348629" cy="2609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 AO ILLUSTRATOR</a:t>
            </a:r>
            <a:endParaRPr sz="1088"/>
          </a:p>
        </p:txBody>
      </p:sp>
      <p:sp>
        <p:nvSpPr>
          <p:cNvPr id="97" name="Google Shape;97;p2"/>
          <p:cNvSpPr txBox="1"/>
          <p:nvPr/>
        </p:nvSpPr>
        <p:spPr>
          <a:xfrm>
            <a:off x="254043" y="1367425"/>
            <a:ext cx="8635800" cy="3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falamos de design gráfico, existe um tipo de imagem que é muito especial: a </a:t>
            </a: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vetorial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b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não é formada por pontinhos de cor como as fotos que tiramos com o celular (essas são chamadas de imagens bitmap). 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lugar disso, as imagens vetoriais são construídas a partir de </a:t>
            </a: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coordenadas matemáticas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t/>
            </a:r>
            <a:endParaRPr b="0" i="0" sz="147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 assim: imagine um papel milimetrado invisível no seu computador. Nele, cada ponto tem uma localização precisa nos eixos </a:t>
            </a: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(horizontal) e </a:t>
            </a: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(vertical). 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t/>
            </a:r>
            <a:endParaRPr b="0" i="0" sz="147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Esses pontos, chamados </a:t>
            </a: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pontos-âncora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nós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são ligados por linhas retas ou curvas, formando o que chamamos de </a:t>
            </a: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caminhos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Esses caminhos, juntos, dão forma a qualquer desenho — desde uma letra simples até um logotipo super elaborado.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t/>
            </a:r>
            <a:endParaRPr b="0" i="0" sz="147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Pense nisso como “ligar os pontos”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com liberdade para que as linhas sejam retas ou curvas, e onde cada ponto pode ser movido para mudar completamente o desenho.</a:t>
            </a:r>
            <a:endParaRPr sz="1088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r>
              <a:rPr b="1" i="0" lang="pt-BR" sz="311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AO ILLUSTRATOR</a:t>
            </a:r>
            <a:endParaRPr sz="1088"/>
          </a:p>
        </p:txBody>
      </p:sp>
      <p:sp>
        <p:nvSpPr>
          <p:cNvPr id="103" name="Google Shape;103;p3"/>
          <p:cNvSpPr txBox="1"/>
          <p:nvPr/>
        </p:nvSpPr>
        <p:spPr>
          <a:xfrm>
            <a:off x="223119" y="1303916"/>
            <a:ext cx="86358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isso é importante?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grande mágica da imagem vetorial é que ela pode ser </a:t>
            </a: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ampliada ou reduzida infinitamente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sem perder qualidade. Isso significa que você pode criar um logotipo pequeno para um cartão de visita e usar exatamente o mesmo arquivo para imprimir um outdoor — e ele continuará nítido.</a:t>
            </a:r>
            <a:endParaRPr sz="1088"/>
          </a:p>
        </p:txBody>
      </p:sp>
      <p:sp>
        <p:nvSpPr>
          <p:cNvPr id="104" name="Google Shape;104;p3"/>
          <p:cNvSpPr txBox="1"/>
          <p:nvPr/>
        </p:nvSpPr>
        <p:spPr>
          <a:xfrm>
            <a:off x="223119" y="3308080"/>
            <a:ext cx="86358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visual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imaginar que você tem a logo de uma empresa.</a:t>
            </a:r>
            <a:b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olhar normalmente, parece uma imagem comum. Mas se abrirmos no Illustrator e dermos bastante </a:t>
            </a: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zoom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veremos que as letras e formas são cercadas por vários </a:t>
            </a: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pontos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conectados. Cada ponto pode ser ajustado, puxado, curvado… e o desenho se transforma.</a:t>
            </a:r>
            <a:endParaRPr sz="1088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endParaRPr sz="1088"/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62" y="1182929"/>
            <a:ext cx="4216808" cy="224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0274" y="3189274"/>
            <a:ext cx="4641050" cy="244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 que as imagens vetoriais são especiais?</a:t>
            </a:r>
            <a:endParaRPr sz="1088"/>
          </a:p>
        </p:txBody>
      </p:sp>
      <p:sp>
        <p:nvSpPr>
          <p:cNvPr id="117" name="Google Shape;117;p5"/>
          <p:cNvSpPr txBox="1"/>
          <p:nvPr/>
        </p:nvSpPr>
        <p:spPr>
          <a:xfrm>
            <a:off x="292796" y="1886087"/>
            <a:ext cx="8558400" cy="25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“Mas, afinal, o que torna as imagens vetoriais tão especiais?” A resposta está na </a:t>
            </a: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qualidade infinita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t/>
            </a:r>
            <a:endParaRPr b="0" i="0" sz="147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Diferente das fotos, que perdem nitidez quando ampliadas, as imagens vetoriais podem ser </a:t>
            </a: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aumentadas quase que indefinidamente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sem perder um pingo de qualidade.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t/>
            </a:r>
            <a:endParaRPr b="0" i="0" sz="147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acontece porque cada ponto da imagem é definido por </a:t>
            </a: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equações matemáticas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você aumenta ou reduz a arte, o Illustrator recalcula a posição de cada ponto, adaptando os caminhos de forma perfeita. 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t/>
            </a:r>
            <a:endParaRPr b="0" i="0" sz="147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como se a imagem se redesenhasse automaticamente a cada zoom, mantendo tudo limpo e nítido.</a:t>
            </a:r>
            <a:endParaRPr sz="1088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 o Illustrator, o que é?</a:t>
            </a:r>
            <a:endParaRPr sz="1088"/>
          </a:p>
        </p:txBody>
      </p:sp>
      <p:sp>
        <p:nvSpPr>
          <p:cNvPr id="123" name="Google Shape;123;p6"/>
          <p:cNvSpPr txBox="1"/>
          <p:nvPr/>
        </p:nvSpPr>
        <p:spPr>
          <a:xfrm>
            <a:off x="249346" y="1630370"/>
            <a:ext cx="86454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Adobe Illustrator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a ferramenta de design gráfico mais utilizada no mundo. Ele permite criar qualquer coisa que você imaginar: </a:t>
            </a: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logotipos, ícones, ilustrações, padrões e muito mais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Além disso, oferece </a:t>
            </a: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avançados que economizam tempo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repetição de padrões, edições globais e ajuste preciso de cores e forma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s.</a:t>
            </a:r>
            <a:endParaRPr sz="1088"/>
          </a:p>
        </p:txBody>
      </p:sp>
      <p:sp>
        <p:nvSpPr>
          <p:cNvPr id="124" name="Google Shape;124;p6"/>
          <p:cNvSpPr txBox="1"/>
          <p:nvPr/>
        </p:nvSpPr>
        <p:spPr>
          <a:xfrm>
            <a:off x="249346" y="3258037"/>
            <a:ext cx="86454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grande poder do Illustrator está na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flexibilidade das imagens vetoriais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Com ele, você pode produzir algo pequeno para tela ou enorme para impressão, e a aparência será exatamente a mesma que você criou, sem distorção.</a:t>
            </a:r>
            <a:endParaRPr sz="1088"/>
          </a:p>
        </p:txBody>
      </p:sp>
      <p:sp>
        <p:nvSpPr>
          <p:cNvPr id="125" name="Google Shape;125;p6"/>
          <p:cNvSpPr txBox="1"/>
          <p:nvPr/>
        </p:nvSpPr>
        <p:spPr>
          <a:xfrm>
            <a:off x="251304" y="5054851"/>
            <a:ext cx="45798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 oficial da Adobe: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477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Adobe Illustrator</a:t>
            </a:r>
            <a:endParaRPr sz="14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Adobe Illustrator: o líder em imagens vetoriais</a:t>
            </a:r>
            <a:endParaRPr sz="1088"/>
          </a:p>
        </p:txBody>
      </p:sp>
      <p:sp>
        <p:nvSpPr>
          <p:cNvPr id="131" name="Google Shape;131;p7"/>
          <p:cNvSpPr txBox="1"/>
          <p:nvPr/>
        </p:nvSpPr>
        <p:spPr>
          <a:xfrm>
            <a:off x="305714" y="2000986"/>
            <a:ext cx="85326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Adobe Illustrator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software mais utilizado no mundo quando o assunto é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desenho de imagens vetoriais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Ele se destaca por oferecer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infinidade de ferramentas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desde a criação de formas geométricas simples até efeitos 3D avançados, atendendo a todos os tipos de profissionais de design.</a:t>
            </a:r>
            <a:endParaRPr sz="1088"/>
          </a:p>
        </p:txBody>
      </p:sp>
      <p:sp>
        <p:nvSpPr>
          <p:cNvPr id="132" name="Google Shape;132;p7"/>
          <p:cNvSpPr txBox="1"/>
          <p:nvPr/>
        </p:nvSpPr>
        <p:spPr>
          <a:xfrm>
            <a:off x="305713" y="3205488"/>
            <a:ext cx="8532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você der uma olhada em sites de emprego como o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vai perceber que há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de três mil vagas no Brasil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pedem conhecimento em Illustrator. Isso mostra como dominar esse software é um grande diferencial para quem quer atuar no mercado de design.</a:t>
            </a:r>
            <a:endParaRPr sz="1088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posso fazer com o Illustrator?</a:t>
            </a:r>
            <a:endParaRPr sz="1088"/>
          </a:p>
        </p:txBody>
      </p:sp>
      <p:sp>
        <p:nvSpPr>
          <p:cNvPr id="138" name="Google Shape;138;p8"/>
          <p:cNvSpPr txBox="1"/>
          <p:nvPr/>
        </p:nvSpPr>
        <p:spPr>
          <a:xfrm>
            <a:off x="347010" y="1945745"/>
            <a:ext cx="8450100" cy="23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o Illustrator trabalha com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vetores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tudo que envolve esse tipo de imagem pode ser criado nele. 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Alguns exemplos muito comuns são: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Char char="•"/>
            </a:pP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Logos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desde marcas simples até complexas.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Char char="•"/>
            </a:pP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Ícones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elementos gráficos para aplicativos, sites ou interfaces digitais.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Char char="•"/>
            </a:pP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Grafismos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formas e desenhos usados em comunicação visual.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Char char="•"/>
            </a:pP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Fontes tipográficas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criação e modificação de letras e tipos de letra.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Char char="•"/>
            </a:pP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Peças gráficas de comunicação visual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cartazes, flyers, banners.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Char char="•"/>
            </a:pP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Objetos 3D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formas tridimensionais, efeitos e produtos ilustrativos.</a:t>
            </a:r>
            <a:endParaRPr sz="1088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seja, praticamente qualquer projeto visual baseado em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vetores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nascer no Illustrator.</a:t>
            </a:r>
            <a:endParaRPr sz="1088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11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Principais funcionalidades do Illustrator</a:t>
            </a:r>
            <a:endParaRPr sz="1088"/>
          </a:p>
        </p:txBody>
      </p:sp>
      <p:sp>
        <p:nvSpPr>
          <p:cNvPr id="144" name="Google Shape;144;p9"/>
          <p:cNvSpPr txBox="1"/>
          <p:nvPr/>
        </p:nvSpPr>
        <p:spPr>
          <a:xfrm>
            <a:off x="170863" y="1804284"/>
            <a:ext cx="8802300" cy="30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Illustrator é um aplicativo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robusto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cheio de recursos que facilitam o trabalho do designer. 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 os mais importantes estão: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AutoNum type="arabicPeriod"/>
            </a:pP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Desenho à mão livre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use pincéis, lápis e canetas digitais para criar formas e linhas personalizadas.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AutoNum type="arabicPeriod"/>
            </a:pP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de cores avançadas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crie paletas, preencha formas, use gradientes e misture efeitos de cor de maneira profissional.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AutoNum type="arabicPeriod"/>
            </a:pP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Camadas (Layers)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organize os elementos do seu projeto em camadas separadas, facilitando a edição sem alterar outras partes do design.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AutoNum type="arabicPeriod"/>
            </a:pP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Grade e pontos de ancoragem com “encaixe”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alinhe formas e linhas com precisão milimétrica.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AutoNum type="arabicPeriod"/>
            </a:pP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Bibliotecas na nuvem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armazene cores, pincéis, gráficos, textos e estilos em um só lugar, acessível a qualquer momento.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AutoNum type="arabicPeriod"/>
            </a:pP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Biblioteca de fontes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encontre rapidamente tipos de letra para qualquer projeto.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AutoNum type="arabicPeriod"/>
            </a:pP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para formas geométricas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crie, ajuste e manipule linhas, curvas e objetos com facilidade.</a:t>
            </a:r>
            <a:endParaRPr sz="1088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Abrindo o Illustrator e criando um novo documento</a:t>
            </a:r>
            <a:endParaRPr sz="1088"/>
          </a:p>
        </p:txBody>
      </p:sp>
      <p:sp>
        <p:nvSpPr>
          <p:cNvPr id="150" name="Google Shape;150;p10"/>
          <p:cNvSpPr txBox="1"/>
          <p:nvPr/>
        </p:nvSpPr>
        <p:spPr>
          <a:xfrm>
            <a:off x="216466" y="1712794"/>
            <a:ext cx="87111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começar a usar o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Adobe Illustrator CS6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primeiro é preciso abrir o programa. Na tela inicial do seu computador, localize o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 do Illustrator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clique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vezes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Em poucos segundos, a janela do software será exibida.</a:t>
            </a:r>
            <a:endParaRPr sz="1088"/>
          </a:p>
        </p:txBody>
      </p:sp>
      <p:sp>
        <p:nvSpPr>
          <p:cNvPr id="151" name="Google Shape;151;p10"/>
          <p:cNvSpPr txBox="1"/>
          <p:nvPr/>
        </p:nvSpPr>
        <p:spPr>
          <a:xfrm>
            <a:off x="216466" y="2681468"/>
            <a:ext cx="87111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de abrir o Illustrator, é hora de criar um novo projeto. Para isso, siga estes passos:</a:t>
            </a:r>
            <a:endParaRPr sz="1088"/>
          </a:p>
        </p:txBody>
      </p:sp>
      <p:sp>
        <p:nvSpPr>
          <p:cNvPr id="152" name="Google Shape;152;p10"/>
          <p:cNvSpPr txBox="1"/>
          <p:nvPr/>
        </p:nvSpPr>
        <p:spPr>
          <a:xfrm>
            <a:off x="216466" y="3188478"/>
            <a:ext cx="8711100" cy="16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AutoNum type="arabicPeriod"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menu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(Arquivo) no canto superior esquerdo.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AutoNum type="arabicPeriod"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(Novo).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AutoNum type="arabicPeriod"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janela aparecerá, permitindo que você configure o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do documento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da tela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outras opções iniciais, como unidades de medida e orientação (paisagem ou retrato).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AutoNum type="arabicPeriod"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Após definir essas configurações, clique em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o seu novo documento será criado.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mesmo que você ainda não saiba qual tamanho usar, pode começar com medidas padrão (por exemplo, 800x600 pixels) e depois ajustar conforme precisar.</a:t>
            </a:r>
            <a:endParaRPr sz="1088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Conhecendo a Área de Trabalho do Illustrator CS6</a:t>
            </a:r>
            <a:endParaRPr sz="1088"/>
          </a:p>
        </p:txBody>
      </p:sp>
      <p:pic>
        <p:nvPicPr>
          <p:cNvPr id="158" name="Google Shape;158;p11"/>
          <p:cNvPicPr preferRelativeResize="0"/>
          <p:nvPr/>
        </p:nvPicPr>
        <p:blipFill rotWithShape="1">
          <a:blip r:embed="rId3">
            <a:alphaModFix/>
          </a:blip>
          <a:srcRect b="3846" l="0" r="0" t="0"/>
          <a:stretch/>
        </p:blipFill>
        <p:spPr>
          <a:xfrm>
            <a:off x="3691100" y="1067322"/>
            <a:ext cx="5452899" cy="466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1"/>
          <p:cNvSpPr txBox="1"/>
          <p:nvPr/>
        </p:nvSpPr>
        <p:spPr>
          <a:xfrm>
            <a:off x="270092" y="1935746"/>
            <a:ext cx="32247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 Tela de Desenho (Artboard)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espaço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central onde você cria seus desenhos.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Pense nela como uma folha de papel digital.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pode ter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vários artboards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um único documento, o que facilita criar diferentes versões ou páginas do mesmo projeto.</a:t>
            </a:r>
            <a:endParaRPr sz="1088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Conhecendo a Área de Trabalho do Illustrator CS6</a:t>
            </a:r>
            <a:endParaRPr sz="1088"/>
          </a:p>
        </p:txBody>
      </p:sp>
      <p:pic>
        <p:nvPicPr>
          <p:cNvPr id="165" name="Google Shape;165;p12"/>
          <p:cNvPicPr preferRelativeResize="0"/>
          <p:nvPr/>
        </p:nvPicPr>
        <p:blipFill rotWithShape="1">
          <a:blip r:embed="rId3">
            <a:alphaModFix/>
          </a:blip>
          <a:srcRect b="3846" l="0" r="0" t="0"/>
          <a:stretch/>
        </p:blipFill>
        <p:spPr>
          <a:xfrm>
            <a:off x="3691100" y="1067322"/>
            <a:ext cx="5452899" cy="466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2"/>
          <p:cNvSpPr txBox="1"/>
          <p:nvPr/>
        </p:nvSpPr>
        <p:spPr>
          <a:xfrm>
            <a:off x="250214" y="1383572"/>
            <a:ext cx="32247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Barras e Menus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Superior: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contém opções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File, Edit, Object, Type, Select, Effect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entre outros.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Painéis Flutuantes (à direita):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aqui ficam as paletas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Camadas, Cores, Brushes, Symbols, Stroke, Pathfinder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etc.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abrir ou fechar cada painel conforme sua necessidade, clicando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menu superior e selecionando o painel desejado.</a:t>
            </a:r>
            <a:endParaRPr sz="1088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Conhecendo a Área de Trabalho do Illustrator CS6</a:t>
            </a:r>
            <a:endParaRPr sz="1088"/>
          </a:p>
        </p:txBody>
      </p:sp>
      <p:pic>
        <p:nvPicPr>
          <p:cNvPr id="172" name="Google Shape;172;p13"/>
          <p:cNvPicPr preferRelativeResize="0"/>
          <p:nvPr/>
        </p:nvPicPr>
        <p:blipFill rotWithShape="1">
          <a:blip r:embed="rId3">
            <a:alphaModFix/>
          </a:blip>
          <a:srcRect b="3846" l="0" r="0" t="0"/>
          <a:stretch/>
        </p:blipFill>
        <p:spPr>
          <a:xfrm>
            <a:off x="3691100" y="1067322"/>
            <a:ext cx="5452899" cy="466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3"/>
          <p:cNvSpPr txBox="1"/>
          <p:nvPr/>
        </p:nvSpPr>
        <p:spPr>
          <a:xfrm>
            <a:off x="127540" y="1351882"/>
            <a:ext cx="3224700" cy="3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Caixa de Ferramentas (à esquerda)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onde estão 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principais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desenhar, selecionar, pintar e transformar objetos.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Algumas ferramentas mais importantes:</a:t>
            </a:r>
            <a:endParaRPr sz="1088"/>
          </a:p>
          <a:p>
            <a:pPr indent="0" lvl="1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Selection Tool (V):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selecionar e mover objetos.</a:t>
            </a:r>
            <a:endParaRPr sz="1088"/>
          </a:p>
          <a:p>
            <a:pPr indent="0" lvl="1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 Selection Tool (A):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selecionar pontos específicos de um objeto.</a:t>
            </a:r>
            <a:endParaRPr sz="1088"/>
          </a:p>
          <a:p>
            <a:pPr indent="0" lvl="1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 Tool (P):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desenhar linhas e curvas com precisão.</a:t>
            </a:r>
            <a:endParaRPr sz="1088"/>
          </a:p>
          <a:p>
            <a:pPr indent="0" lvl="1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Shape Tools (M, L, etc.):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retângulo, elipse, polígono.</a:t>
            </a:r>
            <a:endParaRPr sz="1088"/>
          </a:p>
          <a:p>
            <a:pPr indent="0" lvl="1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Tool (T):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inserir texto.</a:t>
            </a:r>
            <a:endParaRPr sz="1088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Conhecendo a Área de Trabalho do Illustrator CS6</a:t>
            </a:r>
            <a:endParaRPr sz="1088"/>
          </a:p>
        </p:txBody>
      </p:sp>
      <p:pic>
        <p:nvPicPr>
          <p:cNvPr id="179" name="Google Shape;179;p14"/>
          <p:cNvPicPr preferRelativeResize="0"/>
          <p:nvPr/>
        </p:nvPicPr>
        <p:blipFill rotWithShape="1">
          <a:blip r:embed="rId3">
            <a:alphaModFix/>
          </a:blip>
          <a:srcRect b="3846" l="0" r="0" t="0"/>
          <a:stretch/>
        </p:blipFill>
        <p:spPr>
          <a:xfrm>
            <a:off x="3691100" y="1067322"/>
            <a:ext cx="5452899" cy="466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4"/>
          <p:cNvSpPr txBox="1"/>
          <p:nvPr/>
        </p:nvSpPr>
        <p:spPr>
          <a:xfrm>
            <a:off x="184595" y="2628242"/>
            <a:ext cx="34032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prática: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passe o mouse sobre cada ferramenta para ver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e atalho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Isso ajuda muito a memorizar rapidamente.</a:t>
            </a:r>
            <a:endParaRPr sz="1088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Conhecendo a Área de Trabalho do Illustrator CS6</a:t>
            </a:r>
            <a:endParaRPr sz="1088"/>
          </a:p>
        </p:txBody>
      </p:sp>
      <p:pic>
        <p:nvPicPr>
          <p:cNvPr id="186" name="Google Shape;186;p15"/>
          <p:cNvPicPr preferRelativeResize="0"/>
          <p:nvPr/>
        </p:nvPicPr>
        <p:blipFill rotWithShape="1">
          <a:blip r:embed="rId3">
            <a:alphaModFix/>
          </a:blip>
          <a:srcRect b="3846" l="0" r="0" t="0"/>
          <a:stretch/>
        </p:blipFill>
        <p:spPr>
          <a:xfrm>
            <a:off x="3691100" y="1067322"/>
            <a:ext cx="5452899" cy="466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5"/>
          <p:cNvSpPr txBox="1"/>
          <p:nvPr/>
        </p:nvSpPr>
        <p:spPr>
          <a:xfrm>
            <a:off x="195624" y="1708094"/>
            <a:ext cx="34032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Painel de Controle (Control Panel)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Fica logo abaixo do menu superior.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contextuais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ferramenta selecionada.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exemplo, se você selecionar um retângulo, poderá ajustar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largura, altura, cor do preenchimento e do contorno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sem precisar abrir outros painéis.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Conhecendo a Área de Trabalho do Illustrator CS6</a:t>
            </a:r>
            <a:endParaRPr sz="1088"/>
          </a:p>
        </p:txBody>
      </p:sp>
      <p:pic>
        <p:nvPicPr>
          <p:cNvPr id="193" name="Google Shape;193;p16"/>
          <p:cNvPicPr preferRelativeResize="0"/>
          <p:nvPr/>
        </p:nvPicPr>
        <p:blipFill rotWithShape="1">
          <a:blip r:embed="rId3">
            <a:alphaModFix/>
          </a:blip>
          <a:srcRect b="3846" l="0" r="0" t="0"/>
          <a:stretch/>
        </p:blipFill>
        <p:spPr>
          <a:xfrm>
            <a:off x="3691100" y="1067322"/>
            <a:ext cx="5452899" cy="466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6"/>
          <p:cNvSpPr txBox="1"/>
          <p:nvPr/>
        </p:nvSpPr>
        <p:spPr>
          <a:xfrm>
            <a:off x="116110" y="1314613"/>
            <a:ext cx="34032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Guias, Réguas e Grades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Réguas: Ative pelo menu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 &gt; Rulers &gt; Show Rulers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use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Ctrl+R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Guias: arraste da régua até a área de trabalho para ajudar a alinhar objetos.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Grades: ajudam a manter proporções e alinhamentos precisos.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essas ferramentas são essenciais para organizar seus desenhos e criar composições simétricas e profissionais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 de criação e preenchimento</a:t>
            </a:r>
            <a:endParaRPr sz="1088"/>
          </a:p>
        </p:txBody>
      </p:sp>
      <p:sp>
        <p:nvSpPr>
          <p:cNvPr id="200" name="Google Shape;200;p17"/>
          <p:cNvSpPr txBox="1"/>
          <p:nvPr/>
        </p:nvSpPr>
        <p:spPr>
          <a:xfrm>
            <a:off x="279486" y="1259785"/>
            <a:ext cx="84669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Illustrator, algumas ferramentas permitem criar elementos visuais de formas diferentes: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Caneta (Pen Tool):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para desenhar formas personalizadas, com linhas retas ou curvas ajustáveis ponto a ponto.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Construtor de Formas (Shape Tools):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para criar rapidamente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quadrados, triângulos, círculos, estrelas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outras formas geométricas.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prática: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combine formas e a ferramenta de seleção direta para ajustar detalhes e criar composições mais complexas</a:t>
            </a:r>
            <a:endParaRPr sz="1088"/>
          </a:p>
        </p:txBody>
      </p:sp>
      <p:sp>
        <p:nvSpPr>
          <p:cNvPr id="201" name="Google Shape;201;p17"/>
          <p:cNvSpPr txBox="1"/>
          <p:nvPr/>
        </p:nvSpPr>
        <p:spPr>
          <a:xfrm>
            <a:off x="279485" y="3329732"/>
            <a:ext cx="8466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de desenhar, você pode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preencher seus objetos com cores</a:t>
            </a:r>
            <a:endParaRPr sz="1088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Dica importante: organize seus layers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176147" y="1680885"/>
            <a:ext cx="83634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Illustrator, a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organização dos layers (camadas)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fundamental.</a:t>
            </a:r>
            <a:b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Sempre renomeie cada layer de forma clara, para que você e outras pessoas consigam identificar rapidamente os elementos do seu desenho.</a:t>
            </a:r>
            <a:endParaRPr sz="1088"/>
          </a:p>
        </p:txBody>
      </p:sp>
      <p:sp>
        <p:nvSpPr>
          <p:cNvPr id="208" name="Google Shape;208;p18"/>
          <p:cNvSpPr txBox="1"/>
          <p:nvPr/>
        </p:nvSpPr>
        <p:spPr>
          <a:xfrm>
            <a:off x="176146" y="3328363"/>
            <a:ext cx="8626500" cy="14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imagine um colega que não organiza os arquivos no Google Drive — fica difícil encontrar o que você procura, certo? O mesmo acontece no Illustrator: se os layers não estiverem organizados, editar ou ajustar um elemento se torna muito mais demorado, especialmente quando outra pessoa precisa trabalhar no arquivo.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t/>
            </a:r>
            <a:endParaRPr sz="14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Manter os layers bem nomeados economiza tempo e evita confusões no fluxo de trabalho.</a:t>
            </a:r>
            <a:endParaRPr sz="1088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Trabalhando com a Ferramenta Zoom</a:t>
            </a:r>
            <a:endParaRPr sz="1088"/>
          </a:p>
        </p:txBody>
      </p:sp>
      <p:sp>
        <p:nvSpPr>
          <p:cNvPr id="214" name="Google Shape;214;p19"/>
          <p:cNvSpPr txBox="1"/>
          <p:nvPr/>
        </p:nvSpPr>
        <p:spPr>
          <a:xfrm>
            <a:off x="394961" y="1389541"/>
            <a:ext cx="83541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aproximar ou afastar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seu desenho no Illustrator, você vai usar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Zoom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representada por uma lupa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à esquerda.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Atalhos e formas de usar o Zoom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Ativar a ferramenta Zoom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lupa na caixa de ferramentas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pressione a tecla Z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teclado.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Aumentar ou diminuir o zoom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aproximar, clique sobre a área desejada.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afastar, segure a tecla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enquanto clica.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Zoom em uma área específica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você quer focar em um detalhe, selecione a ferramenta Zoom 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o mouse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a área que deseja ampliar.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Zoom rápido sem mudar a ferramenta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Mesmo com outra ferramenta selecionada, você pode dar zoom rapidamente: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Ctrl + Espaço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clique ou arraste na área desejada.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prática: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usar o zoom corretamente ajuda a trabalhar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detalhes minuciosos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ajustar pontos-âncora e corrigir pequenas imperfeições com muito mais precisão.</a:t>
            </a:r>
            <a:endParaRPr sz="1088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Usando a Paleta Navigator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338594" y="1840173"/>
            <a:ext cx="84669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Além da ferramenta Zoom, o Illustrator oferece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Navigator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um painel que facilita a visualização e a navegação pelo seu documento, especialmente quando ele é grande ou possui muitos detalhes.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ativar o Navigator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o menu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(Janela) no topo da tela.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Navigator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pequena caixa de visualização será exibida. Nela, você verá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miniatura do seu documento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poderá: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Navegar rapidamente para qualquer área do desenho,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arrastando a janela de visualização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Ajustar o tamanho do zoom usando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controle deslizante na parte inferior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painel, sem precisar usar a ferramenta Zoom manualmente.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prática: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Navigator é ótimo para trabalhar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detalhes distantes do documento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quando você precisa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mover rapidamente entre diferentes áreas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sem perder a noção do todo</a:t>
            </a:r>
            <a:endParaRPr sz="1088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Salvando uma imagem para web no Illustrator</a:t>
            </a:r>
            <a:endParaRPr sz="1088"/>
          </a:p>
        </p:txBody>
      </p:sp>
      <p:sp>
        <p:nvSpPr>
          <p:cNvPr id="226" name="Google Shape;226;p21"/>
          <p:cNvSpPr txBox="1"/>
          <p:nvPr/>
        </p:nvSpPr>
        <p:spPr>
          <a:xfrm>
            <a:off x="223119" y="1378172"/>
            <a:ext cx="56112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seu desenho estiver pronto, é importante saber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salvá-lo corretamente para uso na web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Illustrator, esse processo é simples e garante que sua imagem mantenha a qualidade e seja rápida de carregar online.</a:t>
            </a:r>
            <a:endParaRPr sz="1088"/>
          </a:p>
        </p:txBody>
      </p:sp>
      <p:sp>
        <p:nvSpPr>
          <p:cNvPr id="227" name="Google Shape;227;p21"/>
          <p:cNvSpPr txBox="1"/>
          <p:nvPr/>
        </p:nvSpPr>
        <p:spPr>
          <a:xfrm>
            <a:off x="223119" y="2542798"/>
            <a:ext cx="59772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o menu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(Arquivo) no canto superior esquerdo.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Save a Copy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(Salvar uma cópia).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onde deseja salvar o arquivo, dê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 documento e selecione o formato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PDF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nova janela de configuração aparecerá. Marque 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Optimize for Fast Web View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(Otimizar para visualização rápida na web).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Save PDF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(Salvar PDF) e pronto! Seu arquivo estará preparado para uso online.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prática: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usar a opção “Optimize for Fast Web View” garante que sua imagem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carregue mais rápido na internet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sem perder qualidade visual</a:t>
            </a:r>
            <a:endParaRPr sz="1088"/>
          </a:p>
        </p:txBody>
      </p:sp>
      <p:pic>
        <p:nvPicPr>
          <p:cNvPr id="228" name="Google Shape;228;p21"/>
          <p:cNvPicPr preferRelativeResize="0"/>
          <p:nvPr/>
        </p:nvPicPr>
        <p:blipFill rotWithShape="1">
          <a:blip r:embed="rId3">
            <a:alphaModFix/>
          </a:blip>
          <a:srcRect b="24564" l="24451" r="23514" t="20053"/>
          <a:stretch/>
        </p:blipFill>
        <p:spPr>
          <a:xfrm>
            <a:off x="6200383" y="1252293"/>
            <a:ext cx="2868461" cy="27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Réguas, Guias e Grades: alinhamento preciso no Illustrator</a:t>
            </a:r>
            <a:endParaRPr sz="1088"/>
          </a:p>
        </p:txBody>
      </p:sp>
      <p:sp>
        <p:nvSpPr>
          <p:cNvPr id="234" name="Google Shape;234;p22"/>
          <p:cNvSpPr txBox="1"/>
          <p:nvPr/>
        </p:nvSpPr>
        <p:spPr>
          <a:xfrm>
            <a:off x="100990" y="1169096"/>
            <a:ext cx="89178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criar desenhos organizados e alinhados no Illustrator, é fundamental usar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réguas, guias e grades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Esses recursos ajudam você a posicionar objetos com precisão, mantendo seu trabalho limpo e profissional.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Ativando Réguas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o menu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(Visualizar).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Rulers &gt; Show Rulers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(Réguas &gt; Mostrar Réguas) ou use o atalho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réguas aparecerão nas bordas superior e lateral esquerda da área de trabalho, mostrando medidas em pixels, centímetros ou a unidade que você escolher.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Ativando Grades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menu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selecione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Grid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(Mostrar Grade).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grade ajuda a alinhar elementos de forma uniforme, funcionando como um guia visual para proporções e espaçamentos.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Ativando Guias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menu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vá até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Guides &gt; Show Guides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(Guias &gt; Mostrar Guias).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pode criar guias personalizadas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arrastando da régua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 área de trabalho, o que ajuda a alinhar objetos de forma precisa.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Definindo o ponto zero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ponto zero é a referência de origem da régua, que determina os valores de posição X e Y.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definir, clique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interseção das réguas vertical e horizontal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arraste para o local que deseja como ponto de referência.</a:t>
            </a:r>
            <a:endParaRPr sz="1088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Preferências do Illustrator: personalizando seu ambiente de trabalho</a:t>
            </a:r>
            <a:endParaRPr sz="1088"/>
          </a:p>
        </p:txBody>
      </p:sp>
      <p:sp>
        <p:nvSpPr>
          <p:cNvPr id="240" name="Google Shape;240;p23"/>
          <p:cNvSpPr txBox="1"/>
          <p:nvPr/>
        </p:nvSpPr>
        <p:spPr>
          <a:xfrm>
            <a:off x="185541" y="1176872"/>
            <a:ext cx="88239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Illustrator permite que você ajuste o programa para que ele funcione do jeito que você prefere, por meio 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 de preferências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Esse arquivo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gerencia os comandos, o posicionamento dos painéis e diversas configurações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incluindo: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Opções gerais de exibição;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Gravação de arquivos;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Desempenho do programa;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Tipos de fonte;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Configurações de plug-ins e discos de memória virtual.</a:t>
            </a:r>
            <a:endParaRPr sz="1088"/>
          </a:p>
        </p:txBody>
      </p:sp>
      <p:sp>
        <p:nvSpPr>
          <p:cNvPr id="241" name="Google Shape;241;p23"/>
          <p:cNvSpPr txBox="1"/>
          <p:nvPr/>
        </p:nvSpPr>
        <p:spPr>
          <a:xfrm>
            <a:off x="185541" y="3401431"/>
            <a:ext cx="86454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Sempre que você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fecha o Illustrator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as definições de preferências são salvas automaticamente, garantindo que seu ambiente de trabalho seja mantido da próxima vez que abrir o programa.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Atenção: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o Illustrator começar a se comportar de forma inesperada, pode ser que o arquivo de preferências esteja corrompido. Nesse caso, é recomendado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restaurar as configurações padrão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Preferências do Illustrator: personalizando seu ambiente de trabalho</a:t>
            </a:r>
            <a:endParaRPr sz="1088"/>
          </a:p>
        </p:txBody>
      </p:sp>
      <p:sp>
        <p:nvSpPr>
          <p:cNvPr id="247" name="Google Shape;247;p24"/>
          <p:cNvSpPr txBox="1"/>
          <p:nvPr/>
        </p:nvSpPr>
        <p:spPr>
          <a:xfrm>
            <a:off x="317065" y="1287534"/>
            <a:ext cx="85890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editar as preferências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Existem duas formas de acessar as preferências: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Pelo menu Edit (Editar)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 &gt; Preferences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e, no menu que aparecer, selecione a opção que deseja modificar.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Pela barra superior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Preferences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caixa de diálogo será aberta, permitindo alterar todas as configurações necessárias.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redefinir as preferências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for necessário restaurar tudo para o padrão: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Preferences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Reset All Warning Dialogs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prática: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redefinir as preferências resolve problemas inesperados e ajuda a manter o Illustrator funcionando de forma estável.</a:t>
            </a:r>
            <a:endParaRPr sz="1088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Caixa de Ferramentas: a base para desenhar no Illustrator</a:t>
            </a:r>
            <a:endParaRPr sz="1088"/>
          </a:p>
        </p:txBody>
      </p:sp>
      <p:sp>
        <p:nvSpPr>
          <p:cNvPr id="253" name="Google Shape;253;p25"/>
          <p:cNvSpPr txBox="1"/>
          <p:nvPr/>
        </p:nvSpPr>
        <p:spPr>
          <a:xfrm>
            <a:off x="674056" y="1440543"/>
            <a:ext cx="74523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onde você encontra todas as ferramentas necessárias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criar, selecionar, desenhar e editar objetos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Illustrator. Ela fica geralmente posicionada no lado esquerdo da tela e é a base do seu trabalho.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 pontos da caixa de ferramentas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seleção (V)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a primeira e uma das mais importantes ferramentas. Permite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selecionar, mover e redimensionar objetos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documento.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com divisões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Algumas ferramentas possuem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outras opções dentro delas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indicadas por uma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 pequena no canto inferior direito do ícone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nessa seta para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acessar todas as variações da ferramenta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diferentes tipos de canetas ou formas geométricas.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de cores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abaixo das ferramentas, há duas caixas:</a:t>
            </a:r>
            <a:endParaRPr sz="1088"/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branca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define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 de preenchimento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objeto.</a:t>
            </a:r>
            <a:endParaRPr sz="1088"/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com linha preta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define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 do contorno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Caixa de Ferramentas: a base para desenhar no Illustrator</a:t>
            </a:r>
            <a:endParaRPr sz="1088"/>
          </a:p>
        </p:txBody>
      </p:sp>
      <p:sp>
        <p:nvSpPr>
          <p:cNvPr id="259" name="Google Shape;259;p26"/>
          <p:cNvSpPr txBox="1"/>
          <p:nvPr/>
        </p:nvSpPr>
        <p:spPr>
          <a:xfrm>
            <a:off x="780136" y="1264100"/>
            <a:ext cx="7583700" cy="3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 no canto superior direito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alternar rapidamente entre preenchimento e contorno.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quadradinhos na parte inferior esquerda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servem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resetar as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 padrão: contorno preto e preenchimento branco.</a:t>
            </a:r>
            <a:endParaRPr sz="1088"/>
          </a:p>
          <a:p>
            <a:pPr indent="0" lvl="1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preenchimento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linha inferior, você pode escolher entre:</a:t>
            </a:r>
            <a:endParaRPr sz="1088"/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 sólido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 gradiente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preenchimento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Essas opções se aplicam ao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 ou contorno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dependendo de qual está ativo, mas lembre-se: o contorno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aceita gradiente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Visualização em tela cheia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botão no final da barra permite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visualizar seu documento em modo fullscreen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ou sem barra de menus, facilitando focar no desenho sem distrações.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prática: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explore cada ferramenta e suas variações para conhecer todos os recursos que a caixa de ferramentas oferece. Ela é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centro de controle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seu trabalho no Illustrator.</a:t>
            </a:r>
            <a:endParaRPr sz="1088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Iniciando um desenho no Illustrator</a:t>
            </a:r>
            <a:endParaRPr b="1" sz="2488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7"/>
          <p:cNvSpPr txBox="1"/>
          <p:nvPr/>
        </p:nvSpPr>
        <p:spPr>
          <a:xfrm>
            <a:off x="770742" y="1739107"/>
            <a:ext cx="76026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começar a criar seu desenho no Illustrator, siga estes passos simples: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uma ferramenta de desenho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escolha a ferramenta que deseja usar, como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 Tool (caneta)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Rectangle Tool (retângulo)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Ellipse Tool (elipse)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outras formas geométricas.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seu objeto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o mouse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área de trabalho para desenhar o objeto escolhido.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formas geométricas como círculos ou quadrados, mantenha a tecla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pressionada para criar proporções perfeitas.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prática: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comece desenhando formas simples e depois combine-as para criar desenhos mais complexos. Explorar as ferramentas de desenho é o primeiro passo para dominar o Illustrator.</a:t>
            </a:r>
            <a:endParaRPr sz="1088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Opções de cores no Illustrator</a:t>
            </a:r>
            <a:endParaRPr b="1" sz="2488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8"/>
          <p:cNvSpPr txBox="1"/>
          <p:nvPr/>
        </p:nvSpPr>
        <p:spPr>
          <a:xfrm>
            <a:off x="335854" y="1664866"/>
            <a:ext cx="84387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Illustrator, é possível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cores para o preenchimento e contorno dos objetos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forma rápida e prática.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 de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localizado no final da barra.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 de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será aberta, permitindo que você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cor desejada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o seu desenho.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Lembre-se de que você pode escolher se a cor será aplicada ao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(cor interna do objeto) ou ao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contorno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(borda do objeto).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prática: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experimente diferentes combinações de cores e observe como elas afetam a aparência do seu desenho. Isso ajuda a criar composições mais harmoniosas e visualmente atrativas.</a:t>
            </a:r>
            <a:endParaRPr sz="1088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Alterando o contorno no Illustrator</a:t>
            </a:r>
            <a:endParaRPr b="1" sz="2488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9"/>
          <p:cNvSpPr txBox="1"/>
          <p:nvPr/>
        </p:nvSpPr>
        <p:spPr>
          <a:xfrm>
            <a:off x="601640" y="1862238"/>
            <a:ext cx="79407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contorno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a borda que envolve os objetos no Illustrator, e é possível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alterar sua cor e espessura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facilmente.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 para alterar a cor do contorno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Localize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à esquerda da tela.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parte inferior, você verá duas caixas sobrepostas: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superior branca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representa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inferior com linha preta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representa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contorno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duas vezes na caixa do contorno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 de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será aberta. Selecione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 desejada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prática: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alterar o contorno ajuda a destacar objetos, criar efeitos visuais ou simplesmente combinar cores de forma harmoniosa com o preenchimento do desenho.</a:t>
            </a:r>
            <a:endParaRPr sz="1088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Retângulo: criando formas retangulares e quadradas</a:t>
            </a:r>
            <a:endParaRPr b="1" sz="2488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0"/>
          <p:cNvSpPr txBox="1"/>
          <p:nvPr/>
        </p:nvSpPr>
        <p:spPr>
          <a:xfrm>
            <a:off x="382825" y="1451577"/>
            <a:ext cx="79782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Retângulo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ideal para criar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retangulares e quadradas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maneira rápida e precisa.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desdobrável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ferramenta possui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desdobrável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indicado por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 branca no canto inferior direito do ícone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clicar nessa seta, você verá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outras ferramentas relacionadas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 arredondado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polígono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permitindo maior variedade de formas.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criar um retângulo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Retângulo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caixa de ferramentas.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o mouse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área de trabalho para criar a forma no tamanho desejado.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criar um quadrado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Retângulo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Pressione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a tecla Shift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enquanto arrasta o mouse.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forma resultante será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quadrado perfeito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todos os lados iguais.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prática: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usar a tecla Shift para proporções perfeitas é útil para criar ícones, botões e elementos que exigem precisão geométrica.</a:t>
            </a:r>
            <a:endParaRPr sz="1088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Retângulo Arredondado: criando formas com cantos suavizados</a:t>
            </a:r>
            <a:endParaRPr b="1" sz="1866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1"/>
          <p:cNvSpPr txBox="1"/>
          <p:nvPr/>
        </p:nvSpPr>
        <p:spPr>
          <a:xfrm>
            <a:off x="561322" y="1263686"/>
            <a:ext cx="80817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Retângulo Arredondado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criar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retângulos e quadrados com cantos arredondados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adicionando um efeito mais suave e moderno aos seus objetos.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acessar a ferramenta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e segure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 ao lado da Ferramenta Retângulo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menu desdobrável, selecione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 de Cantos Arredondados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criar um retângulo com cantos arredondados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ferramenta como descrito acima.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o mouse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área de trabalho para criar o retângulo com o tamanho desejado.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criar um quadrado com cantos arredondados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Retângulo Arredondado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Pressione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a tecla Shift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enquanto arrasta o mouse.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resultado será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quadrado com cantos arredondados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forma perfeita.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prática: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essa ferramenta é ótima para criar botões, ícones e elementos visuais que precisam de um acabamento mais suave e amigável.</a:t>
            </a:r>
            <a:endParaRPr sz="1088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2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Elipse e Ferramenta Polígono</a:t>
            </a:r>
            <a:endParaRPr b="1" sz="217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2"/>
          <p:cNvSpPr txBox="1"/>
          <p:nvPr/>
        </p:nvSpPr>
        <p:spPr>
          <a:xfrm>
            <a:off x="157357" y="1229063"/>
            <a:ext cx="86547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Elipse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criar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ovais ou círculos perfeitos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Illustrator.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criar uma elipse ou círculo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e segure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 ao lado da Ferramenta Retângulo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Elipse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menu desdobrável.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o mouse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a área de trabalho para criar a elipse.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criar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 perfeito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pressione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a tecla Shift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enquanto arrasta.</a:t>
            </a:r>
            <a:endParaRPr sz="1088"/>
          </a:p>
        </p:txBody>
      </p:sp>
      <p:sp>
        <p:nvSpPr>
          <p:cNvPr id="296" name="Google Shape;296;p32"/>
          <p:cNvSpPr txBox="1"/>
          <p:nvPr/>
        </p:nvSpPr>
        <p:spPr>
          <a:xfrm>
            <a:off x="157357" y="3030274"/>
            <a:ext cx="86547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Polígono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criar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com múltiplos lados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triângulos, pentágonos e hexágonos.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criar um polígono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segure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 ao lado da Ferramenta Retângulo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Polígono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menu desdobrável.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o mouse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área de trabalho para criar a forma.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alinhar as bordas perfeitamente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pressione e segure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tecla Shift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enquanto arrasta.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dimensões e número de lados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precisão, utilize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topo da tela.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prática: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combinar círculos, elipses e polígonos é uma ótima maneira de criar ícones, gráficos e elementos complexos de forma rápida e precis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sz="217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3"/>
          <p:cNvSpPr txBox="1"/>
          <p:nvPr/>
        </p:nvSpPr>
        <p:spPr>
          <a:xfrm>
            <a:off x="354643" y="1287534"/>
            <a:ext cx="8504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Criando um animal com formas geométricas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Aplicar o conhecimento sobre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geométricas, preenchimento, contorno e organização de layers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Illustrator.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Instruções: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o Illustrator e crie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novo documento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(File &gt; New).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forma geométrica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(Retângulo, Elipse, Polígono).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Utilize as formas geométricas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desenhar um animal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sua escolha.</a:t>
            </a:r>
            <a:endParaRPr sz="1088"/>
          </a:p>
        </p:txBody>
      </p:sp>
      <p:pic>
        <p:nvPicPr>
          <p:cNvPr id="303" name="Google Shape;30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980308"/>
            <a:ext cx="9144000" cy="2734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2025-04-18T19:16:35Z</dcterms:created>
  <dc:creator>leo Souza</dc:creator>
</cp:coreProperties>
</file>