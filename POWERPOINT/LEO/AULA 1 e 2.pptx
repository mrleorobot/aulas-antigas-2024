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5715000" cx="9144000"/>
  <p:notesSz cx="6858000" cy="9144000"/>
  <p:embeddedFontLst>
    <p:embeddedFont>
      <p:font typeface="Lato"/>
      <p:regular r:id="rId26"/>
      <p:bold r:id="rId27"/>
      <p:italic r:id="rId28"/>
      <p:boldItalic r:id="rId29"/>
    </p:embeddedFont>
    <p:embeddedFont>
      <p:font typeface="Corbel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i5h5nv1ZABrL5nt9PaALpheGB/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ato-regular.fntdata"/><Relationship Id="rId25" Type="http://schemas.openxmlformats.org/officeDocument/2006/relationships/slide" Target="slides/slide21.xml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Lat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Corbel-bold.fntdata"/><Relationship Id="rId30" Type="http://schemas.openxmlformats.org/officeDocument/2006/relationships/font" Target="fonts/Corbel-regular.fntdata"/><Relationship Id="rId11" Type="http://schemas.openxmlformats.org/officeDocument/2006/relationships/slide" Target="slides/slide7.xml"/><Relationship Id="rId33" Type="http://schemas.openxmlformats.org/officeDocument/2006/relationships/font" Target="fonts/Corbel-boldItalic.fntdata"/><Relationship Id="rId10" Type="http://schemas.openxmlformats.org/officeDocument/2006/relationships/slide" Target="slides/slide6.xml"/><Relationship Id="rId32" Type="http://schemas.openxmlformats.org/officeDocument/2006/relationships/font" Target="fonts/Corbel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customschemas.google.com/relationships/presentationmetadata" Target="meta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rbel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" type="body"/>
          </p:nvPr>
        </p:nvSpPr>
        <p:spPr>
          <a:xfrm>
            <a:off x="3887391" y="822856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2" name="Google Shape;22;p24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3" name="Google Shape;23;p24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5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orbel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9" name="Google Shape;29;p25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7"/>
          <p:cNvSpPr txBox="1"/>
          <p:nvPr>
            <p:ph type="title"/>
          </p:nvPr>
        </p:nvSpPr>
        <p:spPr>
          <a:xfrm>
            <a:off x="623888" y="1424783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orbel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" type="body"/>
          </p:nvPr>
        </p:nvSpPr>
        <p:spPr>
          <a:xfrm>
            <a:off x="623888" y="3824554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1" name="Google Shape;41;p27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28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9"/>
          <p:cNvSpPr txBox="1"/>
          <p:nvPr>
            <p:ph type="title"/>
          </p:nvPr>
        </p:nvSpPr>
        <p:spPr>
          <a:xfrm>
            <a:off x="629841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" type="body"/>
          </p:nvPr>
        </p:nvSpPr>
        <p:spPr>
          <a:xfrm>
            <a:off x="629842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29"/>
          <p:cNvSpPr txBox="1"/>
          <p:nvPr>
            <p:ph idx="2" type="body"/>
          </p:nvPr>
        </p:nvSpPr>
        <p:spPr>
          <a:xfrm>
            <a:off x="629842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3" type="body"/>
          </p:nvPr>
        </p:nvSpPr>
        <p:spPr>
          <a:xfrm>
            <a:off x="4629151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6" name="Google Shape;56;p29"/>
          <p:cNvSpPr txBox="1"/>
          <p:nvPr>
            <p:ph idx="4" type="body"/>
          </p:nvPr>
        </p:nvSpPr>
        <p:spPr>
          <a:xfrm>
            <a:off x="4629151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29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0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30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rbel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31"/>
          <p:cNvSpPr/>
          <p:nvPr>
            <p:ph idx="2" type="pic"/>
          </p:nvPr>
        </p:nvSpPr>
        <p:spPr>
          <a:xfrm>
            <a:off x="3887391" y="822856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1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31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32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/>
          <p:nvPr>
            <p:ph type="title"/>
          </p:nvPr>
        </p:nvSpPr>
        <p:spPr>
          <a:xfrm rot="5400000">
            <a:off x="5107951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" type="body"/>
          </p:nvPr>
        </p:nvSpPr>
        <p:spPr>
          <a:xfrm rot="5400000">
            <a:off x="1107376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33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orbel"/>
              <a:buNone/>
              <a:defRPr b="0" i="0" sz="3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a imagem contendo Ícone"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37799" y="-427973"/>
            <a:ext cx="9619599" cy="6413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F3919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4532425" y="748953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5" name="Google Shape;95;p2"/>
          <p:cNvSpPr txBox="1"/>
          <p:nvPr>
            <p:ph type="title"/>
          </p:nvPr>
        </p:nvSpPr>
        <p:spPr>
          <a:xfrm>
            <a:off x="629840" y="1615334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lang="pt-BR" sz="3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POWERPOINT</a:t>
            </a:r>
            <a:endParaRPr/>
          </a:p>
        </p:txBody>
      </p:sp>
      <p:pic>
        <p:nvPicPr>
          <p:cNvPr descr="Logotipo&#10;&#10;O conteúdo gerado por IA pode estar incorreto." id="96" name="Google Shape;96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5378" y="1498750"/>
            <a:ext cx="2549400" cy="27174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>
            <p:ph idx="2" type="body"/>
          </p:nvPr>
        </p:nvSpPr>
        <p:spPr>
          <a:xfrm>
            <a:off x="629853" y="2580875"/>
            <a:ext cx="39027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50" y="-175275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O POWERPOINT?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237658" y="1099239"/>
            <a:ext cx="86688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Explicando de Forma Simples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PowerPoint é um programa do computador usado para criar apresentações com slides!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 faz parte do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Pacote Office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também tem o Word e o Excel.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ótimo para mostrar ideias, histórias ou trabalhos usando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imagens, textos, músicas e animações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ele, suas apresentações ficam muito mais legais e fáceis de entender!</a:t>
            </a:r>
            <a:endParaRPr sz="1100"/>
          </a:p>
        </p:txBody>
      </p:sp>
      <p:sp>
        <p:nvSpPr>
          <p:cNvPr id="104" name="Google Shape;104;p3"/>
          <p:cNvSpPr txBox="1"/>
          <p:nvPr/>
        </p:nvSpPr>
        <p:spPr>
          <a:xfrm>
            <a:off x="237657" y="2768339"/>
            <a:ext cx="40116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 o PowerPoint?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ele você pode: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Contar uma história com imagens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Mostrar um trabalho de escola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um álbum de fotos animado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Fazer um jogo simples ou quiz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Apresentar algo para a turma ou para outras pessoas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487594" y="2768622"/>
            <a:ext cx="4418700" cy="22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Arquivo do PowerPoint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.PPT – Apresentação comum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.PPS – Apresentação que abre direto na tela cheia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.PPTX – Versão mais nova, com mais recursos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Curiosidade: Mesmo que o computador não tenha o PowerPoint instalado, dá pra abrir usando um programa chamado PowerPoint Viewer ou outros parecidos, como o Impress (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Impress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É como o PowerPoint, mas gratuito e vem no LibreOffice...)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ABRIR O POWERPOINT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335890" y="1263041"/>
            <a:ext cx="3466500" cy="28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botão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(aquele com a janelinha do Windows no canto da tela)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barra de pesquisa, digite: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PowerPoint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aparecer o ícone, clique nele!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Assim que abrir, vai aparecer uma tela com várias opções de modelos.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a opção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“Apresentação em Branco”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é ótima pra começar do zero e soltar a criatividade!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terface gráfica do usuário, Aplicativo, PowerPoint&#10;&#10;O conteúdo gerado por IA pode estar incorreto." id="112" name="Google Shape;1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0259" y="1263043"/>
            <a:ext cx="4640903" cy="3717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CONHECENDO AS GUIAS DO POWERPOINT</a:t>
            </a:r>
            <a:endParaRPr b="1" sz="1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219688" y="1187563"/>
            <a:ext cx="8520900" cy="40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guias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PowerPoint são como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caixinhas de ferramentas mágicas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ajudam a deixar a apresentação mais bonita, organizada e cheia de efeitos!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conhecer cada uma delas: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PÁGINA INICIAL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Temos disponíveis todas as ferramentas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formatação dos slides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Novo slide 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Escolher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(onde fica o título, imagem, texto...)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Deixar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colorido ou maior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Organizar os objetos (como mudar de lugar uma imagem ou uma caixa de texto)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Essa guia você usa o tempo todo!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guia Inserir tem disponível ferramentas de: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Inserção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imagens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gráficos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músicas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muito mais!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você quer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adicionar algo novo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seu slide, é aqui que você vai.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Imagine que essa guia é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baú de surpresas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apresentação!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CONHECENDO AS GUIAS DO POWERPOINT</a:t>
            </a:r>
            <a:endParaRPr b="1" sz="1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311585" y="1148220"/>
            <a:ext cx="8520900" cy="28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onde você escolhe: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estilo dos slides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principais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apresentação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usar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tema prontinho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o seu próprio!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Essa guia é o salão de beleza do seu slide: é aqui que ele fica estiloso!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TRANSIÇÕES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onde você coloca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efeitos especiais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entre um slide e outro.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Deslizar, girar, sumir e aparecer... tudo com estilo!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Lembra da cortina que abre no teatro? Essas transições são assim, só que no mundo digital!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CONHECENDO AS GUIAS DO POWERPOINT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311585" y="1242163"/>
            <a:ext cx="85209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ANIMAÇÕES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 guia serve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dar movimento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aos itens do slide (texto, imagens, formas).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Fazer o texto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entrar com um pulo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Uma imagem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girar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uma apresentação que se mexe sozinha!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APRESENTAÇÃO DE SLIDES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aqui que você: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Inicia sua apresentação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Escolhe se quer apresentar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começo ou do slide atual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Faz ajustes 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modo como o slide vai aparecer pra turma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5924" y="2140195"/>
            <a:ext cx="2891691" cy="186155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7"/>
          <p:cNvSpPr txBox="1"/>
          <p:nvPr/>
        </p:nvSpPr>
        <p:spPr>
          <a:xfrm>
            <a:off x="6219189" y="4208584"/>
            <a:ext cx="19851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DÚVIDAS?</a:t>
            </a:r>
            <a:endParaRPr sz="31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CONHECENDO AS GUIAS DO POWERPOINT</a:t>
            </a:r>
            <a:endParaRPr b="1" sz="1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311585" y="1210848"/>
            <a:ext cx="8520900" cy="3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REVISÃO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 guia ajuda a: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Corrigir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erros de ortografia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Inserir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comentários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Mostrar Comentários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Traduzir palavras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 Essa guia é muito útil para fazer correções.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EXIBIÇÃO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Aqui você pode: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Mudar a forma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visualizar seus slides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Esconder ou mostrar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partes da tela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régua, grade ou anotações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como mudar o ângulo da câmera. Você vê seu slide de um jeito diferente!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OCULTAR E EXIBIR AS GUIAS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9"/>
          <p:cNvSpPr txBox="1"/>
          <p:nvPr/>
        </p:nvSpPr>
        <p:spPr>
          <a:xfrm>
            <a:off x="103340" y="1075150"/>
            <a:ext cx="5615100" cy="3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b="1" lang="pt-BR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ocultar</a:t>
            </a:r>
            <a:r>
              <a:rPr lang="pt-BR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 guias do PowerPoint você deve clicar na seta </a:t>
            </a:r>
            <a:r>
              <a:rPr b="1" lang="pt-BR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(apontando pra cima) </a:t>
            </a:r>
            <a:r>
              <a:rPr lang="pt-BR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 está disponível na parte inferior no final das guias, ou usar o atalho </a:t>
            </a:r>
            <a:r>
              <a:rPr b="1" lang="pt-BR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Ctlr + F1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exibir as guias você deve clicar no nome de algumas delas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deixar as guias </a:t>
            </a:r>
            <a:r>
              <a:rPr b="1" lang="pt-BR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sempre</a:t>
            </a:r>
            <a:r>
              <a:rPr lang="pt-BR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mostra você deve clicar no </a:t>
            </a:r>
            <a:r>
              <a:rPr b="1" lang="pt-BR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alfinete</a:t>
            </a:r>
            <a:r>
              <a:rPr lang="pt-BR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está disponível no canto inferior direito no final das guias</a:t>
            </a:r>
            <a:endParaRPr sz="1100"/>
          </a:p>
        </p:txBody>
      </p:sp>
      <p:pic>
        <p:nvPicPr>
          <p:cNvPr descr="Interface gráfica do usuário, Texto, Aplicativo&#10;&#10;O conteúdo gerado por IA pode estar incorreto." id="147" name="Google Shape;1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7669" y="1075152"/>
            <a:ext cx="2190906" cy="19860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ce gráfica do usuário, Aplicativo, Tabela&#10;&#10;O conteúdo gerado por IA pode estar incorreto." id="148" name="Google Shape;148;p9"/>
          <p:cNvPicPr preferRelativeResize="0"/>
          <p:nvPr/>
        </p:nvPicPr>
        <p:blipFill rotWithShape="1">
          <a:blip r:embed="rId4">
            <a:alphaModFix/>
          </a:blip>
          <a:srcRect b="7058" l="0" r="0" t="0"/>
          <a:stretch/>
        </p:blipFill>
        <p:spPr>
          <a:xfrm>
            <a:off x="6249847" y="3407148"/>
            <a:ext cx="2486544" cy="220673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9"/>
          <p:cNvSpPr/>
          <p:nvPr/>
        </p:nvSpPr>
        <p:spPr>
          <a:xfrm>
            <a:off x="7240460" y="2770148"/>
            <a:ext cx="1108500" cy="11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7240460" y="5340708"/>
            <a:ext cx="1108500" cy="11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DIGITANDO TEXTOS NOS SLIDES</a:t>
            </a:r>
            <a:endParaRPr b="1" sz="1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0"/>
          <p:cNvSpPr txBox="1"/>
          <p:nvPr/>
        </p:nvSpPr>
        <p:spPr>
          <a:xfrm>
            <a:off x="177730" y="1314896"/>
            <a:ext cx="3360300" cy="3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digitar um texto no PowerPoint o usuário deve selecionar uma das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das caixas de texto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já aparecem no slide.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(Aquela que diz: </a:t>
            </a: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"Clique para adicionar um título"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por exemplo.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Quer adicionar mais texto? Vá na guia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“Inserir” → “Caixa de Texto”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clique no slide e escreva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Siga o exemplo ao lado para digitar no slide.</a:t>
            </a:r>
            <a:endParaRPr sz="1100"/>
          </a:p>
        </p:txBody>
      </p:sp>
      <p:pic>
        <p:nvPicPr>
          <p:cNvPr descr="Interface gráfica do usuário, Texto, Aplicativo, PowerPoint&#10;&#10;O conteúdo gerado por IA pode estar incorreto." id="158" name="Google Shape;1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2669" y="1462367"/>
            <a:ext cx="5431519" cy="3264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FORMATAR TEXTOS NOS SLIDES</a:t>
            </a:r>
            <a:endParaRPr b="1" sz="1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1"/>
          <p:cNvSpPr txBox="1"/>
          <p:nvPr/>
        </p:nvSpPr>
        <p:spPr>
          <a:xfrm>
            <a:off x="357393" y="1044833"/>
            <a:ext cx="3867600" cy="43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formatar o texto:</a:t>
            </a:r>
            <a:endParaRPr sz="1100"/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AutoNum type="arabicPeriod"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texto com o mouse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(é só clicar e arrastar em cima dele)</a:t>
            </a:r>
            <a:endParaRPr sz="1100"/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AutoNum type="arabicPeriod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guia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Página Inicial</a:t>
            </a:r>
            <a:endParaRPr sz="1100"/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AutoNum type="arabicPeriod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as ferramentas dos grupos Fonte e Parágrafo.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pode:</a:t>
            </a:r>
            <a:endParaRPr sz="1100"/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Mudar a cor, o tamanho e o tipo da letra</a:t>
            </a:r>
            <a:endParaRPr sz="1100"/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Deixar em negrito, itálico, sublinhado</a:t>
            </a:r>
            <a:endParaRPr sz="1100"/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Alinhar o texto à esquerda, no centro ou à direita</a:t>
            </a:r>
            <a:endParaRPr sz="1100"/>
          </a:p>
        </p:txBody>
      </p:sp>
      <p:pic>
        <p:nvPicPr>
          <p:cNvPr id="166" name="Google Shape;166;p11"/>
          <p:cNvPicPr preferRelativeResize="0"/>
          <p:nvPr/>
        </p:nvPicPr>
        <p:blipFill rotWithShape="1">
          <a:blip r:embed="rId3">
            <a:alphaModFix/>
          </a:blip>
          <a:srcRect b="85358" l="19837" r="47145" t="3930"/>
          <a:stretch/>
        </p:blipFill>
        <p:spPr>
          <a:xfrm>
            <a:off x="4994745" y="2191589"/>
            <a:ext cx="3923770" cy="113150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1"/>
          <p:cNvSpPr txBox="1"/>
          <p:nvPr/>
        </p:nvSpPr>
        <p:spPr>
          <a:xfrm>
            <a:off x="4505852" y="3461483"/>
            <a:ext cx="8268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NEGRITO</a:t>
            </a:r>
            <a:endParaRPr sz="12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" name="Google Shape;168;p11"/>
          <p:cNvSpPr txBox="1"/>
          <p:nvPr/>
        </p:nvSpPr>
        <p:spPr>
          <a:xfrm>
            <a:off x="4718065" y="3693102"/>
            <a:ext cx="8268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ITÁLICO</a:t>
            </a:r>
            <a:endParaRPr sz="12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11"/>
          <p:cNvSpPr txBox="1"/>
          <p:nvPr/>
        </p:nvSpPr>
        <p:spPr>
          <a:xfrm>
            <a:off x="4649627" y="4024407"/>
            <a:ext cx="11400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SUBLINHADO</a:t>
            </a:r>
            <a:endParaRPr sz="12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11"/>
          <p:cNvSpPr txBox="1"/>
          <p:nvPr/>
        </p:nvSpPr>
        <p:spPr>
          <a:xfrm>
            <a:off x="4963802" y="4256025"/>
            <a:ext cx="1140000" cy="5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SOMBRA DE TEXTO</a:t>
            </a:r>
            <a:endParaRPr sz="12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11"/>
          <p:cNvSpPr txBox="1"/>
          <p:nvPr/>
        </p:nvSpPr>
        <p:spPr>
          <a:xfrm>
            <a:off x="4806339" y="1558088"/>
            <a:ext cx="8268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FONTE</a:t>
            </a:r>
            <a:endParaRPr sz="12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11"/>
          <p:cNvSpPr txBox="1"/>
          <p:nvPr/>
        </p:nvSpPr>
        <p:spPr>
          <a:xfrm>
            <a:off x="5476333" y="1391733"/>
            <a:ext cx="9567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TAMANHO DA FONTE</a:t>
            </a:r>
            <a:endParaRPr sz="12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11"/>
          <p:cNvSpPr txBox="1"/>
          <p:nvPr/>
        </p:nvSpPr>
        <p:spPr>
          <a:xfrm>
            <a:off x="6295127" y="937567"/>
            <a:ext cx="7917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AUMENTAR E DIMINUIR FONTE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" name="Google Shape;174;p11"/>
          <p:cNvSpPr txBox="1"/>
          <p:nvPr/>
        </p:nvSpPr>
        <p:spPr>
          <a:xfrm>
            <a:off x="7221557" y="1043588"/>
            <a:ext cx="9567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LIMPAR FORMATAÇÃO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p11"/>
          <p:cNvSpPr txBox="1"/>
          <p:nvPr/>
        </p:nvSpPr>
        <p:spPr>
          <a:xfrm>
            <a:off x="5887202" y="4510025"/>
            <a:ext cx="11400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TACHADO</a:t>
            </a:r>
            <a:endParaRPr sz="12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6239327" y="4040723"/>
            <a:ext cx="16383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ESPAÇAMENTO DE CARACTERES</a:t>
            </a:r>
            <a:endParaRPr sz="12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6308383" y="3461692"/>
            <a:ext cx="1543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MAIÚSCULAS E MINÚSCULAS</a:t>
            </a:r>
            <a:endParaRPr sz="12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7226279" y="3223987"/>
            <a:ext cx="12720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COR DA FONTE</a:t>
            </a:r>
            <a:endParaRPr sz="12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9" name="Google Shape;179;p11"/>
          <p:cNvCxnSpPr/>
          <p:nvPr/>
        </p:nvCxnSpPr>
        <p:spPr>
          <a:xfrm flipH="1">
            <a:off x="7027259" y="1495610"/>
            <a:ext cx="267300" cy="901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0" name="Google Shape;180;p11"/>
          <p:cNvCxnSpPr/>
          <p:nvPr/>
        </p:nvCxnSpPr>
        <p:spPr>
          <a:xfrm>
            <a:off x="6451784" y="1476203"/>
            <a:ext cx="51600" cy="920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1" name="Google Shape;181;p11"/>
          <p:cNvCxnSpPr/>
          <p:nvPr/>
        </p:nvCxnSpPr>
        <p:spPr>
          <a:xfrm flipH="1">
            <a:off x="6758840" y="1303593"/>
            <a:ext cx="132600" cy="1105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2" name="Google Shape;182;p11"/>
          <p:cNvCxnSpPr/>
          <p:nvPr/>
        </p:nvCxnSpPr>
        <p:spPr>
          <a:xfrm>
            <a:off x="6022634" y="1856351"/>
            <a:ext cx="97200" cy="534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3" name="Google Shape;183;p11"/>
          <p:cNvCxnSpPr/>
          <p:nvPr/>
        </p:nvCxnSpPr>
        <p:spPr>
          <a:xfrm>
            <a:off x="5134831" y="1844629"/>
            <a:ext cx="240900" cy="546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4" name="Google Shape;184;p11"/>
          <p:cNvCxnSpPr/>
          <p:nvPr/>
        </p:nvCxnSpPr>
        <p:spPr>
          <a:xfrm rot="10800000">
            <a:off x="6956574" y="2982339"/>
            <a:ext cx="345000" cy="511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5" name="Google Shape;185;p11"/>
          <p:cNvCxnSpPr/>
          <p:nvPr/>
        </p:nvCxnSpPr>
        <p:spPr>
          <a:xfrm rot="10800000">
            <a:off x="6503185" y="2942483"/>
            <a:ext cx="122700" cy="519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6" name="Google Shape;186;p11"/>
          <p:cNvCxnSpPr/>
          <p:nvPr/>
        </p:nvCxnSpPr>
        <p:spPr>
          <a:xfrm rot="10800000">
            <a:off x="6214428" y="2982231"/>
            <a:ext cx="80700" cy="1080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7" name="Google Shape;187;p11"/>
          <p:cNvCxnSpPr>
            <a:stCxn id="170" idx="3"/>
          </p:cNvCxnSpPr>
          <p:nvPr/>
        </p:nvCxnSpPr>
        <p:spPr>
          <a:xfrm rot="10800000">
            <a:off x="5990102" y="2941575"/>
            <a:ext cx="113700" cy="160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8" name="Google Shape;188;p11"/>
          <p:cNvCxnSpPr/>
          <p:nvPr/>
        </p:nvCxnSpPr>
        <p:spPr>
          <a:xfrm rot="10800000">
            <a:off x="5789702" y="2942325"/>
            <a:ext cx="0" cy="1313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9" name="Google Shape;189;p11"/>
          <p:cNvCxnSpPr/>
          <p:nvPr/>
        </p:nvCxnSpPr>
        <p:spPr>
          <a:xfrm flipH="1" rot="10800000">
            <a:off x="5512737" y="2942333"/>
            <a:ext cx="84300" cy="112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0" name="Google Shape;190;p11"/>
          <p:cNvCxnSpPr/>
          <p:nvPr/>
        </p:nvCxnSpPr>
        <p:spPr>
          <a:xfrm rot="10800000">
            <a:off x="5375683" y="2942383"/>
            <a:ext cx="0" cy="77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1" name="Google Shape;191;p11"/>
          <p:cNvCxnSpPr/>
          <p:nvPr/>
        </p:nvCxnSpPr>
        <p:spPr>
          <a:xfrm rot="10800000">
            <a:off x="5166758" y="2942439"/>
            <a:ext cx="0" cy="551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LAYOUT DO SLIDE</a:t>
            </a:r>
            <a:endParaRPr b="1" sz="1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142181" y="1022604"/>
            <a:ext cx="5594700" cy="44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Os layouts são os modelos de como as informações ficaram divididas antes de implementá-las.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Acesse a Guia Página Inicial&gt;&gt; Layout do Slide. 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Ao clicar em </a:t>
            </a:r>
            <a:r>
              <a:rPr b="1"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Layout do slide </a:t>
            </a: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irá abrir uma aba para que você possa escolher o Layout de sua preferência.</a:t>
            </a:r>
            <a:endParaRPr sz="1100"/>
          </a:p>
        </p:txBody>
      </p:sp>
      <p:pic>
        <p:nvPicPr>
          <p:cNvPr id="199" name="Google Shape;199;p12"/>
          <p:cNvPicPr preferRelativeResize="0"/>
          <p:nvPr/>
        </p:nvPicPr>
        <p:blipFill rotWithShape="1">
          <a:blip r:embed="rId3">
            <a:alphaModFix/>
          </a:blip>
          <a:srcRect b="59321" l="12013" r="58634" t="3708"/>
          <a:stretch/>
        </p:blipFill>
        <p:spPr>
          <a:xfrm>
            <a:off x="5847449" y="1327122"/>
            <a:ext cx="3084394" cy="3453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EXIBIR E FECHAR APRESENTAÇÃO</a:t>
            </a:r>
            <a:endParaRPr sz="1100"/>
          </a:p>
        </p:txBody>
      </p:sp>
      <p:sp>
        <p:nvSpPr>
          <p:cNvPr id="206" name="Google Shape;206;p13"/>
          <p:cNvSpPr txBox="1"/>
          <p:nvPr/>
        </p:nvSpPr>
        <p:spPr>
          <a:xfrm>
            <a:off x="529581" y="1043139"/>
            <a:ext cx="28329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Exibindo sua apresentação</a:t>
            </a:r>
            <a:endParaRPr sz="1100"/>
          </a:p>
        </p:txBody>
      </p:sp>
      <p:sp>
        <p:nvSpPr>
          <p:cNvPr id="207" name="Google Shape;207;p13"/>
          <p:cNvSpPr txBox="1"/>
          <p:nvPr/>
        </p:nvSpPr>
        <p:spPr>
          <a:xfrm>
            <a:off x="529576" y="1453396"/>
            <a:ext cx="5613000" cy="19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fazer a apresentação dos slides o usuário deve ir até a guia Apresentação de Slides escolha uma das opções: 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começo: começa desde o primeiro slide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slide atual: começa de onde você está Ou, se quiser fazer rapidinho: Aperte a tecla F5 no teclado!</a:t>
            </a:r>
            <a:endParaRPr sz="1100"/>
          </a:p>
        </p:txBody>
      </p:sp>
      <p:pic>
        <p:nvPicPr>
          <p:cNvPr id="208" name="Google Shape;208;p13"/>
          <p:cNvPicPr preferRelativeResize="0"/>
          <p:nvPr/>
        </p:nvPicPr>
        <p:blipFill rotWithShape="1">
          <a:blip r:embed="rId3">
            <a:alphaModFix/>
          </a:blip>
          <a:srcRect b="78573" l="0" r="87065" t="0"/>
          <a:stretch/>
        </p:blipFill>
        <p:spPr>
          <a:xfrm>
            <a:off x="6572843" y="1363243"/>
            <a:ext cx="1710899" cy="25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3"/>
          <p:cNvSpPr txBox="1"/>
          <p:nvPr/>
        </p:nvSpPr>
        <p:spPr>
          <a:xfrm>
            <a:off x="529580" y="3379138"/>
            <a:ext cx="50451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rmAutofit fontScale="4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Fechando a apresentação (sem fechar o programa!)</a:t>
            </a:r>
            <a:endParaRPr sz="1100"/>
          </a:p>
        </p:txBody>
      </p:sp>
      <p:sp>
        <p:nvSpPr>
          <p:cNvPr id="210" name="Google Shape;210;p13"/>
          <p:cNvSpPr txBox="1"/>
          <p:nvPr/>
        </p:nvSpPr>
        <p:spPr>
          <a:xfrm>
            <a:off x="529566" y="3882625"/>
            <a:ext cx="5838900" cy="14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Após iniciar uma apresentação o usuário pode ver algum erro e querer editar ou pode simplesmente querer fechar a apresentação.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fechar a apresentação no PowerPoint sem fechar o programa o usuário pode ir passando os slides até acabar a apresentação ou pode clicar na tecla Esc (primeira tecla do teclado)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SALVAR APRESENTAÇÃO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322114" y="1646668"/>
            <a:ext cx="3769800" cy="3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salva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uma apresentação o usuário deve ir até a guia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selecionar a opção:</a:t>
            </a:r>
            <a:endParaRPr sz="1100"/>
          </a:p>
          <a:p>
            <a:pPr indent="-177800" lvl="1" marL="1778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Salvar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-&gt; Para salvar a apresentação na primeira vez ou salvar alguma alteração</a:t>
            </a:r>
            <a:endParaRPr sz="1100"/>
          </a:p>
          <a:p>
            <a:pPr indent="-177800" lvl="1" marL="1778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Salvar Como 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 para salvar alguma alteração com outro nome ou fazer uma cópia da apresentação</a:t>
            </a:r>
            <a:endParaRPr sz="1100"/>
          </a:p>
        </p:txBody>
      </p:sp>
      <p:pic>
        <p:nvPicPr>
          <p:cNvPr id="218" name="Google Shape;218;p14"/>
          <p:cNvPicPr preferRelativeResize="0"/>
          <p:nvPr/>
        </p:nvPicPr>
        <p:blipFill rotWithShape="1">
          <a:blip r:embed="rId3">
            <a:alphaModFix/>
          </a:blip>
          <a:srcRect b="63510" l="0" r="87879" t="0"/>
          <a:stretch/>
        </p:blipFill>
        <p:spPr>
          <a:xfrm>
            <a:off x="6486825" y="1646667"/>
            <a:ext cx="1226739" cy="3282916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6300000" dist="123825">
              <a:srgbClr val="000000">
                <a:alpha val="49803"/>
              </a:srgbClr>
            </a:outerShdw>
          </a:effectLst>
        </p:spPr>
      </p:pic>
      <p:pic>
        <p:nvPicPr>
          <p:cNvPr id="219" name="Google Shape;219;p14"/>
          <p:cNvPicPr preferRelativeResize="0"/>
          <p:nvPr/>
        </p:nvPicPr>
        <p:blipFill rotWithShape="1">
          <a:blip r:embed="rId4">
            <a:alphaModFix/>
          </a:blip>
          <a:srcRect b="87730" l="0" r="91778" t="0"/>
          <a:stretch/>
        </p:blipFill>
        <p:spPr>
          <a:xfrm>
            <a:off x="4307510" y="2492136"/>
            <a:ext cx="1748128" cy="2319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REDEFININDO SLIDE</a:t>
            </a:r>
            <a:endParaRPr sz="1100"/>
          </a:p>
        </p:txBody>
      </p:sp>
      <p:sp>
        <p:nvSpPr>
          <p:cNvPr id="226" name="Google Shape;226;p15"/>
          <p:cNvSpPr txBox="1"/>
          <p:nvPr/>
        </p:nvSpPr>
        <p:spPr>
          <a:xfrm>
            <a:off x="558543" y="1232958"/>
            <a:ext cx="3895800" cy="41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Redefinir slides </a:t>
            </a: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PowerPoint é um processo simples e rápido, mas que poucas pessoas conhecem.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</a:rPr>
              <a:t> </a:t>
            </a: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guia Página Inicial, no grupo Slides você encontra a opção Redefinir.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</a:rPr>
              <a:t> </a:t>
            </a: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redefinição do slide só traz o texto ao formato padrão. Todavia, ela não modifica layout.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</a:rPr>
              <a:t> </a:t>
            </a: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Caso você tenha trocado de layout, este permanece realmente o último modelo que você escolheu.</a:t>
            </a:r>
            <a:endParaRPr sz="1100"/>
          </a:p>
        </p:txBody>
      </p:sp>
      <p:pic>
        <p:nvPicPr>
          <p:cNvPr id="227" name="Google Shape;227;p15"/>
          <p:cNvPicPr preferRelativeResize="0"/>
          <p:nvPr/>
        </p:nvPicPr>
        <p:blipFill rotWithShape="1">
          <a:blip r:embed="rId3">
            <a:alphaModFix/>
          </a:blip>
          <a:srcRect b="82798" l="10194" r="78657" t="0"/>
          <a:stretch/>
        </p:blipFill>
        <p:spPr>
          <a:xfrm>
            <a:off x="5160766" y="1311584"/>
            <a:ext cx="2932890" cy="402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EXCLUINDO SLIDE</a:t>
            </a:r>
            <a:endParaRPr sz="1100"/>
          </a:p>
        </p:txBody>
      </p:sp>
      <p:sp>
        <p:nvSpPr>
          <p:cNvPr id="234" name="Google Shape;234;p16"/>
          <p:cNvSpPr txBox="1"/>
          <p:nvPr/>
        </p:nvSpPr>
        <p:spPr>
          <a:xfrm>
            <a:off x="242607" y="1546333"/>
            <a:ext cx="4774200" cy="3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pt-BR" sz="1500">
                <a:solidFill>
                  <a:schemeClr val="dk1"/>
                </a:solidFill>
              </a:rPr>
              <a:t>  </a:t>
            </a: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criar uma apresentação o usuário pode querer </a:t>
            </a:r>
            <a:r>
              <a:rPr b="1"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excluir</a:t>
            </a: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slide,e não precisa entrar em desespero, dá pra excluir um slide </a:t>
            </a:r>
            <a:r>
              <a:rPr b="1"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 precisar fechar toda a apresentação</a:t>
            </a: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perder tudo.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pt-BR" sz="1500">
                <a:solidFill>
                  <a:schemeClr val="dk1"/>
                </a:solidFill>
              </a:rPr>
              <a:t>  </a:t>
            </a: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b="1"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excluir</a:t>
            </a: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slide, na barra lateral onde tem as miniaturas, clique com o botão direito do mouse sobre o slide que deseja excluir, e nas opções do menu selecione </a:t>
            </a:r>
            <a:r>
              <a:rPr b="1"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Excluir slide</a:t>
            </a:r>
            <a:endParaRPr sz="1100"/>
          </a:p>
        </p:txBody>
      </p:sp>
      <p:pic>
        <p:nvPicPr>
          <p:cNvPr id="235" name="Google Shape;235;p16"/>
          <p:cNvPicPr preferRelativeResize="0"/>
          <p:nvPr/>
        </p:nvPicPr>
        <p:blipFill rotWithShape="1">
          <a:blip r:embed="rId3">
            <a:alphaModFix/>
          </a:blip>
          <a:srcRect b="37378" l="0" r="66034" t="0"/>
          <a:stretch/>
        </p:blipFill>
        <p:spPr>
          <a:xfrm>
            <a:off x="5544700" y="1546330"/>
            <a:ext cx="2156605" cy="3534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7"/>
          <p:cNvSpPr txBox="1"/>
          <p:nvPr/>
        </p:nvSpPr>
        <p:spPr>
          <a:xfrm>
            <a:off x="369356" y="1149292"/>
            <a:ext cx="4206300" cy="43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uma apresentação no PowerPoint com no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máximo 4 slides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1: 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 com o título, seu nome e, se quiser, uma imagem ou ilustração.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Slides 2 a 4: 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tema de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SEU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interrese, 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Ex: 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(sua história, seus gostos, hobbies, sonhos, Série, Livros ou Desenho).</a:t>
            </a:r>
            <a:r>
              <a:rPr lang="pt-BR" sz="1300">
                <a:solidFill>
                  <a:schemeClr val="dk1"/>
                </a:solidFill>
              </a:rPr>
              <a:t> 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Fale sobre um assunto que você domina.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textos curtos, imagens, formas para deixar a apresentação visualmente interessante.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Capriche no design: escolha uma fonte legível, boas cores e alinhe bem os elementos.</a:t>
            </a:r>
            <a:endParaRPr sz="1100"/>
          </a:p>
        </p:txBody>
      </p:sp>
      <p:pic>
        <p:nvPicPr>
          <p:cNvPr id="243" name="Google Shape;2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6222" y="2123365"/>
            <a:ext cx="4206314" cy="2405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7"/>
          <p:cNvSpPr txBox="1"/>
          <p:nvPr/>
        </p:nvSpPr>
        <p:spPr>
          <a:xfrm>
            <a:off x="6145407" y="1815588"/>
            <a:ext cx="907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GUIA DESIGN</a:t>
            </a:r>
            <a:endParaRPr sz="1100"/>
          </a:p>
        </p:txBody>
      </p:sp>
      <p:sp>
        <p:nvSpPr>
          <p:cNvPr id="251" name="Google Shape;251;p18"/>
          <p:cNvSpPr txBox="1"/>
          <p:nvPr/>
        </p:nvSpPr>
        <p:spPr>
          <a:xfrm>
            <a:off x="35925" y="1301261"/>
            <a:ext cx="9029700" cy="42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guia </a:t>
            </a:r>
            <a:r>
              <a:rPr b="1" lang="pt-BR" sz="1700">
                <a:solidFill>
                  <a:schemeClr val="dk1"/>
                </a:solidFill>
              </a:rPr>
              <a:t>Design</a:t>
            </a:r>
            <a:r>
              <a:rPr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PowerPoint existem </a:t>
            </a:r>
            <a:r>
              <a:rPr b="1" lang="pt-BR" sz="1700">
                <a:solidFill>
                  <a:schemeClr val="dk1"/>
                </a:solidFill>
              </a:rPr>
              <a:t>temas já predefinidos para aplicamos no slides</a:t>
            </a:r>
            <a:r>
              <a:rPr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Esses temas além de possuírem o plano de fundo já personalizado, também tem o esquema de fonte também já programada. 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clicar na Guia Design, e vamos analisar os tipos de Designers existentes no PowerPoint. Passando o Mouse por cima do Design você terá uma prévia de como vai ficar o slide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clicar no Design, todos os slides são modificados com a mesma estrutura. 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Caso queira aplicar um Design diferente para cada slide, primeiramente podemos escolher o tipo de Design diferente, e em seguida clicar com o botão direito do mouse no Design, e depois clicar em aplicar aos slides selecionados.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9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GUIA DESIGN</a:t>
            </a:r>
            <a:endParaRPr b="1" sz="1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-3699873" y="845271"/>
            <a:ext cx="81027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rmAutofit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orbel"/>
              <a:buNone/>
            </a:pPr>
            <a:r>
              <a:t/>
            </a:r>
            <a:endParaRPr sz="3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157606" y="949890"/>
            <a:ext cx="6150000" cy="46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Ainda na guia Design temos disponível o grupo Personalizar, onde podemos escolher o tamanho do slide ou formatar o plano de fundo.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clicar na opção formatar plano de fundo um menu lateral irá abrir para que você selecione como quer alterar esse plano de fundo, e conforme você vai selecionando as opções o menu muda.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80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Caso você queria mudar o plano de fundo de todos os slides, ao fazer as alterações clique na opção “aplicar a tudo”, se não, feche o menu e as alterações se aplicarão apenas ao slide selecionado</a:t>
            </a:r>
            <a:endParaRPr sz="1100"/>
          </a:p>
        </p:txBody>
      </p:sp>
      <p:pic>
        <p:nvPicPr>
          <p:cNvPr id="260" name="Google Shape;260;p19"/>
          <p:cNvPicPr preferRelativeResize="0"/>
          <p:nvPr/>
        </p:nvPicPr>
        <p:blipFill rotWithShape="1">
          <a:blip r:embed="rId3">
            <a:alphaModFix/>
          </a:blip>
          <a:srcRect b="29193" l="69805" r="0" t="13202"/>
          <a:stretch/>
        </p:blipFill>
        <p:spPr>
          <a:xfrm>
            <a:off x="6383936" y="1899780"/>
            <a:ext cx="2487923" cy="2292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VARIANTES, VOLTANDO A GUIA PÁGINA INICIAL</a:t>
            </a:r>
            <a:endParaRPr b="1" sz="1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351994" y="1361979"/>
            <a:ext cx="5177400" cy="40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Ainda na guia Design temos o grupo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Variantes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nesse grupo nós podemos alterar as cores, fontes, efeitos, e estilos de plano de fundo de um slide.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guia Página Inicial nós temos o grupo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desenho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dentro desse grupo nós temos a opção Estilos Rápidos, que servem para alterar a fonte e cor de uma caixa de texto.</a:t>
            </a:r>
            <a:endParaRPr sz="1100"/>
          </a:p>
        </p:txBody>
      </p:sp>
      <p:pic>
        <p:nvPicPr>
          <p:cNvPr id="268" name="Google Shape;268;p20"/>
          <p:cNvPicPr preferRelativeResize="0"/>
          <p:nvPr/>
        </p:nvPicPr>
        <p:blipFill rotWithShape="1">
          <a:blip r:embed="rId3">
            <a:alphaModFix/>
          </a:blip>
          <a:srcRect b="74242" l="52062" r="14887" t="0"/>
          <a:stretch/>
        </p:blipFill>
        <p:spPr>
          <a:xfrm>
            <a:off x="5778038" y="1182689"/>
            <a:ext cx="2867645" cy="1843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0"/>
          <p:cNvPicPr preferRelativeResize="0"/>
          <p:nvPr/>
        </p:nvPicPr>
        <p:blipFill rotWithShape="1">
          <a:blip r:embed="rId4">
            <a:alphaModFix/>
          </a:blip>
          <a:srcRect b="50347" l="66931" r="2" t="0"/>
          <a:stretch/>
        </p:blipFill>
        <p:spPr>
          <a:xfrm>
            <a:off x="6403933" y="3259200"/>
            <a:ext cx="1830131" cy="2266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r>
              <a:rPr lang="pt-BR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sz="14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70650" y="1138750"/>
            <a:ext cx="91440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que você já aprendeu a montar um slide, inserir imagens, mudar o fundo e usar efeitos.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Desafio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Crie uma apresentação de até 8 slides sobre qualquer tema que você goste muito!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ser: Um animal que você acha legal, um jogo que adora jogar, um lugar que sonha visitar,  um artista, um personagem, uma história inventada ou até algo que você criou!</a:t>
            </a:r>
            <a:endParaRPr sz="1100"/>
          </a:p>
        </p:txBody>
      </p:sp>
      <p:sp>
        <p:nvSpPr>
          <p:cNvPr id="277" name="Google Shape;277;p21"/>
          <p:cNvSpPr txBox="1"/>
          <p:nvPr/>
        </p:nvSpPr>
        <p:spPr>
          <a:xfrm>
            <a:off x="633008" y="3519983"/>
            <a:ext cx="78780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</a:rPr>
              <a:t>O que sua apresentação deve ter:  </a:t>
            </a:r>
            <a:endParaRPr b="1" sz="1200">
              <a:solidFill>
                <a:schemeClr val="dk1"/>
              </a:solidFill>
            </a:endParaRPr>
          </a:p>
          <a:p>
            <a:pPr indent="-152400" lvl="0" marL="139700" marR="0" rtl="0" algn="l">
              <a:lnSpc>
                <a:spcPct val="15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de capa 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(com título e seu nome)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39700" marR="0" rtl="0" algn="l">
              <a:lnSpc>
                <a:spcPct val="15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Slides com Texto: 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explicando o tema,</a:t>
            </a:r>
            <a:endParaRPr sz="1400"/>
          </a:p>
          <a:p>
            <a:pPr indent="-152400" lvl="0" marL="139700" marR="0" rtl="0" algn="l">
              <a:lnSpc>
                <a:spcPct val="15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Imagens 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relacionadas ,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Curiosidade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s.</a:t>
            </a:r>
            <a:endParaRPr sz="14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Azul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2025-04-13T23:18:40Z</dcterms:created>
  <dc:creator>leo Souza</dc:creator>
</cp:coreProperties>
</file>