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715000" cx="9144000"/>
  <p:notesSz cx="6858000" cy="9144000"/>
  <p:embeddedFontLst>
    <p:embeddedFont>
      <p:font typeface="Corbel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Corbel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orbel-italic.fntdata"/><Relationship Id="rId14" Type="http://schemas.openxmlformats.org/officeDocument/2006/relationships/font" Target="fonts/Corbel-bold.fntdata"/><Relationship Id="rId16" Type="http://schemas.openxmlformats.org/officeDocument/2006/relationships/font" Target="fonts/Corbel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0ba25f573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50ba25f573_0_2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0ba25f573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50ba25f573_0_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0ba25f573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50ba25f573_0_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0ba25f573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50ba25f573_0_3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rbel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3887391" y="822856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2" name="Google Shape;22;p3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orbel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623888" y="1424783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orbel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623888" y="3824554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629841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629842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2" type="body"/>
          </p:nvPr>
        </p:nvSpPr>
        <p:spPr>
          <a:xfrm>
            <a:off x="629842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3" type="body"/>
          </p:nvPr>
        </p:nvSpPr>
        <p:spPr>
          <a:xfrm>
            <a:off x="4629151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6" name="Google Shape;56;p8"/>
          <p:cNvSpPr txBox="1"/>
          <p:nvPr>
            <p:ph idx="4" type="body"/>
          </p:nvPr>
        </p:nvSpPr>
        <p:spPr>
          <a:xfrm>
            <a:off x="4629151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rbel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887391" y="822856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5107951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107376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orbel"/>
              <a:buNone/>
              <a:defRPr b="0" i="0" sz="3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a imagem contendo Ícone"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7799" y="-427973"/>
            <a:ext cx="9619599" cy="6413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3919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4532425" y="748953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" name="Google Shape;95;p14"/>
          <p:cNvSpPr txBox="1"/>
          <p:nvPr>
            <p:ph type="title"/>
          </p:nvPr>
        </p:nvSpPr>
        <p:spPr>
          <a:xfrm>
            <a:off x="629840" y="1615334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lang="pt-BR" sz="3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POWERPOINT</a:t>
            </a:r>
            <a:endParaRPr/>
          </a:p>
        </p:txBody>
      </p:sp>
      <p:pic>
        <p:nvPicPr>
          <p:cNvPr descr="Logotipo&#10;&#10;O conteúdo gerado por IA pode estar incorreto." id="96" name="Google Shape;96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6624" y="1478850"/>
            <a:ext cx="2586900" cy="27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>
            <p:ph idx="2" type="body"/>
          </p:nvPr>
        </p:nvSpPr>
        <p:spPr>
          <a:xfrm>
            <a:off x="629852" y="2580875"/>
            <a:ext cx="36213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sz="1100"/>
          </a:p>
        </p:txBody>
      </p:sp>
      <p:sp>
        <p:nvSpPr>
          <p:cNvPr id="103" name="Google Shape;103;p15"/>
          <p:cNvSpPr/>
          <p:nvPr/>
        </p:nvSpPr>
        <p:spPr>
          <a:xfrm>
            <a:off x="159707" y="1035826"/>
            <a:ext cx="8671200" cy="44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Título: "Minha Apresentação de Vida!"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Trabalhar de forma mais completa as ferramentas básicas do PowerPoint: criação de slides, uso de imagens, textos, animações, transições e tema visual.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Descrição da Tarefa: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Crie uma apresentação sobre você, com pelo menos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a 8 slides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incluindo:</a:t>
            </a:r>
            <a:endParaRPr sz="1100"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1 – Capa: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Nome, idade.</a:t>
            </a:r>
            <a:endParaRPr sz="1100"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2 – Quem sou eu?: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Escreva um pequeno texto com uma apresentação pessoal.</a:t>
            </a:r>
            <a:endParaRPr sz="1100"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3 – Minhas paixões: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Liste ou mostre com imagens 3 coisas que você ama (ex: futebol, música, games, animais…).</a:t>
            </a:r>
            <a:endParaRPr sz="1100"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4 – Um momento especial: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Conte (com texto) sobre um momento marcante ou feliz da sua vida.</a:t>
            </a:r>
            <a:endParaRPr sz="1100"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5 – Meu futuro: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que você quer ser quando crescer? Quais são seus sonhos? </a:t>
            </a:r>
            <a:r>
              <a:rPr lang="pt-BR">
                <a:solidFill>
                  <a:schemeClr val="dk1"/>
                </a:solidFill>
              </a:rPr>
              <a:t>metas?</a:t>
            </a:r>
            <a:endParaRPr sz="1100"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6 – Curiosidades sobre mim: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Liste 3 curiosidades engraçadas ou legais sobre você.</a:t>
            </a:r>
            <a:endParaRPr sz="1100"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7 – Agradecimento ou frase final: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Finalize com uma frase que te representa.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Requisitos: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Personalizar seus slides em um padrão criando um tema.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Aplicar pelo menos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transições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diferentes.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animações em texto e imagens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Utilizar diferentes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slide.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Salvar e Apresentar ao Professor.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- Criando um Mapa Mental no PowerPoin</a:t>
            </a:r>
            <a:r>
              <a:rPr b="1" lang="pt-BR" sz="2200">
                <a:solidFill>
                  <a:schemeClr val="lt1"/>
                </a:solidFill>
              </a:rPr>
              <a:t>t</a:t>
            </a:r>
            <a:endParaRPr sz="1100"/>
          </a:p>
        </p:txBody>
      </p:sp>
      <p:sp>
        <p:nvSpPr>
          <p:cNvPr id="109" name="Google Shape;109;p16"/>
          <p:cNvSpPr txBox="1"/>
          <p:nvPr/>
        </p:nvSpPr>
        <p:spPr>
          <a:xfrm>
            <a:off x="247586" y="1106465"/>
            <a:ext cx="84801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0" name="Google Shape;110;p16"/>
          <p:cNvSpPr txBox="1"/>
          <p:nvPr/>
        </p:nvSpPr>
        <p:spPr>
          <a:xfrm>
            <a:off x="316669" y="1254125"/>
            <a:ext cx="8341800" cy="27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pt-BR" sz="1900">
                <a:solidFill>
                  <a:schemeClr val="dk1"/>
                </a:solidFill>
              </a:rPr>
              <a:t>1.</a:t>
            </a:r>
            <a:r>
              <a:rPr lang="pt-BR" sz="1900">
                <a:solidFill>
                  <a:schemeClr val="dk1"/>
                </a:solidFill>
              </a:rPr>
              <a:t> Crie uma apresentação com apenas 1 slide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pt-BR" sz="1900">
                <a:solidFill>
                  <a:schemeClr val="dk1"/>
                </a:solidFill>
              </a:rPr>
              <a:t>2.</a:t>
            </a:r>
            <a:r>
              <a:rPr lang="pt-BR" sz="1900">
                <a:solidFill>
                  <a:schemeClr val="dk1"/>
                </a:solidFill>
              </a:rPr>
              <a:t> No centro do slide, insira uma forma (pode ser uma elipse ou retângulo arredondado) com o tít</a:t>
            </a:r>
            <a:r>
              <a:rPr lang="pt-BR" sz="1900">
                <a:solidFill>
                  <a:schemeClr val="dk1"/>
                </a:solidFill>
              </a:rPr>
              <a:t>ulo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pt-BR" sz="1900">
                <a:solidFill>
                  <a:schemeClr val="dk1"/>
                </a:solidFill>
              </a:rPr>
              <a:t>3.</a:t>
            </a:r>
            <a:r>
              <a:rPr lang="pt-BR" sz="1900">
                <a:solidFill>
                  <a:schemeClr val="dk1"/>
                </a:solidFill>
              </a:rPr>
              <a:t> A partir do título central, crie ramificações (usando linhas ou setas) para os principais tópicos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0" y="0"/>
            <a:ext cx="9144000" cy="9501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- Criando um Mapa Mental no PowerPoin</a:t>
            </a:r>
            <a:r>
              <a:rPr b="1" lang="pt-BR" sz="2200">
                <a:solidFill>
                  <a:schemeClr val="lt1"/>
                </a:solidFill>
              </a:rPr>
              <a:t>t</a:t>
            </a:r>
            <a:endParaRPr sz="1100"/>
          </a:p>
        </p:txBody>
      </p:sp>
      <p:sp>
        <p:nvSpPr>
          <p:cNvPr id="116" name="Google Shape;116;p17"/>
          <p:cNvSpPr txBox="1"/>
          <p:nvPr/>
        </p:nvSpPr>
        <p:spPr>
          <a:xfrm>
            <a:off x="247586" y="1106465"/>
            <a:ext cx="84801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7" name="Google Shape;117;p17"/>
          <p:cNvSpPr txBox="1"/>
          <p:nvPr/>
        </p:nvSpPr>
        <p:spPr>
          <a:xfrm>
            <a:off x="457200" y="1254125"/>
            <a:ext cx="8229600" cy="25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</a:rPr>
              <a:t>Utilize formas: </a:t>
            </a:r>
            <a:r>
              <a:rPr lang="pt-BR" sz="1600">
                <a:solidFill>
                  <a:schemeClr val="dk1"/>
                </a:solidFill>
              </a:rPr>
              <a:t>diferentes para organizar os tópicos e sub-tópicos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pt-BR" sz="1600">
                <a:solidFill>
                  <a:schemeClr val="dk1"/>
                </a:solidFill>
              </a:rPr>
              <a:t>(exemplo: oval para principais e quadrados para sub-tópicos).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</a:rPr>
              <a:t>Aplique: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pt-BR" sz="1600">
                <a:solidFill>
                  <a:schemeClr val="dk1"/>
                </a:solidFill>
              </a:rPr>
              <a:t>Cores diferentes para cada categoria de informações;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pt-BR" sz="1600">
                <a:solidFill>
                  <a:schemeClr val="dk1"/>
                </a:solidFill>
              </a:rPr>
              <a:t>Estilos de linhas variados (cheias, tracejadas) para diferenciar tipos de ligações;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pt-BR" sz="1600">
                <a:solidFill>
                  <a:schemeClr val="dk1"/>
                </a:solidFill>
              </a:rPr>
              <a:t>Ícones ou imagens pequenas (opcional) para enriquecer visualmente o mapa.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</a:rPr>
              <a:t>Capriche na organização visual</a:t>
            </a:r>
            <a:r>
              <a:rPr lang="pt-BR" sz="1600">
                <a:solidFill>
                  <a:schemeClr val="dk1"/>
                </a:solidFill>
              </a:rPr>
              <a:t>: o mapa deve estar claro, limpo e fácil de entender.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/>
          <p:nvPr/>
        </p:nvSpPr>
        <p:spPr>
          <a:xfrm>
            <a:off x="0" y="0"/>
            <a:ext cx="9144000" cy="9501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</a:rPr>
              <a:t>EXEMPLOS</a:t>
            </a:r>
            <a:endParaRPr sz="1100"/>
          </a:p>
        </p:txBody>
      </p:sp>
      <p:sp>
        <p:nvSpPr>
          <p:cNvPr id="123" name="Google Shape;123;p18"/>
          <p:cNvSpPr txBox="1"/>
          <p:nvPr/>
        </p:nvSpPr>
        <p:spPr>
          <a:xfrm>
            <a:off x="247586" y="1106465"/>
            <a:ext cx="84801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4" name="Google Shape;124;p18"/>
          <p:cNvSpPr txBox="1"/>
          <p:nvPr/>
        </p:nvSpPr>
        <p:spPr>
          <a:xfrm>
            <a:off x="385763" y="1285875"/>
            <a:ext cx="8341800" cy="4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875" y="1106475"/>
            <a:ext cx="7782250" cy="41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/>
          <p:nvPr/>
        </p:nvSpPr>
        <p:spPr>
          <a:xfrm>
            <a:off x="0" y="0"/>
            <a:ext cx="9144000" cy="9501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</a:rPr>
              <a:t>EXEMPLOS</a:t>
            </a:r>
            <a:endParaRPr sz="1100"/>
          </a:p>
        </p:txBody>
      </p:sp>
      <p:sp>
        <p:nvSpPr>
          <p:cNvPr id="131" name="Google Shape;131;p19"/>
          <p:cNvSpPr txBox="1"/>
          <p:nvPr/>
        </p:nvSpPr>
        <p:spPr>
          <a:xfrm>
            <a:off x="247586" y="1106465"/>
            <a:ext cx="84801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2" name="Google Shape;132;p19"/>
          <p:cNvSpPr txBox="1"/>
          <p:nvPr/>
        </p:nvSpPr>
        <p:spPr>
          <a:xfrm>
            <a:off x="385763" y="1285875"/>
            <a:ext cx="8341800" cy="4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919" y="1106458"/>
            <a:ext cx="8158163" cy="4549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/>
          <p:nvPr/>
        </p:nvSpPr>
        <p:spPr>
          <a:xfrm>
            <a:off x="0" y="0"/>
            <a:ext cx="9144000" cy="9501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</a:rPr>
              <a:t>EXEMPLOS</a:t>
            </a:r>
            <a:endParaRPr sz="1100"/>
          </a:p>
        </p:txBody>
      </p:sp>
      <p:sp>
        <p:nvSpPr>
          <p:cNvPr id="139" name="Google Shape;139;p20"/>
          <p:cNvSpPr txBox="1"/>
          <p:nvPr/>
        </p:nvSpPr>
        <p:spPr>
          <a:xfrm>
            <a:off x="247586" y="1106465"/>
            <a:ext cx="84801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0" name="Google Shape;140;p20"/>
          <p:cNvSpPr txBox="1"/>
          <p:nvPr/>
        </p:nvSpPr>
        <p:spPr>
          <a:xfrm>
            <a:off x="385763" y="1285875"/>
            <a:ext cx="8341800" cy="4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400" y="1285875"/>
            <a:ext cx="6553200" cy="36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Azul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