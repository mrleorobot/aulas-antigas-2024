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715000" cx="9144000"/>
  <p:notesSz cx="6858000" cy="9144000"/>
  <p:embeddedFontLst>
    <p:embeddedFont>
      <p:font typeface="Corbel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iSiJ2qJtW7cJU3qKuRvFd6XO1f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rbel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Corbel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Corbel-italic.fntdata"/><Relationship Id="rId6" Type="http://schemas.openxmlformats.org/officeDocument/2006/relationships/slide" Target="slides/slide2.xml"/><Relationship Id="rId18" Type="http://schemas.openxmlformats.org/officeDocument/2006/relationships/font" Target="fonts/Corbel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rbel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body"/>
          </p:nvPr>
        </p:nvSpPr>
        <p:spPr>
          <a:xfrm>
            <a:off x="3887391" y="822856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8" name="Google Shape;18;p15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7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Corbel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9" name="Google Shape;29;p17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8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 txBox="1"/>
          <p:nvPr>
            <p:ph type="title"/>
          </p:nvPr>
        </p:nvSpPr>
        <p:spPr>
          <a:xfrm>
            <a:off x="623888" y="1424783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Corbel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" type="body"/>
          </p:nvPr>
        </p:nvSpPr>
        <p:spPr>
          <a:xfrm>
            <a:off x="623888" y="3824554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41" name="Google Shape;41;p19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p20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1"/>
          <p:cNvSpPr txBox="1"/>
          <p:nvPr>
            <p:ph type="title"/>
          </p:nvPr>
        </p:nvSpPr>
        <p:spPr>
          <a:xfrm>
            <a:off x="629841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" type="body"/>
          </p:nvPr>
        </p:nvSpPr>
        <p:spPr>
          <a:xfrm>
            <a:off x="629842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21"/>
          <p:cNvSpPr txBox="1"/>
          <p:nvPr>
            <p:ph idx="2" type="body"/>
          </p:nvPr>
        </p:nvSpPr>
        <p:spPr>
          <a:xfrm>
            <a:off x="629842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3" type="body"/>
          </p:nvPr>
        </p:nvSpPr>
        <p:spPr>
          <a:xfrm>
            <a:off x="4629151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6" name="Google Shape;56;p21"/>
          <p:cNvSpPr txBox="1"/>
          <p:nvPr>
            <p:ph idx="4" type="body"/>
          </p:nvPr>
        </p:nvSpPr>
        <p:spPr>
          <a:xfrm>
            <a:off x="4629151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2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22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rbel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23"/>
          <p:cNvSpPr/>
          <p:nvPr>
            <p:ph idx="2" type="pic"/>
          </p:nvPr>
        </p:nvSpPr>
        <p:spPr>
          <a:xfrm>
            <a:off x="3887391" y="822856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3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23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/>
          <p:nvPr>
            <p:ph type="title"/>
          </p:nvPr>
        </p:nvSpPr>
        <p:spPr>
          <a:xfrm rot="5400000">
            <a:off x="5107951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" type="body"/>
          </p:nvPr>
        </p:nvSpPr>
        <p:spPr>
          <a:xfrm rot="5400000">
            <a:off x="1107376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orbel"/>
              <a:buNone/>
              <a:defRPr b="0" i="0" sz="3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F3919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4532425" y="748953"/>
            <a:ext cx="3795300" cy="4217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0" name="Google Shape;90;p1"/>
          <p:cNvSpPr txBox="1"/>
          <p:nvPr>
            <p:ph type="title"/>
          </p:nvPr>
        </p:nvSpPr>
        <p:spPr>
          <a:xfrm>
            <a:off x="629840" y="1615334"/>
            <a:ext cx="30945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b="1" lang="en-US" sz="3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POWERPOINT</a:t>
            </a:r>
            <a:endParaRPr/>
          </a:p>
        </p:txBody>
      </p:sp>
      <p:pic>
        <p:nvPicPr>
          <p:cNvPr descr="Logotipo&#10;&#10;O conteúdo gerado por IA pode estar incorreto." id="91" name="Google Shape;91;p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6089" y="1382277"/>
            <a:ext cx="2768100" cy="295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>
            <p:ph idx="2" type="body"/>
          </p:nvPr>
        </p:nvSpPr>
        <p:spPr>
          <a:xfrm>
            <a:off x="629851" y="2580875"/>
            <a:ext cx="32007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b="1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1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– PARTE 1</a:t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1"/>
          <p:cNvSpPr txBox="1"/>
          <p:nvPr/>
        </p:nvSpPr>
        <p:spPr>
          <a:xfrm>
            <a:off x="332812" y="952899"/>
            <a:ext cx="85287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Apresentação no PowerPoint: Praias do Nordeste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Criar uma apresentação no PowerPoint com formatação, imagens, animações e transições, explorando o tema das praias do Nordeste brasileiro.</a:t>
            </a:r>
            <a:endParaRPr sz="1100"/>
          </a:p>
        </p:txBody>
      </p:sp>
      <p:sp>
        <p:nvSpPr>
          <p:cNvPr id="99" name="Google Shape;99;p11"/>
          <p:cNvSpPr txBox="1"/>
          <p:nvPr/>
        </p:nvSpPr>
        <p:spPr>
          <a:xfrm>
            <a:off x="332812" y="2138853"/>
            <a:ext cx="54444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Instruções: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Você deverá criar uma apresentação com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mínimo 6 slides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conforme o modelo a seguir</a:t>
            </a:r>
            <a:endParaRPr sz="1100"/>
          </a:p>
        </p:txBody>
      </p:sp>
      <p:sp>
        <p:nvSpPr>
          <p:cNvPr id="100" name="Google Shape;100;p11"/>
          <p:cNvSpPr txBox="1"/>
          <p:nvPr/>
        </p:nvSpPr>
        <p:spPr>
          <a:xfrm>
            <a:off x="332812" y="3093975"/>
            <a:ext cx="73269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1 – Capa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Título: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Praias do Nordeste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Adicione um plano de fundo relacionado ao tema (praia, litoral, sol, etc.).</a:t>
            </a:r>
            <a:endParaRPr sz="1100"/>
          </a:p>
        </p:txBody>
      </p:sp>
      <p:sp>
        <p:nvSpPr>
          <p:cNvPr id="101" name="Google Shape;101;p11"/>
          <p:cNvSpPr txBox="1"/>
          <p:nvPr/>
        </p:nvSpPr>
        <p:spPr>
          <a:xfrm>
            <a:off x="332812" y="4049097"/>
            <a:ext cx="68058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2 – Introdução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Título: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Apresentação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Texto: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"Essa apresentação irá relatar sobre as praias mais importantes e visitadas no Nordeste do Brasil, praias paradisíacas, principais pontos turísticos, e os pontos mais visitados no litoral nordestino."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– PARTE 2</a:t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2"/>
          <p:cNvSpPr txBox="1"/>
          <p:nvPr/>
        </p:nvSpPr>
        <p:spPr>
          <a:xfrm>
            <a:off x="334599" y="961416"/>
            <a:ext cx="85911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3 – Principais Praias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Título: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Principais Praias do Nordeste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Texto (use marcadores):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Praia de Boa Viagem – PE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Praia de Porto de Galinhas – PE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Barra Grande – BA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Ponta Negra – RN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Pirangi – RN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Praia de Pipa – RN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Praia de Gaibu – PE</a:t>
            </a:r>
            <a:endParaRPr sz="1100"/>
          </a:p>
        </p:txBody>
      </p:sp>
      <p:sp>
        <p:nvSpPr>
          <p:cNvPr id="108" name="Google Shape;108;p12"/>
          <p:cNvSpPr txBox="1"/>
          <p:nvPr/>
        </p:nvSpPr>
        <p:spPr>
          <a:xfrm>
            <a:off x="334599" y="3178673"/>
            <a:ext cx="85701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4 – Galeria de Imagens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Título: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Imagens das Praias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Insira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fotos ou imagens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representando as praias citadas no slide anterior. Organize bem no layout.</a:t>
            </a:r>
            <a:endParaRPr sz="1100"/>
          </a:p>
        </p:txBody>
      </p:sp>
      <p:sp>
        <p:nvSpPr>
          <p:cNvPr id="109" name="Google Shape;109;p12"/>
          <p:cNvSpPr txBox="1"/>
          <p:nvPr/>
        </p:nvSpPr>
        <p:spPr>
          <a:xfrm>
            <a:off x="334599" y="4100921"/>
            <a:ext cx="85701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5 – Praia de Boa Viagem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Texto: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"Considerada uma das praias mais limpas do litoral brasileiro, é conhecida pela sua quantidade de turistas. Localizada no bairro de Boa Viagem, se torna um dos cartões postais de Pernambuco. Reconhecida por ser a praia mais movimentada e com grande quantidade de turistas do Nordeste."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Observação: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Utilize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fotos no plano de fundo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relacionadas à Praia de Boa Viagem.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– PARTE 3</a:t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3"/>
          <p:cNvSpPr txBox="1"/>
          <p:nvPr/>
        </p:nvSpPr>
        <p:spPr>
          <a:xfrm>
            <a:off x="439922" y="1303009"/>
            <a:ext cx="80430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6 – Porto de Galinhas e Gaibu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Texto: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"As duas praias são bastante distintas.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Praia de Porto de Galinhas, localizada em Ipojuca, é grande responsável pela estada de vários turistas no bairro e na vila. Destaca-se pelos restaurantes e hotéis que dão conforto aos visitantes.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Praia de Gaibu, localizada no Cabo de Santo Agostinho, é ideal para descanso, com bares e música ao vivo que relaxam os visitantes."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Observação: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Aplique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imagens das duas praias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 slide.</a:t>
            </a:r>
            <a:endParaRPr sz="1100"/>
          </a:p>
        </p:txBody>
      </p:sp>
      <p:sp>
        <p:nvSpPr>
          <p:cNvPr id="116" name="Google Shape;116;p13"/>
          <p:cNvSpPr txBox="1"/>
          <p:nvPr/>
        </p:nvSpPr>
        <p:spPr>
          <a:xfrm>
            <a:off x="439922" y="3430818"/>
            <a:ext cx="83340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Requisitos Técnicos: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Aplique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formatação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nos textos (negrito, itálico, cores, tamanhos, centralização).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 plano de fundo diferente ou temático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nos slides.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Aplique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animações nos textos e imagens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(varie os tipos de animação).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Aplique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transições diferentes em cada slide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Exiba a apresentação ao professor ao finalizar.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BOTÕES DE AÇÃO</a:t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471267" y="1263631"/>
            <a:ext cx="8391300" cy="28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são Botões de Ação?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botões de ação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são elementos interativos que você pode inserir nos slides da sua apresentação para executar comandos automáticos, como: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Ir para o próximo slide;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Voltar ao slide anterior;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Ir para um slide específico;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Executar um programa;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Abrir um site;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Tocar um som;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Iniciar um vídeo ou uma animação.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Eles são muito úteis para apresentações que vão funcionar de forma automática ou para criar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apresentações interativas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como quizzes, menus navegáveis e exposições.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COMO INSERIR UM BOTÃO DE AÇÃO:</a:t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344657" y="1162589"/>
            <a:ext cx="8517900" cy="16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Passo a passo:</a:t>
            </a:r>
            <a:endParaRPr sz="1100"/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Vá até a guia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Inserir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(ou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Página Inicial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dependendo da versão).</a:t>
            </a:r>
            <a:endParaRPr sz="1100"/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Formas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 parte de baixo do menu de formas, localize a seção chamada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Botões de Ação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(geralmente é a última linha de ícones).</a:t>
            </a:r>
            <a:endParaRPr sz="1100"/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Selecione o botão desejado (ex: voltar, avançar, início, som, etc.).</a:t>
            </a:r>
            <a:endParaRPr sz="1100"/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e arraste no slide para desenhar o botão no tamanho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344657" y="3068059"/>
            <a:ext cx="85182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Configurando a ação do botão: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Assim que você desenhar o botão, abrirá uma janela com opções como: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lang="en-US" sz="1400"/>
              <a:t>Hyperlink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escolha se ele vai levar para outro slide, para o próximo, anterior, fim da apresentação, etc.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Executar programa: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você pode escolher abrir um aplicativo do seu computador.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Executar macro: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tiver uma macro criada, ela pode ser acionada por esse botão.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Ação de objeto: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usado quando você insere objetos como arquivos ou planilhas.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Tocar som: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selecione um som para tocar quando o botão for ativado.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INSERIR TABELA NO POWERPOINT</a:t>
            </a:r>
            <a:endParaRPr sz="1100"/>
          </a:p>
        </p:txBody>
      </p:sp>
      <p:sp>
        <p:nvSpPr>
          <p:cNvPr id="135" name="Google Shape;135;p5"/>
          <p:cNvSpPr txBox="1"/>
          <p:nvPr/>
        </p:nvSpPr>
        <p:spPr>
          <a:xfrm>
            <a:off x="735932" y="1430418"/>
            <a:ext cx="74115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Escolha do tipo de acionamento: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do mouse: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ação só ocorre quando clicamos no botão.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Mover o mouse sobre: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ação ocorre quando o ponteiro do mouse passa sobre o botão.</a:t>
            </a:r>
            <a:endParaRPr sz="1100"/>
          </a:p>
        </p:txBody>
      </p:sp>
      <p:sp>
        <p:nvSpPr>
          <p:cNvPr id="136" name="Google Shape;136;p5"/>
          <p:cNvSpPr txBox="1"/>
          <p:nvPr/>
        </p:nvSpPr>
        <p:spPr>
          <a:xfrm>
            <a:off x="735932" y="2733843"/>
            <a:ext cx="76821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Observações importantes: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Você pode inserir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vários botões de ação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em uma mesma apresentação, mas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preste atenção ao configurar cada um deles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não gerar confusão.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apresentações com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navegação interativa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organize os botões com clareza e de forma lógica para o público.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ÁLBUM DE </a:t>
            </a:r>
            <a:r>
              <a:rPr b="1" lang="en-US" sz="2200">
                <a:solidFill>
                  <a:schemeClr val="lt1"/>
                </a:solidFill>
              </a:rPr>
              <a:t>FOTOGRAFÍAS</a:t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350943" y="1342170"/>
            <a:ext cx="7758300" cy="21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é o Álbum de Fotografias?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Álbum de Fotografias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é um recurso especial do PowerPoint que permite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criar apresentações automáticas com várias imagens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ideal para eventos, homenagens, portfólios, exposições de fotos ou recordações especiais. Com ele, o usuário pode:</a:t>
            </a:r>
            <a:endParaRPr sz="1100"/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Inserir várias imagens de uma vez;</a:t>
            </a:r>
            <a:endParaRPr sz="1100"/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Adicionar legendas às fotos;</a:t>
            </a:r>
            <a:endParaRPr sz="1100"/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Alterar o layout de cada slide;</a:t>
            </a:r>
            <a:endParaRPr sz="1100"/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Aplicar temas personalizados;</a:t>
            </a:r>
            <a:endParaRPr sz="1100"/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Fazer ajustes simples nas imagens diretamente no programa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ÁLBUM DE FOTOGRAFIAS</a:t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 txBox="1"/>
          <p:nvPr/>
        </p:nvSpPr>
        <p:spPr>
          <a:xfrm>
            <a:off x="289163" y="1294513"/>
            <a:ext cx="8183100" cy="30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Passo a passo para criar um Álbum de Fotografias: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Acesse a guia Inserir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na Faixa de Opções.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Álbum de Fotografias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 caixa de diálogo que vai aparecer, clique em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Arquivo/Disco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Selecione as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fotos desejadas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estão no seu computador e clique em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Inserir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 volta à caixa de diálogo, você pode:</a:t>
            </a:r>
            <a:endParaRPr sz="1100"/>
          </a:p>
          <a:p>
            <a:pPr indent="-177800" lvl="1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Mover a ordem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das imagens;</a:t>
            </a:r>
            <a:endParaRPr sz="1100"/>
          </a:p>
          <a:p>
            <a:pPr indent="-177800" lvl="1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Remover fotos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indesejadas;</a:t>
            </a:r>
            <a:endParaRPr sz="1100"/>
          </a:p>
          <a:p>
            <a:pPr indent="-177800" lvl="1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Adicionar texto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ou legenda;</a:t>
            </a:r>
            <a:endParaRPr sz="1100"/>
          </a:p>
          <a:p>
            <a:pPr indent="-177800" lvl="1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Modificar o layout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exibição;</a:t>
            </a:r>
            <a:endParaRPr sz="1100"/>
          </a:p>
          <a:p>
            <a:pPr indent="-177800" lvl="1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Aplicar um tema pronto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à apresentação.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Após ajustar tudo como preferir, clique em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PowerPoint irá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gerar automaticamente a apresentação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uma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nova guia será aberta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 opções exclusivas para o álbum.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INSERIR MÚSICAS E SONS NO POWERPOINT</a:t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8"/>
          <p:cNvSpPr txBox="1"/>
          <p:nvPr/>
        </p:nvSpPr>
        <p:spPr>
          <a:xfrm>
            <a:off x="715879" y="1140774"/>
            <a:ext cx="76020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Você pode inserir músicas ou sons em sua apresentação para torná-la mais envolvente. É possível configurar o áudio para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tocar automaticamente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 segundo plano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apenas quando clicado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55" name="Google Shape;155;p8"/>
          <p:cNvSpPr txBox="1"/>
          <p:nvPr/>
        </p:nvSpPr>
        <p:spPr>
          <a:xfrm>
            <a:off x="715879" y="2087704"/>
            <a:ext cx="73311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Passo a passo para inserir um áudio: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Abra a guia Inserir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na faixa de opções;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na opção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Áudio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(ícone de alto-falante);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Escolha uma das opções disponíveis:</a:t>
            </a:r>
            <a:endParaRPr sz="1100"/>
          </a:p>
          <a:p>
            <a:pPr indent="-177800" lvl="1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Áudio em Meu PC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escolha um arquivo salvo no computador;</a:t>
            </a:r>
            <a:endParaRPr sz="1100"/>
          </a:p>
          <a:p>
            <a:pPr indent="-177800" lvl="1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Gravar Áudio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grave sua própria narração ou música;</a:t>
            </a:r>
            <a:endParaRPr sz="1100"/>
          </a:p>
          <a:p>
            <a:pPr indent="-177800" lvl="1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Áudio Online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se disponível na sua versão.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Selecione o arquivo de áudio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desejado;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ícone de som aparecerá no slide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esse é o player do áudio.</a:t>
            </a:r>
            <a:endParaRPr sz="1100"/>
          </a:p>
        </p:txBody>
      </p:sp>
      <p:sp>
        <p:nvSpPr>
          <p:cNvPr id="156" name="Google Shape;156;p8"/>
          <p:cNvSpPr txBox="1"/>
          <p:nvPr/>
        </p:nvSpPr>
        <p:spPr>
          <a:xfrm>
            <a:off x="715879" y="4460595"/>
            <a:ext cx="63186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Executar o áudio: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que o som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inicie automaticamente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continue pelos slides, clique no ícone do áudio e vá até a guia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Reprodução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Marque a opção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Executar em Segundo Plano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INSERIR MÚSICAS E SONS NO POWERPOINT</a:t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635373" y="1144867"/>
            <a:ext cx="67638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Formatos compatíveis com PowerPoint: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Windows: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.aiff, .au, .mid, .midi, .mp3, .m4a, .mp4, .wav, .wma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MacOS: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.aiff, .au, .mp3, .mp4, .wav, .aac, .m4a, .caf, entre outros</a:t>
            </a:r>
            <a:endParaRPr sz="1100"/>
          </a:p>
        </p:txBody>
      </p:sp>
      <p:sp>
        <p:nvSpPr>
          <p:cNvPr id="163" name="Google Shape;163;p9"/>
          <p:cNvSpPr txBox="1"/>
          <p:nvPr/>
        </p:nvSpPr>
        <p:spPr>
          <a:xfrm>
            <a:off x="635373" y="2610970"/>
            <a:ext cx="80076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Dica extra: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quiser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músicas diferentes em slides diferentes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insira um novo áudio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diretamente no slide desejado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configure as opções na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guia Reprodução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OPÇÕES DE IMPRESSORA NO POWERPOINT</a:t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0"/>
          <p:cNvSpPr txBox="1"/>
          <p:nvPr/>
        </p:nvSpPr>
        <p:spPr>
          <a:xfrm>
            <a:off x="239944" y="1036875"/>
            <a:ext cx="8716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 muitas situações, é útil imprimir uma apresentação — seja como material de apoio para o público, seja para revisão pessoal. O PowerPoint oferece diversas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opções de impressão </a:t>
            </a:r>
            <a:r>
              <a:rPr b="1" lang="en-US" sz="1400"/>
              <a:t>personalizadas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70" name="Google Shape;170;p10"/>
          <p:cNvSpPr txBox="1"/>
          <p:nvPr/>
        </p:nvSpPr>
        <p:spPr>
          <a:xfrm>
            <a:off x="775364" y="1662599"/>
            <a:ext cx="6579000" cy="22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imprimir uma apresentação no PowerPoint: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Vá até a guia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Arquivo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Selecione a opção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Imprimir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Escolha 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impressora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deseja usar;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Personalize as configurações:</a:t>
            </a:r>
            <a:endParaRPr sz="1100"/>
          </a:p>
          <a:p>
            <a:pPr indent="-177800" lvl="1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Quantidade de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slides por página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/>
          </a:p>
          <a:p>
            <a:pPr indent="-177800" lvl="1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Orientação da página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(Retrato ou Paisagem);</a:t>
            </a:r>
            <a:endParaRPr sz="1100"/>
          </a:p>
          <a:p>
            <a:pPr indent="-177800" lvl="1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Impressão em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Colorido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Tons de Cinza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Preto e Branco puro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/>
          </a:p>
          <a:p>
            <a:pPr indent="-177800" lvl="1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Layout do folheto com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notas do orador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anotações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entre outros.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no botão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Imprimir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71" name="Google Shape;171;p10"/>
          <p:cNvSpPr txBox="1"/>
          <p:nvPr/>
        </p:nvSpPr>
        <p:spPr>
          <a:xfrm>
            <a:off x="775364" y="4135328"/>
            <a:ext cx="62175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imprimir slides específicos: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Após seguir os passos acima, clique na opção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"Imprimir todos os slides"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Selecione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"Intervalo personalizado"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Digite os números dos slides que deseja imprimir (ex: 1-3, 5, 7);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Imprimir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Azul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2025-04-13T23:18:40Z</dcterms:created>
  <dc:creator>leo Souza</dc:creator>
</cp:coreProperties>
</file>