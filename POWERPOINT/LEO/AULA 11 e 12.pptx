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715000" cx="9144000"/>
  <p:notesSz cx="6858000" cy="9144000"/>
  <p:embeddedFontLst>
    <p:embeddedFont>
      <p:font typeface="Corbel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wsW4Y1Ng8Mxg5SONvemogHGQQ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Corbel-italic.fntdata"/><Relationship Id="rId10" Type="http://schemas.openxmlformats.org/officeDocument/2006/relationships/font" Target="fonts/Corbel-bold.fntdata"/><Relationship Id="rId13" Type="http://customschemas.google.com/relationships/presentationmetadata" Target="metadata"/><Relationship Id="rId12" Type="http://schemas.openxmlformats.org/officeDocument/2006/relationships/font" Target="fonts/Corbel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Corbel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6"/>
          <p:cNvSpPr txBox="1"/>
          <p:nvPr>
            <p:ph idx="1" type="body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8" name="Google Shape;18;p6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6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9" name="Google Shape;29;p8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623888" y="1424783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orbel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623888" y="3824554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1" name="Google Shape;41;p10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type="title"/>
          </p:nvPr>
        </p:nvSpPr>
        <p:spPr>
          <a:xfrm>
            <a:off x="629841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629842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12"/>
          <p:cNvSpPr txBox="1"/>
          <p:nvPr>
            <p:ph idx="2" type="body"/>
          </p:nvPr>
        </p:nvSpPr>
        <p:spPr>
          <a:xfrm>
            <a:off x="629842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3" type="body"/>
          </p:nvPr>
        </p:nvSpPr>
        <p:spPr>
          <a:xfrm>
            <a:off x="4629151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12"/>
          <p:cNvSpPr txBox="1"/>
          <p:nvPr>
            <p:ph idx="4" type="body"/>
          </p:nvPr>
        </p:nvSpPr>
        <p:spPr>
          <a:xfrm>
            <a:off x="4629151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orbel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/>
          <p:nvPr>
            <p:ph idx="2" type="pic"/>
          </p:nvPr>
        </p:nvSpPr>
        <p:spPr>
          <a:xfrm>
            <a:off x="3887391" y="822856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14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 rot="5400000">
            <a:off x="5107951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 rot="5400000">
            <a:off x="1107376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628650" y="304273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orbel"/>
              <a:buNone/>
              <a:defRPr b="0" i="0" sz="3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6286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028950" y="5296960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457950" y="5296960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F3919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4532425" y="748953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" name="Google Shape;90;p1"/>
          <p:cNvSpPr txBox="1"/>
          <p:nvPr>
            <p:ph type="title"/>
          </p:nvPr>
        </p:nvSpPr>
        <p:spPr>
          <a:xfrm>
            <a:off x="629840" y="1615334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lang="pt-BR" sz="3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POWERPOINT</a:t>
            </a:r>
            <a:endParaRPr/>
          </a:p>
        </p:txBody>
      </p:sp>
      <p:pic>
        <p:nvPicPr>
          <p:cNvPr descr="Logotipo&#10;&#10;O conteúdo gerado por IA pode estar incorreto." id="91" name="Google Shape;91;p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6089" y="1382277"/>
            <a:ext cx="2768100" cy="295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>
            <p:ph idx="2" type="body"/>
          </p:nvPr>
        </p:nvSpPr>
        <p:spPr>
          <a:xfrm>
            <a:off x="629850" y="2580875"/>
            <a:ext cx="30945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218822" y="3006248"/>
            <a:ext cx="4313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lt1"/>
                </a:solidFill>
              </a:rPr>
              <a:t>PROJETO DE APRESENTAÇÃO </a:t>
            </a:r>
            <a:r>
              <a:rPr b="1" i="0" lang="pt-BR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- ATIVIDADE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33651" y="1109475"/>
            <a:ext cx="86769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Criando uma Apresentação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:Criar uma apresentação no PowerPoint</a:t>
            </a:r>
            <a:r>
              <a:rPr lang="pt-BR">
                <a:solidFill>
                  <a:schemeClr val="dk1"/>
                </a:solidFill>
              </a:rPr>
              <a:t>.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aluno aplicará tudo que aprendeu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uso de texto, imagens, transições, botões de ação e estrutura lógica.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133643" y="2269319"/>
            <a:ext cx="8444100" cy="30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>
                <a:solidFill>
                  <a:schemeClr val="dk1"/>
                </a:solidFill>
              </a:rPr>
              <a:t>EXEMPLO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INFORMÁTICA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EXEMPLO: 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Hardware</a:t>
            </a:r>
            <a:endParaRPr sz="1100"/>
          </a:p>
          <a:p>
            <a:pPr indent="-266700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Software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   Sistemas Operacionais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  História da Informática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  Evolução dos Computadores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  Tipos de Memória (RAM, ROM etc.)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7.    Armazenamento em Nuvem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8.    Redes de Computadores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9.    Segurança Digital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10.  Vírus e Antivírus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281354" y="1239207"/>
            <a:ext cx="8486400" cy="23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2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Estrutura da Apresentação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apresentação deve conter no mínimo 10 slides.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os tópicos abaixo como guia de conteúdo: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1 – Capa: Título, nomes, curso/turma.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2 – Introdução: O que é o tema?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3 – História ou Origem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4 ao 7 – Conceitos importantes (com texto explicativo)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8 – Dúvidas comuns (escreva 2 ou 3 perguntas + respostas)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9 – Curiosidades ou Aplicações na prática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Slide 10 – Conclusão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281354" y="3624475"/>
            <a:ext cx="45720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3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O que deve ter na apresentação: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Textos claros e objetivos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 relacionadas ao tema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Transições entre slides (Guia: Transições)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Botões de ação (Guia: Inserir &gt; Formas &gt; Ação)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Títulos bem visíveis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 e fontes bem escolhidas (sem poluição visual)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Ortografia correta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0" y="0"/>
            <a:ext cx="9144000" cy="949800"/>
          </a:xfrm>
          <a:prstGeom prst="rect">
            <a:avLst/>
          </a:prstGeom>
          <a:solidFill>
            <a:srgbClr val="BF3919"/>
          </a:solidFill>
          <a:ln cap="flat" cmpd="sng" w="19050">
            <a:solidFill>
              <a:srgbClr val="BF391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b="1" sz="2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76290" y="1104800"/>
            <a:ext cx="85848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4 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Apresentação Final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aluno irá: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Apresentar o trabalho no computador central da sala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Explicar os principais pontos do tema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Mostrar o uso das transições e botões na prática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Falar com naturalidade (pode usar o slide como apoio)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Azul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2025-04-13T23:18:40Z</dcterms:created>
  <dc:creator>leo Souza</dc:creator>
</cp:coreProperties>
</file>