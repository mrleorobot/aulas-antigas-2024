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715000" cx="9144000"/>
  <p:notesSz cx="6858000" cy="9144000"/>
  <p:embeddedFontLst>
    <p:embeddedFont>
      <p:font typeface="Raleway"/>
      <p:regular r:id="rId10"/>
      <p:bold r:id="rId11"/>
      <p:italic r:id="rId12"/>
      <p:boldItalic r:id="rId13"/>
    </p:embeddedFont>
    <p:embeddedFont>
      <p:font typeface="Corbel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hUPW2aq/pZF8xjToQbnXrUQm2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bold.fntdata"/><Relationship Id="rId10" Type="http://schemas.openxmlformats.org/officeDocument/2006/relationships/font" Target="fonts/Raleway-regular.fntdata"/><Relationship Id="rId13" Type="http://schemas.openxmlformats.org/officeDocument/2006/relationships/font" Target="fonts/Raleway-boldItalic.fntdata"/><Relationship Id="rId12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orbel-bold.fntdata"/><Relationship Id="rId14" Type="http://schemas.openxmlformats.org/officeDocument/2006/relationships/font" Target="fonts/Corbel-regular.fntdata"/><Relationship Id="rId17" Type="http://schemas.openxmlformats.org/officeDocument/2006/relationships/font" Target="fonts/Corbel-boldItalic.fntdata"/><Relationship Id="rId16" Type="http://schemas.openxmlformats.org/officeDocument/2006/relationships/font" Target="fonts/Corbel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rbel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body"/>
          </p:nvPr>
        </p:nvSpPr>
        <p:spPr>
          <a:xfrm>
            <a:off x="3887391" y="822856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8" name="Google Shape;18;p7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7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orbel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9" name="Google Shape;29;p9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623888" y="1424783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orbel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623888" y="3824554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1" name="Google Shape;41;p11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629841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629842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629842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3" type="body"/>
          </p:nvPr>
        </p:nvSpPr>
        <p:spPr>
          <a:xfrm>
            <a:off x="4629151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6" name="Google Shape;56;p13"/>
          <p:cNvSpPr txBox="1"/>
          <p:nvPr>
            <p:ph idx="4" type="body"/>
          </p:nvPr>
        </p:nvSpPr>
        <p:spPr>
          <a:xfrm>
            <a:off x="4629151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rbel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/>
          <p:nvPr>
            <p:ph idx="2" type="pic"/>
          </p:nvPr>
        </p:nvSpPr>
        <p:spPr>
          <a:xfrm>
            <a:off x="3887391" y="822856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 rot="5400000">
            <a:off x="5107951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 rot="5400000">
            <a:off x="1107376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orbel"/>
              <a:buNone/>
              <a:defRPr b="0" i="0" sz="3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3919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4532425" y="748953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0" name="Google Shape;90;p1"/>
          <p:cNvSpPr txBox="1"/>
          <p:nvPr>
            <p:ph type="title"/>
          </p:nvPr>
        </p:nvSpPr>
        <p:spPr>
          <a:xfrm>
            <a:off x="431065" y="1768959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lang="pt-BR" sz="3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POWERPOINT</a:t>
            </a:r>
            <a:endParaRPr/>
          </a:p>
        </p:txBody>
      </p:sp>
      <p:pic>
        <p:nvPicPr>
          <p:cNvPr descr="Logotipo&#10;&#10;O conteúdo gerado por IA pode estar incorreto." id="91" name="Google Shape;91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0675" y="1606474"/>
            <a:ext cx="2398800" cy="25569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>
            <p:ph idx="2" type="body"/>
          </p:nvPr>
        </p:nvSpPr>
        <p:spPr>
          <a:xfrm>
            <a:off x="431078" y="2730400"/>
            <a:ext cx="41886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343825" y="3097625"/>
            <a:ext cx="4188600" cy="19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7378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6"/>
              <a:buFont typeface="Raleway"/>
              <a:buChar char="●"/>
            </a:pPr>
            <a:r>
              <a:rPr b="1" lang="pt-BR" sz="1555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LISTAS DE NUMERAÇÃO</a:t>
            </a:r>
            <a:endParaRPr b="1" sz="1555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7378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6"/>
              <a:buFont typeface="Raleway"/>
              <a:buChar char="●"/>
            </a:pPr>
            <a:r>
              <a:rPr b="1" lang="pt-BR" sz="1555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LISTA COM MARCADORES</a:t>
            </a:r>
            <a:endParaRPr b="1" sz="1555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7378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6"/>
              <a:buFont typeface="Raleway"/>
              <a:buChar char="●"/>
            </a:pPr>
            <a:r>
              <a:rPr b="1" lang="pt-BR" sz="1555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INSERIR NOVO SLIDE</a:t>
            </a:r>
            <a:endParaRPr b="1" sz="1555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7378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6"/>
              <a:buFont typeface="Raleway"/>
              <a:buChar char="●"/>
            </a:pPr>
            <a:r>
              <a:rPr b="1" lang="pt-BR" sz="1555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DUPLICAR SLIDES</a:t>
            </a:r>
            <a:endParaRPr b="1" sz="1555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7378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6"/>
              <a:buFont typeface="Raleway"/>
              <a:buChar char="●"/>
            </a:pPr>
            <a:r>
              <a:rPr b="1" lang="pt-BR" sz="1555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LOCALIZAR E SUBSTITUIR TEXTOS</a:t>
            </a:r>
            <a:endParaRPr sz="2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LISTAS DE NUMERAÇÃO</a:t>
            </a:r>
            <a:endParaRPr sz="1100"/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 b="62215" l="40691" r="36651" t="0"/>
          <a:stretch/>
        </p:blipFill>
        <p:spPr>
          <a:xfrm>
            <a:off x="6485328" y="1258474"/>
            <a:ext cx="2364310" cy="3856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347597" y="1258473"/>
            <a:ext cx="59835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</a:rPr>
              <a:t>LISTAS DE NUMERAÇÃO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</a:rPr>
              <a:t>Organizando ideias com números!</a:t>
            </a:r>
            <a:endParaRPr i="0" sz="14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pt-BR" sz="1400" u="none" cap="none" strike="noStrike">
                <a:solidFill>
                  <a:schemeClr val="dk1"/>
                </a:solidFill>
              </a:rPr>
              <a:t>No PowerPoint, a gente pode deixar o texto </a:t>
            </a:r>
            <a:r>
              <a:rPr b="1" i="0" lang="pt-BR" sz="1400" u="none" cap="none" strike="noStrike">
                <a:solidFill>
                  <a:schemeClr val="dk1"/>
                </a:solidFill>
              </a:rPr>
              <a:t>mais organizado</a:t>
            </a:r>
            <a:r>
              <a:rPr i="0" lang="pt-BR" sz="1400" u="none" cap="none" strike="noStrike">
                <a:solidFill>
                  <a:schemeClr val="dk1"/>
                </a:solidFill>
              </a:rPr>
              <a:t> e até mais </a:t>
            </a:r>
            <a:r>
              <a:rPr b="1" i="0" lang="pt-BR" sz="1400" u="none" cap="none" strike="noStrike">
                <a:solidFill>
                  <a:schemeClr val="dk1"/>
                </a:solidFill>
              </a:rPr>
              <a:t>bonito de ler</a:t>
            </a:r>
            <a:r>
              <a:rPr i="0" lang="pt-BR" sz="1400" u="none" cap="none" strike="noStrike">
                <a:solidFill>
                  <a:schemeClr val="dk1"/>
                </a:solidFill>
              </a:rPr>
              <a:t> usando </a:t>
            </a:r>
            <a:r>
              <a:rPr b="1" i="0" lang="pt-BR" sz="1400" u="none" cap="none" strike="noStrike">
                <a:solidFill>
                  <a:schemeClr val="dk1"/>
                </a:solidFill>
              </a:rPr>
              <a:t>listas numeradas</a:t>
            </a:r>
            <a:r>
              <a:rPr i="0" lang="pt-BR" sz="1400" u="none" cap="none" strike="noStrike">
                <a:solidFill>
                  <a:schemeClr val="dk1"/>
                </a:solidFill>
              </a:rPr>
              <a:t> — principalmente quando queremos mostrar uma sequência de passos ou uma ordem de ideias.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347597" y="4027915"/>
            <a:ext cx="56556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</a:pPr>
            <a:r>
              <a:rPr b="1" lang="pt-BR" sz="1400">
                <a:solidFill>
                  <a:schemeClr val="dk1"/>
                </a:solidFill>
              </a:rPr>
              <a:t>Onde encontrar: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Vá até a guia </a:t>
            </a:r>
            <a:r>
              <a:rPr b="1" lang="pt-BR" sz="1400">
                <a:solidFill>
                  <a:schemeClr val="dk1"/>
                </a:solidFill>
              </a:rPr>
              <a:t>Página Inicial</a:t>
            </a:r>
            <a:r>
              <a:rPr lang="pt-BR" sz="1400">
                <a:solidFill>
                  <a:schemeClr val="dk1"/>
                </a:solidFill>
              </a:rPr>
              <a:t> (Home).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No grupo </a:t>
            </a:r>
            <a:r>
              <a:rPr b="1" lang="pt-BR" sz="1400">
                <a:solidFill>
                  <a:schemeClr val="dk1"/>
                </a:solidFill>
              </a:rPr>
              <a:t>Parágrafo</a:t>
            </a:r>
            <a:r>
              <a:rPr lang="pt-BR" sz="1400">
                <a:solidFill>
                  <a:schemeClr val="dk1"/>
                </a:solidFill>
              </a:rPr>
              <a:t>, clique no </a:t>
            </a:r>
            <a:r>
              <a:rPr b="1" lang="pt-BR" sz="1400">
                <a:solidFill>
                  <a:schemeClr val="dk1"/>
                </a:solidFill>
              </a:rPr>
              <a:t>ícone com números (1, 2, 3...)</a:t>
            </a:r>
            <a:r>
              <a:rPr lang="pt-BR" sz="1400">
                <a:solidFill>
                  <a:schemeClr val="dk1"/>
                </a:solidFill>
              </a:rPr>
              <a:t>. Ou no</a:t>
            </a:r>
            <a:r>
              <a:rPr b="1" lang="pt-BR" sz="1400">
                <a:solidFill>
                  <a:schemeClr val="dk1"/>
                </a:solidFill>
              </a:rPr>
              <a:t> ícone com 3 pontinhos, </a:t>
            </a:r>
            <a:r>
              <a:rPr lang="pt-BR" sz="1400">
                <a:solidFill>
                  <a:schemeClr val="dk1"/>
                </a:solidFill>
              </a:rPr>
              <a:t>quando quiser conferir mais opções clique na setinha ao lado do ícone.</a:t>
            </a:r>
            <a:endParaRPr b="1" sz="1400">
              <a:solidFill>
                <a:schemeClr val="dk1"/>
              </a:solidFill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347597" y="2593028"/>
            <a:ext cx="59835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</a:pPr>
            <a:r>
              <a:rPr b="1" lang="pt-BR" sz="1400">
                <a:solidFill>
                  <a:schemeClr val="dk1"/>
                </a:solidFill>
              </a:rPr>
              <a:t>LISTAS COM MARCADORES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</a:pPr>
            <a:r>
              <a:rPr b="1" lang="pt-BR" sz="1400">
                <a:solidFill>
                  <a:schemeClr val="dk1"/>
                </a:solidFill>
              </a:rPr>
              <a:t>Dando estilo e organização ao seu texto</a:t>
            </a:r>
            <a:endParaRPr sz="1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</a:rPr>
              <a:t>Além de usar números, o PowerPoint também permite criar </a:t>
            </a:r>
            <a:r>
              <a:rPr b="1" lang="pt-BR" sz="1400">
                <a:solidFill>
                  <a:schemeClr val="dk1"/>
                </a:solidFill>
              </a:rPr>
              <a:t>listas com marcadores</a:t>
            </a:r>
            <a:r>
              <a:rPr lang="pt-BR" sz="1400">
                <a:solidFill>
                  <a:schemeClr val="dk1"/>
                </a:solidFill>
              </a:rPr>
              <a:t>, que são símbolos usados para destacar cada item da sua lista. Eles </a:t>
            </a:r>
            <a:r>
              <a:rPr b="1" lang="pt-BR" sz="1400">
                <a:solidFill>
                  <a:schemeClr val="dk1"/>
                </a:solidFill>
              </a:rPr>
              <a:t>não têm ordem</a:t>
            </a:r>
            <a:r>
              <a:rPr lang="pt-BR" sz="1400">
                <a:solidFill>
                  <a:schemeClr val="dk1"/>
                </a:solidFill>
              </a:rPr>
              <a:t>, mas ajudam a organizar ideias de forma clara e visual.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INSERINDO NOVOS SLIDES – </a:t>
            </a: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SLIDE PARA FIXAÇÃO DO CONTEÚDO </a:t>
            </a:r>
            <a:endParaRPr sz="1100"/>
          </a:p>
        </p:txBody>
      </p:sp>
      <p:sp>
        <p:nvSpPr>
          <p:cNvPr id="109" name="Google Shape;109;p3"/>
          <p:cNvSpPr txBox="1"/>
          <p:nvPr/>
        </p:nvSpPr>
        <p:spPr>
          <a:xfrm>
            <a:off x="319414" y="1336110"/>
            <a:ext cx="8530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</a:pPr>
            <a:r>
              <a:rPr lang="pt-BR" sz="1400">
                <a:solidFill>
                  <a:schemeClr val="dk1"/>
                </a:solidFill>
              </a:rPr>
              <a:t>Se você já começou sua apresentação no PowerPoint, em algum momento vai querer adicionar novos slides </a:t>
            </a:r>
            <a:r>
              <a:rPr lang="pt-BR">
                <a:solidFill>
                  <a:schemeClr val="dk1"/>
                </a:solidFill>
              </a:rPr>
              <a:t>para</a:t>
            </a:r>
            <a:r>
              <a:rPr lang="pt-BR" sz="1400">
                <a:solidFill>
                  <a:schemeClr val="dk1"/>
                </a:solidFill>
              </a:rPr>
              <a:t> continuar seu conteúdo.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</a:rPr>
              <a:t>E adivinha? Você tem </a:t>
            </a:r>
            <a:r>
              <a:rPr b="1" lang="pt-BR" sz="1400">
                <a:solidFill>
                  <a:schemeClr val="dk1"/>
                </a:solidFill>
              </a:rPr>
              <a:t>quatro jeitos diferentes</a:t>
            </a:r>
            <a:r>
              <a:rPr lang="pt-BR" sz="1400">
                <a:solidFill>
                  <a:schemeClr val="dk1"/>
                </a:solidFill>
              </a:rPr>
              <a:t> de fazer isso! Sabe todos?</a:t>
            </a:r>
            <a:endParaRPr sz="1100"/>
          </a:p>
        </p:txBody>
      </p:sp>
      <p:sp>
        <p:nvSpPr>
          <p:cNvPr id="110" name="Google Shape;110;p3"/>
          <p:cNvSpPr/>
          <p:nvPr/>
        </p:nvSpPr>
        <p:spPr>
          <a:xfrm>
            <a:off x="241126" y="2532231"/>
            <a:ext cx="43308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</a:rPr>
              <a:t> Pela guia Página Inicial:</a:t>
            </a:r>
            <a:br>
              <a:rPr i="0" lang="pt-BR" sz="1400" u="none" cap="none" strike="noStrike">
                <a:solidFill>
                  <a:schemeClr val="dk1"/>
                </a:solidFill>
              </a:rPr>
            </a:br>
            <a:r>
              <a:rPr i="0" lang="pt-BR" sz="1400" u="none" cap="none" strike="noStrike">
                <a:solidFill>
                  <a:schemeClr val="dk1"/>
                </a:solidFill>
              </a:rPr>
              <a:t>Clique em </a:t>
            </a:r>
            <a:r>
              <a:rPr b="1" i="0" lang="pt-BR" sz="1400" u="none" cap="none" strike="noStrike">
                <a:solidFill>
                  <a:schemeClr val="dk1"/>
                </a:solidFill>
              </a:rPr>
              <a:t>Novo Slide</a:t>
            </a:r>
            <a:r>
              <a:rPr i="0" lang="pt-BR" sz="1400" u="none" cap="none" strike="noStrike">
                <a:solidFill>
                  <a:schemeClr val="dk1"/>
                </a:solidFill>
              </a:rPr>
              <a:t>, que fica no grupo </a:t>
            </a:r>
            <a:r>
              <a:rPr b="1" i="0" lang="pt-BR" sz="1400" u="none" cap="none" strike="noStrike">
                <a:solidFill>
                  <a:schemeClr val="dk1"/>
                </a:solidFill>
              </a:rPr>
              <a:t>Slides</a:t>
            </a:r>
            <a:r>
              <a:rPr i="0" lang="pt-BR" sz="1400" u="none" cap="none" strike="noStrike">
                <a:solidFill>
                  <a:schemeClr val="dk1"/>
                </a:solidFill>
              </a:rPr>
              <a:t>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i="0" lang="pt-BR" sz="1400" u="none" cap="none" strike="noStrike">
                <a:solidFill>
                  <a:schemeClr val="dk1"/>
                </a:solidFill>
              </a:rPr>
              <a:t> </a:t>
            </a:r>
            <a:r>
              <a:rPr b="1" i="0" lang="pt-BR" sz="1400" u="none" cap="none" strike="noStrike">
                <a:solidFill>
                  <a:schemeClr val="dk1"/>
                </a:solidFill>
              </a:rPr>
              <a:t>Pela guia Inserir:</a:t>
            </a:r>
            <a:br>
              <a:rPr i="0" lang="pt-BR" sz="1400" u="none" cap="none" strike="noStrike">
                <a:solidFill>
                  <a:schemeClr val="dk1"/>
                </a:solidFill>
              </a:rPr>
            </a:br>
            <a:r>
              <a:rPr i="0" lang="pt-BR" sz="1400" u="none" cap="none" strike="noStrike">
                <a:solidFill>
                  <a:schemeClr val="dk1"/>
                </a:solidFill>
              </a:rPr>
              <a:t>Também tem um botão </a:t>
            </a:r>
            <a:r>
              <a:rPr b="1" i="0" lang="pt-BR" sz="1400" u="none" cap="none" strike="noStrike">
                <a:solidFill>
                  <a:schemeClr val="dk1"/>
                </a:solidFill>
              </a:rPr>
              <a:t>Novo Slide</a:t>
            </a:r>
            <a:r>
              <a:rPr i="0" lang="pt-BR" sz="1400" u="none" cap="none" strike="noStrike">
                <a:solidFill>
                  <a:schemeClr val="dk1"/>
                </a:solidFill>
              </a:rPr>
              <a:t> lá no grupo Slides.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</a:rPr>
              <a:t> Na barrinha de miniaturas :</a:t>
            </a:r>
            <a:r>
              <a:rPr i="0" lang="pt-BR" sz="1400" u="none" cap="none" strike="noStrike">
                <a:solidFill>
                  <a:schemeClr val="dk1"/>
                </a:solidFill>
              </a:rPr>
              <a:t>Clique com o botão direito do mouse em qualquer slide e escolha </a:t>
            </a:r>
            <a:r>
              <a:rPr b="1" i="0" lang="pt-BR" sz="1400" u="none" cap="none" strike="noStrike">
                <a:solidFill>
                  <a:schemeClr val="dk1"/>
                </a:solidFill>
              </a:rPr>
              <a:t>Novo Slide</a:t>
            </a:r>
            <a:r>
              <a:rPr i="0" lang="pt-BR" sz="1400" u="none" cap="none" strike="noStrike">
                <a:solidFill>
                  <a:schemeClr val="dk1"/>
                </a:solidFill>
              </a:rPr>
              <a:t>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i="0" lang="pt-BR" sz="1400" u="none" cap="none" strike="noStrike">
                <a:solidFill>
                  <a:schemeClr val="dk1"/>
                </a:solidFill>
              </a:rPr>
              <a:t> </a:t>
            </a:r>
            <a:r>
              <a:rPr b="1" i="0" lang="pt-BR" sz="1400" u="none" cap="none" strike="noStrike">
                <a:solidFill>
                  <a:schemeClr val="dk1"/>
                </a:solidFill>
              </a:rPr>
              <a:t>Atalho rápido do teclado:</a:t>
            </a:r>
            <a:br>
              <a:rPr i="0" lang="pt-BR" sz="1400" u="none" cap="none" strike="noStrike">
                <a:solidFill>
                  <a:schemeClr val="dk1"/>
                </a:solidFill>
              </a:rPr>
            </a:br>
            <a:r>
              <a:rPr i="0" lang="pt-BR" sz="1400" u="none" cap="none" strike="noStrike">
                <a:solidFill>
                  <a:schemeClr val="dk1"/>
                </a:solidFill>
              </a:rPr>
              <a:t>Segura no </a:t>
            </a:r>
            <a:r>
              <a:rPr b="1" i="0" lang="pt-BR" sz="1400" u="none" cap="none" strike="noStrike">
                <a:solidFill>
                  <a:schemeClr val="dk1"/>
                </a:solidFill>
              </a:rPr>
              <a:t>Ctrl + M</a:t>
            </a:r>
            <a:r>
              <a:rPr i="0" lang="pt-BR" sz="1400" u="none" cap="none" strike="noStrike">
                <a:solidFill>
                  <a:schemeClr val="dk1"/>
                </a:solidFill>
              </a:rPr>
              <a:t> e pimba! Slide novo na área!</a:t>
            </a:r>
            <a:endParaRPr sz="1100"/>
          </a:p>
        </p:txBody>
      </p:sp>
      <p:sp>
        <p:nvSpPr>
          <p:cNvPr id="111" name="Google Shape;111;p3"/>
          <p:cNvSpPr txBox="1"/>
          <p:nvPr/>
        </p:nvSpPr>
        <p:spPr>
          <a:xfrm>
            <a:off x="4625235" y="2532231"/>
            <a:ext cx="4277700" cy="22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None/>
            </a:pPr>
            <a:r>
              <a:rPr b="1" lang="pt-BR" sz="1600">
                <a:solidFill>
                  <a:schemeClr val="dk1"/>
                </a:solidFill>
              </a:rPr>
              <a:t>DESAFIO RÁPIDO: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None/>
            </a:pPr>
            <a:r>
              <a:rPr lang="pt-BR" sz="1600">
                <a:solidFill>
                  <a:schemeClr val="dk1"/>
                </a:solidFill>
              </a:rPr>
              <a:t>Crie </a:t>
            </a:r>
            <a:r>
              <a:rPr b="1" lang="pt-BR" sz="1600">
                <a:solidFill>
                  <a:schemeClr val="dk1"/>
                </a:solidFill>
              </a:rPr>
              <a:t>4 slides</a:t>
            </a:r>
            <a:r>
              <a:rPr lang="pt-BR" sz="1600">
                <a:solidFill>
                  <a:schemeClr val="dk1"/>
                </a:solidFill>
              </a:rPr>
              <a:t> usando </a:t>
            </a:r>
            <a:r>
              <a:rPr b="1" lang="pt-BR" sz="1600">
                <a:solidFill>
                  <a:schemeClr val="dk1"/>
                </a:solidFill>
              </a:rPr>
              <a:t>cada um dos métodos acima</a:t>
            </a:r>
            <a:r>
              <a:rPr lang="pt-BR" sz="1600">
                <a:solidFill>
                  <a:schemeClr val="dk1"/>
                </a:solidFill>
              </a:rPr>
              <a:t>.</a:t>
            </a:r>
            <a:br>
              <a:rPr lang="pt-BR" sz="1600">
                <a:solidFill>
                  <a:schemeClr val="dk1"/>
                </a:solidFill>
              </a:rPr>
            </a:br>
            <a:r>
              <a:rPr lang="pt-BR" sz="1600">
                <a:solidFill>
                  <a:schemeClr val="dk1"/>
                </a:solidFill>
              </a:rPr>
              <a:t>Depois, insira em cada um deles um título diferente como: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sz="1600">
                <a:solidFill>
                  <a:schemeClr val="dk1"/>
                </a:solidFill>
              </a:rPr>
              <a:t> Slide feito pela Página Inicial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sz="1600">
                <a:solidFill>
                  <a:schemeClr val="dk1"/>
                </a:solidFill>
              </a:rPr>
              <a:t> Slide feito pela guia Inserir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sz="1600">
                <a:solidFill>
                  <a:schemeClr val="dk1"/>
                </a:solidFill>
              </a:rPr>
              <a:t> Slide com botão direito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sz="1600">
                <a:solidFill>
                  <a:schemeClr val="dk1"/>
                </a:solidFill>
              </a:rPr>
              <a:t> Slide com Ctrl + M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DUPLICAR SLIDES</a:t>
            </a:r>
            <a:endParaRPr sz="1100"/>
          </a:p>
        </p:txBody>
      </p:sp>
      <p:sp>
        <p:nvSpPr>
          <p:cNvPr id="118" name="Google Shape;118;p4"/>
          <p:cNvSpPr txBox="1"/>
          <p:nvPr/>
        </p:nvSpPr>
        <p:spPr>
          <a:xfrm>
            <a:off x="343558" y="1169097"/>
            <a:ext cx="84570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</a:pPr>
            <a:r>
              <a:rPr lang="pt-BR" sz="1400">
                <a:solidFill>
                  <a:schemeClr val="dk1"/>
                </a:solidFill>
              </a:rPr>
              <a:t>Às vezes você não quer criar um slide do zero…</a:t>
            </a:r>
            <a:br>
              <a:rPr lang="pt-BR" sz="1400">
                <a:solidFill>
                  <a:schemeClr val="dk1"/>
                </a:solidFill>
              </a:rPr>
            </a:br>
            <a:r>
              <a:rPr lang="pt-BR" sz="1400">
                <a:solidFill>
                  <a:schemeClr val="dk1"/>
                </a:solidFill>
              </a:rPr>
              <a:t>Quer só </a:t>
            </a:r>
            <a:r>
              <a:rPr b="1" lang="pt-BR" sz="1400">
                <a:solidFill>
                  <a:schemeClr val="dk1"/>
                </a:solidFill>
              </a:rPr>
              <a:t>continuar de onde parou</a:t>
            </a:r>
            <a:r>
              <a:rPr lang="pt-BR" sz="1400">
                <a:solidFill>
                  <a:schemeClr val="dk1"/>
                </a:solidFill>
              </a:rPr>
              <a:t>, manter a </a:t>
            </a:r>
            <a:r>
              <a:rPr b="1" lang="pt-BR" sz="1400">
                <a:solidFill>
                  <a:schemeClr val="dk1"/>
                </a:solidFill>
              </a:rPr>
              <a:t>mesma imagem</a:t>
            </a:r>
            <a:r>
              <a:rPr lang="pt-BR" sz="1400">
                <a:solidFill>
                  <a:schemeClr val="dk1"/>
                </a:solidFill>
              </a:rPr>
              <a:t>, </a:t>
            </a:r>
            <a:r>
              <a:rPr b="1" lang="pt-BR" sz="1400">
                <a:solidFill>
                  <a:schemeClr val="dk1"/>
                </a:solidFill>
              </a:rPr>
              <a:t>mesmo layout</a:t>
            </a:r>
            <a:r>
              <a:rPr lang="pt-BR" sz="1400">
                <a:solidFill>
                  <a:schemeClr val="dk1"/>
                </a:solidFill>
              </a:rPr>
              <a:t>, ou </a:t>
            </a:r>
            <a:r>
              <a:rPr b="1" lang="pt-BR" sz="1400">
                <a:solidFill>
                  <a:schemeClr val="dk1"/>
                </a:solidFill>
              </a:rPr>
              <a:t>só mudar um pedacinho do texto</a:t>
            </a:r>
            <a:r>
              <a:rPr lang="pt-BR" sz="1400">
                <a:solidFill>
                  <a:schemeClr val="dk1"/>
                </a:solidFill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</a:rPr>
              <a:t>Nessa hora, a melhor escolha é </a:t>
            </a:r>
            <a:r>
              <a:rPr b="1" lang="pt-BR" sz="1400">
                <a:solidFill>
                  <a:schemeClr val="dk1"/>
                </a:solidFill>
              </a:rPr>
              <a:t>duplicar o slide</a:t>
            </a:r>
            <a:r>
              <a:rPr lang="pt-BR" sz="1400">
                <a:solidFill>
                  <a:schemeClr val="dk1"/>
                </a:solidFill>
              </a:rPr>
              <a:t>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343558" y="2169371"/>
            <a:ext cx="84570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</a:pPr>
            <a:r>
              <a:rPr b="1" lang="pt-BR" sz="1400">
                <a:solidFill>
                  <a:schemeClr val="dk1"/>
                </a:solidFill>
              </a:rPr>
              <a:t>Como fazer: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Na barrinha da esquerda (onde ficam os slides em miniatura),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AutoNum type="arabicPeriod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Clique com o </a:t>
            </a:r>
            <a:r>
              <a:rPr b="1" lang="pt-BR" sz="1400">
                <a:solidFill>
                  <a:schemeClr val="dk1"/>
                </a:solidFill>
              </a:rPr>
              <a:t>botão direito</a:t>
            </a:r>
            <a:r>
              <a:rPr lang="pt-BR" sz="1400">
                <a:solidFill>
                  <a:schemeClr val="dk1"/>
                </a:solidFill>
              </a:rPr>
              <a:t> sobre o slide que você quer duplicar.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AutoNum type="arabicPeriod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Depois clique em </a:t>
            </a:r>
            <a:r>
              <a:rPr b="1" lang="pt-BR" sz="1400">
                <a:solidFill>
                  <a:schemeClr val="dk1"/>
                </a:solidFill>
              </a:rPr>
              <a:t>Duplicar Slide</a:t>
            </a:r>
            <a:r>
              <a:rPr lang="pt-BR" sz="1400">
                <a:solidFill>
                  <a:schemeClr val="dk1"/>
                </a:solidFill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</a:rPr>
              <a:t>E pronto! Agora é só fazer os ajustes que quiser no slide novo, sem apagar nada do original.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343558" y="3538603"/>
            <a:ext cx="43344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</a:pPr>
            <a:r>
              <a:rPr b="1" lang="pt-BR" sz="1400">
                <a:solidFill>
                  <a:schemeClr val="dk1"/>
                </a:solidFill>
              </a:rPr>
              <a:t>MINI DESAFIO: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Crie um slide com um título, imagem e lista.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AutoNum type="arabicPeriod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Agora, </a:t>
            </a:r>
            <a:r>
              <a:rPr b="1" lang="pt-BR" sz="1400">
                <a:solidFill>
                  <a:schemeClr val="dk1"/>
                </a:solidFill>
              </a:rPr>
              <a:t>duplique esse slide</a:t>
            </a:r>
            <a:r>
              <a:rPr lang="pt-BR" sz="1400">
                <a:solidFill>
                  <a:schemeClr val="dk1"/>
                </a:solidFill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AutoNum type="arabicPeriod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No slide duplicado, </a:t>
            </a:r>
            <a:r>
              <a:rPr b="1" lang="pt-BR" sz="1400">
                <a:solidFill>
                  <a:schemeClr val="dk1"/>
                </a:solidFill>
              </a:rPr>
              <a:t>troque só o título</a:t>
            </a:r>
            <a:r>
              <a:rPr lang="pt-BR" sz="1400">
                <a:solidFill>
                  <a:schemeClr val="dk1"/>
                </a:solidFill>
              </a:rPr>
              <a:t> e </a:t>
            </a:r>
            <a:r>
              <a:rPr b="1" lang="pt-BR" sz="1400">
                <a:solidFill>
                  <a:schemeClr val="dk1"/>
                </a:solidFill>
              </a:rPr>
              <a:t>um item da lista</a:t>
            </a:r>
            <a:r>
              <a:rPr lang="pt-BR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LOCALIZAR E SUBSTITUIR TEXTOS</a:t>
            </a:r>
            <a:endParaRPr sz="1100"/>
          </a:p>
        </p:txBody>
      </p:sp>
      <p:sp>
        <p:nvSpPr>
          <p:cNvPr id="127" name="Google Shape;127;p5"/>
          <p:cNvSpPr txBox="1"/>
          <p:nvPr/>
        </p:nvSpPr>
        <p:spPr>
          <a:xfrm>
            <a:off x="187892" y="1075152"/>
            <a:ext cx="8661600" cy="4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</a:pPr>
            <a:r>
              <a:rPr b="1" lang="pt-BR" sz="1400">
                <a:solidFill>
                  <a:schemeClr val="dk1"/>
                </a:solidFill>
              </a:rPr>
              <a:t>“Errou? Corrige tudo de uma vez!”</a:t>
            </a:r>
            <a:endParaRPr sz="1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</a:pPr>
            <a:r>
              <a:rPr lang="pt-BR" sz="1400">
                <a:solidFill>
                  <a:schemeClr val="dk1"/>
                </a:solidFill>
              </a:rPr>
              <a:t>Imagina que você escreveu </a:t>
            </a:r>
            <a:r>
              <a:rPr b="1" lang="pt-BR" sz="1400">
                <a:solidFill>
                  <a:schemeClr val="dk1"/>
                </a:solidFill>
              </a:rPr>
              <a:t>“banana”</a:t>
            </a:r>
            <a:r>
              <a:rPr lang="pt-BR" sz="1400">
                <a:solidFill>
                  <a:schemeClr val="dk1"/>
                </a:solidFill>
              </a:rPr>
              <a:t> 10 vezes no seu slide e agora decidiu trocar tudo por </a:t>
            </a:r>
            <a:r>
              <a:rPr b="1" lang="pt-BR" sz="1400">
                <a:solidFill>
                  <a:schemeClr val="dk1"/>
                </a:solidFill>
              </a:rPr>
              <a:t>“morango”</a:t>
            </a:r>
            <a:r>
              <a:rPr lang="pt-BR" sz="1400">
                <a:solidFill>
                  <a:schemeClr val="dk1"/>
                </a:solidFill>
              </a:rPr>
              <a:t>... Vai procurar um por um?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</a:rPr>
              <a:t>Claro que não! </a:t>
            </a:r>
            <a:br>
              <a:rPr lang="pt-BR" sz="1400">
                <a:solidFill>
                  <a:schemeClr val="dk1"/>
                </a:solidFill>
              </a:rPr>
            </a:br>
            <a:r>
              <a:rPr lang="pt-BR" sz="1400">
                <a:solidFill>
                  <a:schemeClr val="dk1"/>
                </a:solidFill>
              </a:rPr>
              <a:t>O PowerPoint tem uma ferramenta que faz isso </a:t>
            </a:r>
            <a:r>
              <a:rPr b="1" lang="pt-BR" sz="1400">
                <a:solidFill>
                  <a:schemeClr val="dk1"/>
                </a:solidFill>
              </a:rPr>
              <a:t>automático e rapidinho</a:t>
            </a:r>
            <a:r>
              <a:rPr lang="pt-BR" sz="1400">
                <a:solidFill>
                  <a:schemeClr val="dk1"/>
                </a:solidFill>
              </a:rPr>
              <a:t> pra você.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</a:pPr>
            <a:r>
              <a:rPr b="1" lang="pt-BR" sz="1400">
                <a:solidFill>
                  <a:schemeClr val="dk1"/>
                </a:solidFill>
              </a:rPr>
              <a:t>Como usar o Localizar e Substituir: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</a:pPr>
            <a:r>
              <a:rPr lang="pt-BR" sz="1400">
                <a:solidFill>
                  <a:schemeClr val="dk1"/>
                </a:solidFill>
              </a:rPr>
              <a:t>Você tem duas formas: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Vá na </a:t>
            </a:r>
            <a:r>
              <a:rPr b="1" lang="pt-BR" sz="1400">
                <a:solidFill>
                  <a:schemeClr val="dk1"/>
                </a:solidFill>
              </a:rPr>
              <a:t>guia Página Inicial</a:t>
            </a:r>
            <a:r>
              <a:rPr lang="pt-BR" sz="1400">
                <a:solidFill>
                  <a:schemeClr val="dk1"/>
                </a:solidFill>
              </a:rPr>
              <a:t> → grupo </a:t>
            </a:r>
            <a:r>
              <a:rPr b="1" lang="pt-BR" sz="1400">
                <a:solidFill>
                  <a:schemeClr val="dk1"/>
                </a:solidFill>
              </a:rPr>
              <a:t>Edição</a:t>
            </a:r>
            <a:r>
              <a:rPr lang="pt-BR" sz="1400">
                <a:solidFill>
                  <a:schemeClr val="dk1"/>
                </a:solidFill>
              </a:rPr>
              <a:t> → clique em </a:t>
            </a:r>
            <a:r>
              <a:rPr b="1" lang="pt-BR" sz="1400">
                <a:solidFill>
                  <a:schemeClr val="dk1"/>
                </a:solidFill>
              </a:rPr>
              <a:t>Localizar</a:t>
            </a:r>
            <a:r>
              <a:rPr lang="pt-BR" sz="1400">
                <a:solidFill>
                  <a:schemeClr val="dk1"/>
                </a:solidFill>
              </a:rPr>
              <a:t> ou </a:t>
            </a:r>
            <a:r>
              <a:rPr b="1" lang="pt-BR" sz="1400">
                <a:solidFill>
                  <a:schemeClr val="dk1"/>
                </a:solidFill>
              </a:rPr>
              <a:t>Substituir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Ou use o atalho mágico do teclado: </a:t>
            </a:r>
            <a:r>
              <a:rPr b="1" lang="pt-BR" sz="1400">
                <a:solidFill>
                  <a:schemeClr val="dk1"/>
                </a:solidFill>
              </a:rPr>
              <a:t>Ctrl + U</a:t>
            </a:r>
            <a:endParaRPr sz="1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</a:pPr>
            <a:r>
              <a:rPr lang="pt-BR" sz="1400">
                <a:solidFill>
                  <a:schemeClr val="dk1"/>
                </a:solidFill>
              </a:rPr>
              <a:t>Depois disso, uma janelinha vai aparecer com os seguintes campos: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</a:rPr>
              <a:t>Localizar:</a:t>
            </a:r>
            <a:r>
              <a:rPr lang="pt-BR" sz="1400">
                <a:solidFill>
                  <a:schemeClr val="dk1"/>
                </a:solidFill>
              </a:rPr>
              <a:t> coloque a palavra que você quer procurar.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</a:rPr>
              <a:t>Substituir por:</a:t>
            </a:r>
            <a:r>
              <a:rPr lang="pt-BR" sz="1400">
                <a:solidFill>
                  <a:schemeClr val="dk1"/>
                </a:solidFill>
              </a:rPr>
              <a:t> coloque a palavra nova que deve entrar no lugar.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</a:pPr>
            <a:r>
              <a:rPr b="1" lang="pt-BR" sz="1400">
                <a:solidFill>
                  <a:schemeClr val="dk1"/>
                </a:solidFill>
              </a:rPr>
              <a:t>Exemplo: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</a:pPr>
            <a:r>
              <a:rPr lang="pt-BR" sz="1400">
                <a:solidFill>
                  <a:schemeClr val="dk1"/>
                </a:solidFill>
              </a:rPr>
              <a:t>Se você escreveu "Meu bicho favorito é o gato" em vários slides e quer mudar tudo para "cachorro":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No campo </a:t>
            </a:r>
            <a:r>
              <a:rPr b="1" lang="pt-BR" sz="1400">
                <a:solidFill>
                  <a:schemeClr val="dk1"/>
                </a:solidFill>
              </a:rPr>
              <a:t>Localizar</a:t>
            </a:r>
            <a:r>
              <a:rPr lang="pt-BR" sz="1400">
                <a:solidFill>
                  <a:schemeClr val="dk1"/>
                </a:solidFill>
              </a:rPr>
              <a:t>, digite: gato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No campo </a:t>
            </a:r>
            <a:r>
              <a:rPr b="1" lang="pt-BR" sz="1400">
                <a:solidFill>
                  <a:schemeClr val="dk1"/>
                </a:solidFill>
              </a:rPr>
              <a:t>Substituir por</a:t>
            </a:r>
            <a:r>
              <a:rPr lang="pt-BR" sz="1400">
                <a:solidFill>
                  <a:schemeClr val="dk1"/>
                </a:solidFill>
              </a:rPr>
              <a:t>, digite: cachorro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Clique em </a:t>
            </a:r>
            <a:r>
              <a:rPr b="1" lang="pt-BR" sz="1400">
                <a:solidFill>
                  <a:schemeClr val="dk1"/>
                </a:solidFill>
              </a:rPr>
              <a:t>Substituir tudo</a:t>
            </a:r>
            <a:r>
              <a:rPr lang="pt-BR" sz="1400">
                <a:solidFill>
                  <a:schemeClr val="dk1"/>
                </a:solidFill>
              </a:rPr>
              <a:t> e… pronto! 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Azul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2025-04-13T23:18:40Z</dcterms:created>
  <dc:creator>leo Souza</dc:creator>
</cp:coreProperties>
</file>