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715000" cx="9144000"/>
  <p:notesSz cx="6858000" cy="9144000"/>
  <p:embeddedFontLst>
    <p:embeddedFont>
      <p:font typeface="Arimo"/>
      <p:regular r:id="rId15"/>
      <p:bold r:id="rId16"/>
      <p:italic r:id="rId17"/>
      <p:boldItalic r:id="rId18"/>
    </p:embeddedFont>
    <p:embeddedFont>
      <p:font typeface="Corbel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X8IdqMJr0oiF1H8f78ZL0azgR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F93403-6B75-4A18-AB1C-5F0F11E4550A}">
  <a:tblStyle styleId="{8FF93403-6B75-4A18-AB1C-5F0F11E455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bold.fntdata"/><Relationship Id="rId11" Type="http://schemas.openxmlformats.org/officeDocument/2006/relationships/slide" Target="slides/slide6.xml"/><Relationship Id="rId22" Type="http://schemas.openxmlformats.org/officeDocument/2006/relationships/font" Target="fonts/Corbel-boldItalic.fntdata"/><Relationship Id="rId10" Type="http://schemas.openxmlformats.org/officeDocument/2006/relationships/slide" Target="slides/slide5.xml"/><Relationship Id="rId21" Type="http://schemas.openxmlformats.org/officeDocument/2006/relationships/font" Target="fonts/Corbel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mo-regular.fntdata"/><Relationship Id="rId14" Type="http://schemas.openxmlformats.org/officeDocument/2006/relationships/slide" Target="slides/slide9.xml"/><Relationship Id="rId17" Type="http://schemas.openxmlformats.org/officeDocument/2006/relationships/font" Target="fonts/Arimo-italic.fntdata"/><Relationship Id="rId16" Type="http://schemas.openxmlformats.org/officeDocument/2006/relationships/font" Target="fonts/Arim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rbel-regular.fntdata"/><Relationship Id="rId6" Type="http://schemas.openxmlformats.org/officeDocument/2006/relationships/slide" Target="slides/slide1.xml"/><Relationship Id="rId18" Type="http://schemas.openxmlformats.org/officeDocument/2006/relationships/font" Target="fonts/Arim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body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" name="Google Shape;18;p6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8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623888" y="1424783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623888" y="3824554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629841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629842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12"/>
          <p:cNvSpPr txBox="1"/>
          <p:nvPr>
            <p:ph idx="2" type="body"/>
          </p:nvPr>
        </p:nvSpPr>
        <p:spPr>
          <a:xfrm>
            <a:off x="629842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3" type="body"/>
          </p:nvPr>
        </p:nvSpPr>
        <p:spPr>
          <a:xfrm>
            <a:off x="4629151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12"/>
          <p:cNvSpPr txBox="1"/>
          <p:nvPr>
            <p:ph idx="4" type="body"/>
          </p:nvPr>
        </p:nvSpPr>
        <p:spPr>
          <a:xfrm>
            <a:off x="4629151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>
            <p:ph idx="2" type="pic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5400000">
            <a:off x="5107951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1107376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 b="0" i="0" sz="3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391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4532425" y="748953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629840" y="1615334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pt-BR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endParaRPr/>
          </a:p>
        </p:txBody>
      </p:sp>
      <p:pic>
        <p:nvPicPr>
          <p:cNvPr descr="Logotipo&#10;&#10;O conteúdo gerado por IA pode estar incorreto." id="91" name="Google Shape;91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6089" y="1382277"/>
            <a:ext cx="2768100" cy="295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>
            <p:ph idx="2" type="body"/>
          </p:nvPr>
        </p:nvSpPr>
        <p:spPr>
          <a:xfrm>
            <a:off x="629850" y="2580875"/>
            <a:ext cx="30945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Opções de Impressão no PowerPoint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210207" y="1117901"/>
            <a:ext cx="8786648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você vai aprender: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acessar a tela de impressão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Quais são os tipos de layout de impressão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escolher impressora, cor e margens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economizar tinta e papel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210207" y="2455553"/>
            <a:ext cx="6096000" cy="1738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Acessando a tela de impressão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sua apresentação.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aba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"Arquivo"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canto superior esquerdo.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"Imprimir"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lateral.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Atalho:</a:t>
            </a:r>
            <a:b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5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Ctrl + P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abre direto a tela de impressão.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10206" y="4362592"/>
            <a:ext cx="832815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Escolhendo a Impressora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parte superior da tela de impressão, clique na setinha da caixa </a:t>
            </a:r>
            <a:r>
              <a:rPr b="1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"Impressora"</a:t>
            </a: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Escolha a impressora conectada (ou </a:t>
            </a:r>
            <a:r>
              <a:rPr b="1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"Salvar como PDF"</a:t>
            </a: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se for o caso).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Opções de Impressão no PowerPoint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252248" y="1128484"/>
            <a:ext cx="866052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Configurações de Impressão (as mais usadas)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Slides em Página Inteira</a:t>
            </a:r>
            <a:b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slide será impresso em uma folha.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Folhetos</a:t>
            </a:r>
            <a:b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Vários slides em uma página. Ótimo pra economizar papel.</a:t>
            </a:r>
            <a:b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 6 slides por página.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Páginas de Anotações</a:t>
            </a:r>
            <a:b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Imprime o slide com as anotações feitas no modo "Anotações".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Modo de Estrutura de Tópicos</a:t>
            </a:r>
            <a:b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Mostra só os textos da apresentação, em formato de lista.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252248" y="3637765"/>
            <a:ext cx="866052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Opções de Cor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Colorido: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imprime com todas as cores do slide.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Escala de cinza: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tons de cinza (pode economizar tinta).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Preto e branco puro:</a:t>
            </a: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remove sombras e fundos para impressão mais limpa.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Opções de Impressão no PowerPoint</a:t>
            </a:r>
            <a:endParaRPr/>
          </a:p>
        </p:txBody>
      </p:sp>
      <p:graphicFrame>
        <p:nvGraphicFramePr>
          <p:cNvPr id="116" name="Google Shape;116;p18"/>
          <p:cNvGraphicFramePr/>
          <p:nvPr/>
        </p:nvGraphicFramePr>
        <p:xfrm>
          <a:off x="628650" y="15364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{8FF93403-6B75-4A18-AB1C-5F0F11E4550A}</a:tableStyleId>
              </a:tblPr>
              <a:tblGrid>
                <a:gridCol w="4073600"/>
                <a:gridCol w="4073600"/>
              </a:tblGrid>
              <a:tr h="52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/>
                        <a:t>Opção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/>
                        <a:t>Função Principal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Ctrl + P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Abre tela de impressão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Slides em página inteira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Slide 1 por folha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Folhetos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Vários slides por página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Anotações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Slide + comentários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Escala de cinza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Economiza tinta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18"/>
          <p:cNvSpPr txBox="1"/>
          <p:nvPr/>
        </p:nvSpPr>
        <p:spPr>
          <a:xfrm>
            <a:off x="628650" y="1089252"/>
            <a:ext cx="45825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Resumo: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Intervalos de Apresentação no PowerPoint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315310" y="1141540"/>
            <a:ext cx="458251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você vai aprender: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fazer os slides passarem sozinhos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definir o tempo de exibição de cada slide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pt-B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configurar uma apresentação automática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315310" y="2281802"/>
            <a:ext cx="796684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Definindo tempo para os slides (sem "Ensaiar Intervalos")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aba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"Transições"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grupo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“Intervalo”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canto direito da faixa)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Desmarque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"Ao clique do mouse"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Marque a opção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"Após:"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Defina o tempo em segundos (ex: 00:05 para 5 segundos)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Faça isso em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todos os slides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selecione todos com Ctrl + A e aplique de uma vez).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315310" y="4345393"/>
            <a:ext cx="8607973" cy="1246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 a apresentação automaticamente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aba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“Apresentação de Slides”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“Do começo”</a:t>
            </a: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pressione F5)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0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Agora os slides vão passar sozinhos, no tempo que você definiu!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Enviando Apresentações para Outro Computador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273270" y="1180962"/>
            <a:ext cx="851337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você vai aprender: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salvar corretamente sua apresentação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garantir que ela funcione em outro PC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enviar por pendrive, e-mail ou nuvem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evitar erro de fonte ou imagem faltando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315311" y="2998983"/>
            <a:ext cx="8513378" cy="181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Salvando sua apresentação corretamente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&gt; Salvar Como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o local (por exemplo: área de trabalho ou pendrive)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Dê um nome para o arquivo e salve como: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Apresentação do PowerPoint (*.pptx)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Nunca envie apenas o atalho do arquivo! Envie 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real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termina em .pptx.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Enviando Apresentações para Outro Computador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210207" y="1223792"/>
            <a:ext cx="8723586" cy="20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Levando sua apresentação com segurança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1: Pendrive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Copie o arquivo .pptx e cole no seu pendrive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Ejetar corretamente pra não corromper o arquivo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2: E-mail ou WhatsApp Web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Anexe o arquivo no e-mail (Ex: Gmail)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envie para você mesmo no WhatsApp Web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3: Google Drive / OneDrive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Faça login no drive e envie o arquivo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acessar de qualquer computador com internet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210207" y="3494027"/>
            <a:ext cx="8534400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Evitando problemas com fontes ou imagens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Alguns erros comuns: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Fontes personalizadas não aparecem em outros computadores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Imagens somem se forem "linkadas" e não incorporadas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Solução: salvar como "Apresentação com Mídia Incorporada"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Passo a passo pra salvar tudo junto: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Arquivo &gt; Exportar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Empacotar Apresentação para CD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"Empacotar para Pasta"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(mesmo que não for usar CD)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PowerPoint vai </a:t>
            </a:r>
            <a:r>
              <a:rPr b="1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copiar tudo: slides, fontes e mídia</a:t>
            </a:r>
            <a:r>
              <a:rPr b="0" i="0" lang="pt-BR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231227" y="1034669"/>
            <a:ext cx="838725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uma apresentação interativa e visualmente atrativa sobre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profissão que você sonha ter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explorando curiosidades, histórico e por que ela é importante para você.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231226" y="2788385"/>
            <a:ext cx="4256691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Apresentação sugerida (estrutura de conteúdo):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 – Capa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Nome do aluno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Nome da profissão escolhida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Uma imagem grande e marcante sobre ela</a:t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231217" y="4311676"/>
            <a:ext cx="4172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2 – Por que escolhi essa profissão?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Motivos pessoais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Quando descobriu esse interesse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Alguém que inspirou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4761186" y="2788385"/>
            <a:ext cx="424617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3 – O que essa profissão faz no dia a dia?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Explicação simples das tarefas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Ferramentas usadas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Áreas de atuação</a:t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4424855" y="4311675"/>
            <a:ext cx="458251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4 – O que preciso estudar para chegar lá?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Nível escolar exigido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Faculdades, cursos técnicos, habilidades importantes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Cursos que já existem na região ou online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231226" y="1757741"/>
            <a:ext cx="838725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“Você vai criar uma apresentação no PowerPoint com no mínimo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slides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falando sobre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profissão dos seus sonhos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Vale caprichar nas imagens, animações, cores e até adicionar curiosidades legais! Se você ainda não sabe que profissão quer, </a:t>
            </a: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escolha uma que pareça divertida ou que você ache interessante conhecer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Use sua criatividade!”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357352" y="1300509"/>
            <a:ext cx="421464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5 – Curiosidades legais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Onde essa profissão surgiu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Alguém famoso nessa área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Curiosidades ou fatos engraçados</a:t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357352" y="2488168"/>
            <a:ext cx="458251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6 – Por que eu seria um bom profissional nessa área?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Seus Pontos fortes 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Falar sobre Sua Vontades e habilidades pessoais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357352" y="3675827"/>
            <a:ext cx="458251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7 – Links e extras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Inserir links para vídeos, sites ou imagens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Pode ser um botão com “Saiba mais”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2025-04-13T23:18:40Z</dcterms:created>
  <dc:creator>leo Souza</dc:creator>
</cp:coreProperties>
</file>