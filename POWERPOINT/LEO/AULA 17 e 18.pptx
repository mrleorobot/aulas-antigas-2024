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5715000" cx="9144000"/>
  <p:notesSz cx="6858000" cy="9144000"/>
  <p:embeddedFontLst>
    <p:embeddedFont>
      <p:font typeface="Corbel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zd0u5F0blsql845wcwZ48kqi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Corbel-boldItalic.fntdata"/><Relationship Id="rId9" Type="http://schemas.openxmlformats.org/officeDocument/2006/relationships/font" Target="fonts/Corbel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Corbel-regular.fntdata"/><Relationship Id="rId8" Type="http://schemas.openxmlformats.org/officeDocument/2006/relationships/font" Target="fonts/Corbel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089" y="1382277"/>
            <a:ext cx="2768100" cy="29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629850" y="2580875"/>
            <a:ext cx="30945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654756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77799" y="878463"/>
            <a:ext cx="8720667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o PowerPoint e para que ele serve?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a diferença entre slide em branco e modelo de slide pronto?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adicionar um novo slide à apresentação? </a:t>
            </a: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(Descreva o caminho ou o atalho)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 tema e onde podemos aplicá-lo?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serve a guia Design?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Onde encontramos a opção para aplicar transições entre os slides?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 a diferença entre transição e animação?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serve a opção Apresentação de Slides?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o atalho F5 faz no PowerPoint?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significa “inserir hiperlink” em uma apresentação?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serve a opção Duplicar Slide?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salvar a apresentação em formato PDF?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Cite 3 cuidados importantes ao montar uma apresentação profissional.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