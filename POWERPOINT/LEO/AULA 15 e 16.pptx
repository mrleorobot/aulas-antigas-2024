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5715000" cx="9144000"/>
  <p:notesSz cx="6858000" cy="9144000"/>
  <p:embeddedFontLst>
    <p:embeddedFont>
      <p:font typeface="Corbel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5RHb9XC6evq0wtDr4zn/y/yxT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Corbel-boldItalic.fntdata"/><Relationship Id="rId10" Type="http://schemas.openxmlformats.org/officeDocument/2006/relationships/font" Target="fonts/Corbel-italic.fntdata"/><Relationship Id="rId12" Type="http://customschemas.google.com/relationships/presentationmetadata" Target="metadata"/><Relationship Id="rId9" Type="http://schemas.openxmlformats.org/officeDocument/2006/relationships/font" Target="fonts/Corbel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Corbel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body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" name="Google Shape;18;p6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623888" y="1424783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623888" y="3824554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629841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629842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629842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3" type="body"/>
          </p:nvPr>
        </p:nvSpPr>
        <p:spPr>
          <a:xfrm>
            <a:off x="4629151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12"/>
          <p:cNvSpPr txBox="1"/>
          <p:nvPr>
            <p:ph idx="4" type="body"/>
          </p:nvPr>
        </p:nvSpPr>
        <p:spPr>
          <a:xfrm>
            <a:off x="4629151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5107951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107376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0" i="0" sz="3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4532425" y="748953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629840" y="1615334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1" name="Google Shape;9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6089" y="1382277"/>
            <a:ext cx="2768100" cy="29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idx="2" type="body"/>
          </p:nvPr>
        </p:nvSpPr>
        <p:spPr>
          <a:xfrm>
            <a:off x="629850" y="2580875"/>
            <a:ext cx="30945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DESAFIO DA CRIATIVIDADE NO POWERPOINT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252349" y="1063129"/>
            <a:ext cx="87343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Hoje vamos usar o PowerPoint de um jeito diferente.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Esqueça as apresentações comuns… agora é hora de improvisar, se divertir e criar!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702126" y="1842681"/>
            <a:ext cx="783474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da Atividade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Criar uma apresentação curta baseada em um tema sorteado.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Usar tudo o que aprendemos até agora: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Layouts, imagens, animações, transições, design e oratória.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252349" y="3658762"/>
            <a:ext cx="873430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vai funcionar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Etapas da Aula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sortear temas surpresa usando uma roleta.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aluno criará uma apresentação no PowerPoint com o tema sorteado.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Depois, cada aluno apresentará para a turma.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DESAFIO DA CRIATIVIDADE NO POWERPOINT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08757" y="1159453"/>
            <a:ext cx="852648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apresentação precisa conter: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Título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Introdução ao tema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Desenvolvimento com imagens, cores, ideias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 Finalização criativa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Importante: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Foco no visual, Inserir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Animações, Transições, Formas e Ícones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2025-04-13T23:18:40Z</dcterms:created>
  <dc:creator>leo Souza</dc:creator>
</cp:coreProperties>
</file>