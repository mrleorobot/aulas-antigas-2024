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715000" cx="9144000"/>
  <p:notesSz cx="6858000" cy="9144000"/>
  <p:embeddedFontLst>
    <p:embeddedFont>
      <p:font typeface="Corbel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gWh6H8oE8mAUUVGuE7UpYWOEE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rbel-bold.fntdata"/><Relationship Id="rId10" Type="http://schemas.openxmlformats.org/officeDocument/2006/relationships/font" Target="fonts/Corbel-regular.fntdata"/><Relationship Id="rId13" Type="http://schemas.openxmlformats.org/officeDocument/2006/relationships/font" Target="fonts/Corbel-boldItalic.fntdata"/><Relationship Id="rId12" Type="http://schemas.openxmlformats.org/officeDocument/2006/relationships/font" Target="fonts/Corbel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880790" y="1599659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504378" y="2473850"/>
            <a:ext cx="41553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71776" y="2770975"/>
            <a:ext cx="5538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CAMPO MINADO - ATIVIDADE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Utilizando tudo que foi visto em sala iremos criar um campo minado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PASSOS 1 – 9 </a:t>
            </a:r>
            <a:endParaRPr sz="1100"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85381" l="63405" r="21575" t="4730"/>
          <a:stretch/>
        </p:blipFill>
        <p:spPr>
          <a:xfrm>
            <a:off x="5453207" y="1992923"/>
            <a:ext cx="982762" cy="61472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133643" y="1109468"/>
            <a:ext cx="8043300" cy="4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PowerPoint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selecione uma apresentação em branco.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Página Inicial, no grupo Slides, clique em Layout e selecione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“Em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 grupo Texto,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WordArt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 estilo e digite as palavras: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CAMPO MINADO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Ainda na guia Inserir, clique em Formas, escolha um Retângulo e desenhe no slide.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dentro dele e digite: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retângulo ainda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selecionado: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Inserir 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Ação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Selecione: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Hiperlink para &gt; Próximo Slide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rbe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novo slide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(Ctrl + M)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defina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como em branco.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PASSOS 6 – 8</a:t>
            </a:r>
            <a:endParaRPr sz="1100"/>
          </a:p>
        </p:txBody>
      </p:sp>
      <p:sp>
        <p:nvSpPr>
          <p:cNvPr id="107" name="Google Shape;107;p3"/>
          <p:cNvSpPr/>
          <p:nvPr/>
        </p:nvSpPr>
        <p:spPr>
          <a:xfrm>
            <a:off x="175846" y="1060709"/>
            <a:ext cx="65556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Vá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Inserir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 Tabela e insira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linhas por 7 colunas.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Redimensione a tabela para que ocupe todo o slide.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 tabela for selecionada, duas novas guias aparecerão no topo.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(relacionada à tabela),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Estilos de Tabela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a primeira opção da segunda linha.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Na guia Inserir, clique em Imagens Online, pesquise por uma imagem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bomba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insira e redimensione para caber exatamente dentro de uma célula da tabela (não pode ultrapassar).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imagem ainda selecionada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Vá em Inserir &gt; Ação e Escolha: Clique com o mouse &gt; Proximo slide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Copie e cole a bomba em quantos quadrados desejar, criando o seu campo minado.</a:t>
            </a:r>
            <a:endParaRPr sz="1100"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76926" l="20180" r="27994" t="2580"/>
          <a:stretch/>
        </p:blipFill>
        <p:spPr>
          <a:xfrm>
            <a:off x="6805247" y="1547445"/>
            <a:ext cx="2069709" cy="82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PASSOS 9 – 15</a:t>
            </a:r>
            <a:endParaRPr sz="1100"/>
          </a:p>
        </p:txBody>
      </p:sp>
      <p:sp>
        <p:nvSpPr>
          <p:cNvPr id="114" name="Google Shape;114;p4"/>
          <p:cNvSpPr/>
          <p:nvPr/>
        </p:nvSpPr>
        <p:spPr>
          <a:xfrm>
            <a:off x="360124" y="1298929"/>
            <a:ext cx="83478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retângulos de cobertura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(efeito clique para revelar):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&gt; Formas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sobre um único quadradinho da tabela, cobrindo completamente o conteúdo de baixo.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Vá até 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a animação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Apaga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 (fica nas estrelinhas vermelhas).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Ainda na guia Animações: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Disparar &gt; Ao clicar em &gt; Retângulo (o próprio)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Duração, defina para 0,50 segundos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11. Copie e cole esse retângulo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todos os quadrados da tabela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.Certifique-se de não deixar espaços entre eles.Todos os retângulos devem ter a animação configurada corretamente.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PASSOS 9 – 15</a:t>
            </a:r>
            <a:endParaRPr sz="1100"/>
          </a:p>
        </p:txBody>
      </p:sp>
      <p:sp>
        <p:nvSpPr>
          <p:cNvPr id="120" name="Google Shape;120;p5"/>
          <p:cNvSpPr/>
          <p:nvPr/>
        </p:nvSpPr>
        <p:spPr>
          <a:xfrm>
            <a:off x="249701" y="1135513"/>
            <a:ext cx="85935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o slide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 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 Crie um novo slide (Ctrl + M) e defina o layout como em branco.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13. Vá em Inserir &gt; WordArt, escolha um estilo e escreva: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Game Over (ou “Você perdeu”, “Fim de jogo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como preferir)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14. Insira uma forma de retângulo, digite dentro: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o retângulo e vá em Inserir &gt; Ação Selecione: Hiperlink para &gt;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Slide: 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Adicionando transições entre os slides: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15. No Slide 2 (onde está o campo minado), vá na guia Transições e aplique: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Rasgar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16. No Slide 3 (Game Over), aplique a transição: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Fratura</a:t>
            </a:r>
            <a:endParaRPr sz="1100"/>
          </a:p>
        </p:txBody>
      </p:sp>
      <p:sp>
        <p:nvSpPr>
          <p:cNvPr id="121" name="Google Shape;121;p5"/>
          <p:cNvSpPr/>
          <p:nvPr/>
        </p:nvSpPr>
        <p:spPr>
          <a:xfrm>
            <a:off x="249700" y="4398903"/>
            <a:ext cx="859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17.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Apresente ao Professor e Salve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apresentação com o nome: Campo Minado – Seu Nome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