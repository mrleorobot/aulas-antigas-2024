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Corbel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IVHnlwD/rqSvj1QNe5x3dZAub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rbel-bold.fntdata"/><Relationship Id="rId25" Type="http://schemas.openxmlformats.org/officeDocument/2006/relationships/font" Target="fonts/Corbel-regular.fntdata"/><Relationship Id="rId28" Type="http://schemas.openxmlformats.org/officeDocument/2006/relationships/font" Target="fonts/Corbel-boldItalic.fntdata"/><Relationship Id="rId27" Type="http://schemas.openxmlformats.org/officeDocument/2006/relationships/font" Target="fonts/Corbel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" name="Google Shape;18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9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9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6043233" y="898744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839787" y="1938401"/>
            <a:ext cx="4126107" cy="1049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pt-BR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6487" y="1733850"/>
            <a:ext cx="3534000" cy="33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839789" y="3097061"/>
            <a:ext cx="3957680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39787" y="3476932"/>
            <a:ext cx="609391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TABELA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GRÁFICO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GIRAR OBJETOS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MANTENDO AS PROPORÇÕES CORRETAS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REORDENANDO SLIDES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DESFAZER AÇÃO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TRANSIÇÃO DE SLIDES (MANUAL E AUTOMÁTICA)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TABELA NO POWERPOINT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50729" y="1565753"/>
            <a:ext cx="1144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O que é uma Tabela?</a:t>
            </a:r>
            <a:br>
              <a:rPr i="0" lang="pt-BR" sz="1800" u="none" cap="none" strike="noStrike">
                <a:solidFill>
                  <a:schemeClr val="dk1"/>
                </a:solidFill>
              </a:rPr>
            </a:br>
            <a:r>
              <a:rPr i="0" lang="pt-BR" sz="1800" u="none" cap="none" strike="noStrike">
                <a:solidFill>
                  <a:schemeClr val="dk1"/>
                </a:solidFill>
              </a:rPr>
              <a:t>Uma tabela é uma ferramenta visual que organiza informações em linhas e colunas. 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800" u="none" cap="none" strike="noStrike">
                <a:solidFill>
                  <a:schemeClr val="dk1"/>
                </a:solidFill>
              </a:rPr>
              <a:t>Ela é muito útil para comparar dados, apresentar informações com clareza e deixar a apresentação mais organizada e profissional.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50722" y="2914941"/>
            <a:ext cx="7980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</a:rPr>
              <a:t>Como Inserir uma Tabela no PowerPoint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Para adicionar uma tabela à sua apresentação, siga os passos abaixo: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</a:rPr>
              <a:t>Vá até a guia “Inserir”</a:t>
            </a:r>
            <a:r>
              <a:rPr lang="pt-BR" sz="1800">
                <a:solidFill>
                  <a:schemeClr val="dk1"/>
                </a:solidFill>
              </a:rPr>
              <a:t> no menu superior do PowerPoint.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No grupo </a:t>
            </a:r>
            <a:r>
              <a:rPr b="1" lang="pt-BR" sz="1800">
                <a:solidFill>
                  <a:schemeClr val="dk1"/>
                </a:solidFill>
              </a:rPr>
              <a:t>Tabelas</a:t>
            </a:r>
            <a:r>
              <a:rPr lang="pt-BR" sz="1800">
                <a:solidFill>
                  <a:schemeClr val="dk1"/>
                </a:solidFill>
              </a:rPr>
              <a:t>, temos quatro opções principais: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Selecionar com o mouse</a:t>
            </a:r>
            <a:r>
              <a:rPr i="0" lang="pt-BR" sz="1800" u="none" cap="none" strike="noStrike">
                <a:solidFill>
                  <a:schemeClr val="dk1"/>
                </a:solidFill>
              </a:rPr>
              <a:t>: Passe o cursor sobre os quadrados para escolher o número de linhas e colunas (limitado a 10x8).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Inserir Tabela</a:t>
            </a:r>
            <a:r>
              <a:rPr i="0" lang="pt-BR" sz="1800" u="none" cap="none" strike="noStrike">
                <a:solidFill>
                  <a:schemeClr val="dk1"/>
                </a:solidFill>
              </a:rPr>
              <a:t>: Abre uma caixa de diálogo onde você digita a quantidade exata de linhas e colunas que deseja.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Desenhar Tabela</a:t>
            </a:r>
            <a:r>
              <a:rPr i="0" lang="pt-BR" sz="1800" u="none" cap="none" strike="noStrike">
                <a:solidFill>
                  <a:schemeClr val="dk1"/>
                </a:solidFill>
              </a:rPr>
              <a:t>: Você pode desenhar as células manualmente como preferir.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Planilha do Excel</a:t>
            </a:r>
            <a:r>
              <a:rPr i="0" lang="pt-BR" sz="1800" u="none" cap="none" strike="noStrike">
                <a:solidFill>
                  <a:schemeClr val="dk1"/>
                </a:solidFill>
              </a:rPr>
              <a:t>: Insere uma planilha diretamente do Excel, com as funcionalidades completas de edição.</a:t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59416" l="0" r="77613" t="0"/>
          <a:stretch/>
        </p:blipFill>
        <p:spPr>
          <a:xfrm>
            <a:off x="9031266" y="2849672"/>
            <a:ext cx="2617940" cy="3836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GRÁFICOS NO POWERPOINT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388307" y="1351384"/>
            <a:ext cx="112471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gráfico?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gráfico é uma representação visual e geométrica de um conjunto de dados. Ele é utilizado para facilitar a leitura e a compreensão de informações que poderiam ser confusas ou demoradas de entender em forma de texto ou tabela.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388307" y="2551713"/>
            <a:ext cx="116616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</a:rPr>
              <a:t>Como Inserir um Gráfico no PowerPoint</a:t>
            </a:r>
            <a:endParaRPr sz="1500">
              <a:solidFill>
                <a:schemeClr val="dk1"/>
              </a:solidFill>
            </a:endParaRPr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Vá até a guia </a:t>
            </a:r>
            <a:r>
              <a:rPr b="1" lang="pt-BR" sz="1500">
                <a:solidFill>
                  <a:schemeClr val="dk1"/>
                </a:solidFill>
              </a:rPr>
              <a:t>Inserir</a:t>
            </a:r>
            <a:r>
              <a:rPr lang="pt-BR" sz="1500">
                <a:solidFill>
                  <a:schemeClr val="dk1"/>
                </a:solidFill>
              </a:rPr>
              <a:t>, no menu superior do PowerPoint.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Clique na opção </a:t>
            </a:r>
            <a:r>
              <a:rPr b="1" lang="pt-BR" sz="1500">
                <a:solidFill>
                  <a:schemeClr val="dk1"/>
                </a:solidFill>
              </a:rPr>
              <a:t>Gráfico</a:t>
            </a:r>
            <a:r>
              <a:rPr lang="pt-BR" sz="1500">
                <a:solidFill>
                  <a:schemeClr val="dk1"/>
                </a:solidFill>
              </a:rPr>
              <a:t>, localizada no grupo </a:t>
            </a:r>
            <a:r>
              <a:rPr b="1" lang="pt-BR" sz="1500">
                <a:solidFill>
                  <a:schemeClr val="dk1"/>
                </a:solidFill>
              </a:rPr>
              <a:t>Ilustrações</a:t>
            </a:r>
            <a:r>
              <a:rPr lang="pt-BR" sz="1500">
                <a:solidFill>
                  <a:schemeClr val="dk1"/>
                </a:solidFill>
              </a:rPr>
              <a:t>.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Uma janela será aberta com </a:t>
            </a:r>
            <a:r>
              <a:rPr b="1" lang="pt-BR" sz="1500">
                <a:solidFill>
                  <a:schemeClr val="dk1"/>
                </a:solidFill>
              </a:rPr>
              <a:t>vários tipos de gráfico</a:t>
            </a:r>
            <a:r>
              <a:rPr lang="pt-BR" sz="1500">
                <a:solidFill>
                  <a:schemeClr val="dk1"/>
                </a:solidFill>
              </a:rPr>
              <a:t>, como: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Coluna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Barra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Pizza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Linha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Área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Dispersão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Entre outros.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Após escolher o tipo de gráfico e clicar em </a:t>
            </a:r>
            <a:r>
              <a:rPr b="1" lang="pt-BR" sz="1500">
                <a:solidFill>
                  <a:schemeClr val="dk1"/>
                </a:solidFill>
              </a:rPr>
              <a:t>OK</a:t>
            </a:r>
            <a:r>
              <a:rPr lang="pt-BR" sz="1500">
                <a:solidFill>
                  <a:schemeClr val="dk1"/>
                </a:solidFill>
              </a:rPr>
              <a:t>, será aberta </a:t>
            </a:r>
            <a:r>
              <a:rPr b="1" lang="pt-BR" sz="1500">
                <a:solidFill>
                  <a:schemeClr val="dk1"/>
                </a:solidFill>
              </a:rPr>
              <a:t>uma planilha do Excel integrada</a:t>
            </a:r>
            <a:r>
              <a:rPr lang="pt-BR" sz="1500">
                <a:solidFill>
                  <a:schemeClr val="dk1"/>
                </a:solidFill>
              </a:rPr>
              <a:t> ao PowerPoint.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Nesta planilha, você poderá: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Alterar os valores das colunas e linhas.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Editar os títulos e categorias.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i="0" lang="pt-BR" sz="1500" u="none" cap="none" strike="noStrike">
                <a:solidFill>
                  <a:schemeClr val="dk1"/>
                </a:solidFill>
              </a:rPr>
              <a:t>Adicionar ou remover dados conforme necessário.</a:t>
            </a:r>
            <a:endParaRPr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lang="pt-BR" sz="1500">
                <a:solidFill>
                  <a:schemeClr val="dk1"/>
                </a:solidFill>
              </a:rPr>
              <a:t>Conforme você altera os dados na planilha, o gráfico será atualizado automaticamente na apresentação.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OBJETOS NO POWERPOINT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246345" y="1327759"/>
            <a:ext cx="116993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objeto no PowerPoint?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objeto pode ser qualquer outro arquivo que você insere dentro da apresentação, como documentos PDF, planilhas, apresentações de outro PowerPoint, arquivos do Word, entre outros.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246345" y="2438980"/>
            <a:ext cx="11515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inserir um objeto na apresentação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localizada no menu superior.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na opção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se abrir, selecione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do arquivo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escolha o arquivo que deseja adicionar.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você tem duas opções: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 como ícone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arquivo aparecerá como um ícone na apresentação (mais discreto).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diretamente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conteúdo do arquivo aparecerá já visível no slide.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inserir.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246345" y="5024303"/>
            <a:ext cx="61064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Importante!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escolher a opção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 como ícone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será necessário configurar a ação para abrir o arquivo durante a apresentação</a:t>
            </a:r>
            <a:r>
              <a:rPr lang="pt-B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56783" y="622463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clique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escolha o que deve acontecer ao clicar no ícone (ex: "Executar objeto").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MANTENDO AS PROPORÇÕES CORRETAS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60331" y="1365708"/>
            <a:ext cx="114519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inserir elementos como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imagens, objetos, gráficos, tabelas, vídeos ou formas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é importante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suas proporções originais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redimensioná-los. Isso evita que o conteúdo fique esticado, achatado ou distorcido, mantendo um visual mais profissional.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460331" y="2392728"/>
            <a:ext cx="112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redimensionar corretamente: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o objeto que deseja redimensionar.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 (em versões mais novas, a tecla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pode ser usada).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pelas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quinas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objeto (cantos, e não laterais ou superior/inferior).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460330" y="3696997"/>
            <a:ext cx="1145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redimensionar puxando apenas pelas laterais ou pelo topo, pois isso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 a proporção original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pode deixar o objeto com aparência esticada.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510472" y="4724083"/>
            <a:ext cx="11113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insere uma imagem no slide. Para aumentar sem distorcer: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nela.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Puxe um dos cantos (superior ou inferior, esquerdo ou direito).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397700" y="1353895"/>
            <a:ext cx="115771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PowerPoint é uma das mais completas, permitindo incrementar a apresentação com diversos recursos visuais e interativos. Veja a seguir outras ferramentas importantes disponíveis: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397700" y="2093644"/>
            <a:ext cx="61064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inserir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salvas no seu computador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Guia Inserir &gt; Grupo Imagens &gt; Imagens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397700" y="3240862"/>
            <a:ext cx="61064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Online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Abre uma busca pelo navegador ou pela nuvem (OneDrive ou Bing) para inserir imagens da internet diretamente no slide.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Imagens Online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397700" y="4942078"/>
            <a:ext cx="61064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Instantâneo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capturar e inserir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da tela ativa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seu computador, ideal para tutoriais e explicações visuais.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Instantâneo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510435" y="1441578"/>
            <a:ext cx="61064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Álbum de Fotografias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criar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apresentação de slides com várias imagens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Ideal para mostrar eventos, produtos ou memórias.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Álbum de Fotografias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10435" y="3220616"/>
            <a:ext cx="61064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Oferece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prontas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(setas, caixas, círculos, estrelas, balões de fala etc.) para inserir no slide e personalizar.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Formas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510435" y="4684807"/>
            <a:ext cx="61064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SmartArt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 gráfico que ajuda a apresentar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visualmente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organogramas, listas, ciclos e processos.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SmartArt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472858" y="1463777"/>
            <a:ext cx="6106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Hiperlink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clicável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pode levar para: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 slide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site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arquivo no computador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Link (ou Hiperlink)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inserir um hiperlink,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precisa estar selecionado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texto, imagem ou forma).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472848" y="4096000"/>
            <a:ext cx="7263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adicionar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ações a objetos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 para outro slide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um programa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Executar um som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Ação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também precisa estar selecionado</a:t>
            </a:r>
            <a:r>
              <a:rPr lang="pt-B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7412275" y="3033437"/>
            <a:ext cx="4111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Comentários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anotações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slide que só aparecem no modo de edição. Muito útil para revisões ou recados internos.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Comentários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297493" y="1454104"/>
            <a:ext cx="6106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Texto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escrever livremente em qualquer parte do slide. Basta clicar e arrastar para abrir a área de digitação.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</a:rPr>
              <a:t>📌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Caixa de Texto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297493" y="2968669"/>
            <a:ext cx="6106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Cabeçalho e Rodapé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informações fixas como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data, nome da apresentação ou número do slide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 ou no rodapé dos slides.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Cabeçalho e Rodapé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ser aplicado a todos os slides ou a um slide específico</a:t>
            </a:r>
            <a:r>
              <a:rPr lang="pt-B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297493" y="5121638"/>
            <a:ext cx="6106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WordArt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 seu texto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artístico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estilos e efeitos especiais (como sombra, contorno ou 3D).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WordArt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535487" y="1453390"/>
            <a:ext cx="73559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 Hora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Insere a data e/ou a hora atual no slide. Pode ser configurado para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atualizar automaticamente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toda vez que a apresentação for aberta.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Data e Hora</a:t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535487" y="2828835"/>
            <a:ext cx="61064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do Slide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o número correspondente de cada slide, útil para apresentações longas ou impressas.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Número do Slide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535487" y="4204280"/>
            <a:ext cx="610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inserir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documentos ou arquivos (PDF, Word, Excel, etc.)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apresentação.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Objeto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🛈 Lembre-se: para aparecer como ícone ou arquivo aberto, selecione a opção apropriada ao inserir.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698324" y="1334085"/>
            <a:ext cx="870872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equações matemáticas prontas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permite criar as suas próprias com símbolos especiais.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Equação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698324" y="2908521"/>
            <a:ext cx="843314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caracteres especiais que não existem no teclado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sinais matemáticos, letras gregas, entre outros.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Símbolo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adicionar um símbolo, 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texto precisa estar ativa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698324" y="4759956"/>
            <a:ext cx="610643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Vídeo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inserir vídeos salvos no computador ou de fontes online.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Vídeo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🛈 Pode ser configurado para começar automaticamente, ao clicar, ou em loop.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OUTROS ELEMENTOS DA GUIA INSERIR</a:t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635695" y="1503495"/>
            <a:ext cx="1077551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Áudio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Insere arquivos de áudio na apresentação. Você pode escolher se o som toca automaticamente ou só ao clicar.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&gt; Áudio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🛈 Suporta narrações, músicas de fundo ou efeitos sonoros.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REORDENANDO SLIDES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760955" y="1685680"/>
            <a:ext cx="11013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a criação de uma apresentação, pode ser necessário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ordem dos slides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 PowerPoint isso é simples e intuitivo!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miniaturas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slides, localizado na lateral esquerda da tela.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slide que deseja mover.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Arraste-o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nova posição desejada.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Solte o botão do mouse — pronto! O slide será reposicionado.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também pode acessar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Classificação de Slides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para visualizar todos os slides ao mesmo tempo e facilitar o processo de reordenação.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DESFAZER AÇÕES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460330" y="1513169"/>
            <a:ext cx="11589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a criação de slides, é comum cometermos erros ou simplesmente querermos voltar atrás em alguma edição.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desfazer ações no PowerPoint, você pode: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no ícone de “Desfazer”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(setinha curvada para a esquerda) que fica 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Acesso Rápido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 da janela.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o atalho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PowerPoint permite desfazer várias ações anteriores — então não tenha medo de experimentar!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TRANSIÇÃO DE SLIDES (Manual e Automática)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556550" y="3427701"/>
            <a:ext cx="1120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Transição de slides é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visual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aparece ao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trocar de um slide para outro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Esse recurso deixa a apresentação mais dinâmica e interessante.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TRANSIÇÃO DE SLIDES (Manual e Automática)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134127" y="1305341"/>
            <a:ext cx="9923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dividida em três grupos: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Sutil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efeitos simples e discretos.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Empolgante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efeitos mais chamativos e impactantes.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Conteúdo Dinâmico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ideal para quando há mudanças específicas em partes do slide.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Configurações (Grupo "Intervalo"):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Adiciona efeitos sonoros à transição.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quanto tempo dura a transição.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a todos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Usa a mesma transição em todos os slides.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Avançar slide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slide só muda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com o mouse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Ideal para apresentações presenciais, com explicações detalhadas.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Automático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Desmarque “ao clicar com o mouse” e marque “após”. Assim, o slide muda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sozinho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após o tempo definido.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Transições exageradas podem distrair. Use com equilíbrio!</a:t>
            </a:r>
            <a:endParaRPr/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b="86737" l="0" r="34623" t="0"/>
          <a:stretch/>
        </p:blipFill>
        <p:spPr>
          <a:xfrm>
            <a:off x="6433501" y="5718131"/>
            <a:ext cx="5263574" cy="85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472855" y="1466630"/>
            <a:ext cx="114519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animações é uma forma de deixar os objetos (como imagens, textos e formas) mais dinâmicos durante a apresentação. As animações chamam atenção para elementos importantes e deixam a apresentação mais atrativa.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472855" y="2716722"/>
            <a:ext cx="61064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adicionar?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r>
              <a:rPr lang="pt-B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 b="85586" l="0" r="2996" t="0"/>
          <a:stretch/>
        </p:blipFill>
        <p:spPr>
          <a:xfrm>
            <a:off x="3269293" y="2313377"/>
            <a:ext cx="8004131" cy="1255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16586" y="1373238"/>
            <a:ext cx="110511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Grupos e Ferramentas da Guia Animações: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como a animação vai ficar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de aplicar.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Animação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efeitos: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objeto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aparece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Ênfase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objeto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destaca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(brilha, gira etc.).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objeto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desaparece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Caminhos de Animação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objeto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move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trajetórias personalizadas.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de Efeito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direção ou forma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animação (esquerda, direita, para cima, etc.).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Animação Avançada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Animação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adicionar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de uma animação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mesmo objeto.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 Animação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Mostra uma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do tempo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todas as animações do slide.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Disparar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 animação começa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(ao clicar, com áudio, com outro efeito, etc.).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 de Animação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animação aplicada em um objeto 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outro.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Intervalo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se a animação será ao clicar, com a anterior ou após a anterior.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Duração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tempo a animação vai durar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Atraso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Define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tempo depois a animação começa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Reordenar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Altera 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ordem das animações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slide.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i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animações com moderação! Muitas animações podem distrair o público.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11059" y="1352871"/>
            <a:ext cx="99864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1 – TEÓRICA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 que é PowerPoint?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Responda com suas palavras o que é e para que serve o Microsoft PowerPoint.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Cite pelo menos 3 guias presentes no PowerPoint e explique suas funções: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Inserir: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Design: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Animações: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O que é Layout do Slide?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 a importância do layout e como ele ajuda a organizar as informações nos slides.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Cite e explique duas funções que estão disponíveis na guia Inserir: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</a:rPr>
              <a:t>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magem Online: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Qual é o formato nativo padrão do PowerPoint?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extensão do arquivo.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É possível excluir um slide? Se sim, explique como: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 o passo a passo com base nas miniaturas da lateral esquerda.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0" y="0"/>
            <a:ext cx="12192000" cy="1139868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41123" y="1139868"/>
            <a:ext cx="10709753" cy="567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2 – PRÁTICA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apresentação de slides no PowerPoint seguindo as instruções abaixo: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linguagem de programação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Python, JavaScript, C#, etc.)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 dos temas disponíveis na guia “Design”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 em todos os slides.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1 (Título e Subtítulo):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escreva o nome da linguagem escolhida.</a:t>
            </a:r>
            <a:endParaRPr/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coloque o seu nome.</a:t>
            </a:r>
            <a:endParaRPr/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também uma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da linguagem escolhida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uma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pequena introdução sobre o que é programação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3 e 4: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linguagem de programação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escolhida.</a:t>
            </a:r>
            <a:endParaRPr/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pelo menos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exemplo de código ou uso real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cada slide.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5 (Referências):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sz="1500">
                <a:solidFill>
                  <a:schemeClr val="dk1"/>
                </a:solidFill>
              </a:rPr>
              <a:t> 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 os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sites, livros ou fontes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pesquisou as informações.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pt-BR" sz="1500">
                <a:solidFill>
                  <a:schemeClr val="dk1"/>
                </a:solidFill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a apresentação com o nome: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Linguagem de Programação – Seu Nome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