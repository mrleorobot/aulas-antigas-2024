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5715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h30/fl85PcsnthFKREg4RsDRq/2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371836" y="685800"/>
            <a:ext cx="41151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Calibri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/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Calibri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" type="body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900"/>
              <a:buNone/>
              <a:defRPr sz="19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3" type="body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11"/>
          <p:cNvSpPr txBox="1"/>
          <p:nvPr>
            <p:ph idx="4" type="body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indent="-3683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492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libri"/>
              <a:buNone/>
              <a:defRPr b="0" i="0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5.jpg"/><Relationship Id="rId5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gif"/><Relationship Id="rId4" Type="http://schemas.openxmlformats.org/officeDocument/2006/relationships/image" Target="../media/image4.png"/><Relationship Id="rId5" Type="http://schemas.openxmlformats.org/officeDocument/2006/relationships/image" Target="../media/image9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904460" y="1049130"/>
            <a:ext cx="32997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 Viagem de Chihiro</a:t>
            </a:r>
            <a:endParaRPr b="1" i="0" sz="1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572149" y="1413325"/>
            <a:ext cx="18066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Leonilson Souza</a:t>
            </a:r>
            <a:endParaRPr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476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/>
        </p:nvSpPr>
        <p:spPr>
          <a:xfrm>
            <a:off x="983975" y="1027043"/>
            <a:ext cx="7186800" cy="20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Introdução ao Filme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</a:rPr>
              <a:t>Diretor: Hayao Miyazaki Estúdio: Studio Ghibli Ano de Lançamento: 2001</a:t>
            </a:r>
            <a:endParaRPr b="1"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Resumo:"A Viagem de Chihiro" conta a história de uma garota de 10 anos que entra em um mundo mágico cheio de deuses, espíritos e criaturas misteriosas, enquanto tenta salvar seus pais que foram transformados em porcos.</a:t>
            </a:r>
            <a:endParaRPr sz="1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1300" y="3271525"/>
            <a:ext cx="4091972" cy="2298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24360" y="2831635"/>
            <a:ext cx="1957905" cy="2654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476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/>
        </p:nvSpPr>
        <p:spPr>
          <a:xfrm>
            <a:off x="805070" y="695738"/>
            <a:ext cx="7812300" cy="13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</a:rPr>
              <a:t>Personagens Principais:</a:t>
            </a:r>
            <a:r>
              <a:rPr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Chihiro (Sen): Protagonista corajosa e determinada.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</a:rPr>
              <a:t>Haku</a:t>
            </a:r>
            <a:r>
              <a:rPr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Jovem misterioso que ajuda Chihiro.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</a:rPr>
              <a:t>Yubaba</a:t>
            </a:r>
            <a:r>
              <a:rPr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Feiticeira que comanda a casa de banhos.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lt1"/>
                </a:solidFill>
              </a:rPr>
              <a:t>Sem Rosto</a:t>
            </a:r>
            <a:r>
              <a:rPr lang="pt-BR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Espírito enigmático que se transforma  e se torna amigo ao longo da história.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flipH="1">
            <a:off x="600075" y="2411966"/>
            <a:ext cx="2938255" cy="1654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3"/>
          <p:cNvPicPr preferRelativeResize="0"/>
          <p:nvPr/>
        </p:nvPicPr>
        <p:blipFill rotWithShape="1">
          <a:blip r:embed="rId4">
            <a:alphaModFix/>
          </a:blip>
          <a:srcRect b="6253" l="0" r="0" t="0"/>
          <a:stretch/>
        </p:blipFill>
        <p:spPr>
          <a:xfrm>
            <a:off x="3538330" y="2411967"/>
            <a:ext cx="3144456" cy="1828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3"/>
          <p:cNvPicPr preferRelativeResize="0"/>
          <p:nvPr/>
        </p:nvPicPr>
        <p:blipFill rotWithShape="1">
          <a:blip r:embed="rId5">
            <a:alphaModFix/>
          </a:blip>
          <a:srcRect b="20325" l="29850" r="-29850" t="-20325"/>
          <a:stretch/>
        </p:blipFill>
        <p:spPr>
          <a:xfrm>
            <a:off x="6476586" y="1914186"/>
            <a:ext cx="2896809" cy="2102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476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i.pinimg.com/originals/d4/cd/f5/d4cdf51dafa642016528e35ca4893c5e.gif" id="105" name="Google Shape;10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3200" y="208475"/>
            <a:ext cx="3556275" cy="173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069" y="2539458"/>
            <a:ext cx="1482248" cy="31755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pirited Away GIFs | GIFDB.com" id="107" name="Google Shape;10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43188" y="3484560"/>
            <a:ext cx="3700806" cy="223043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 txBox="1"/>
          <p:nvPr/>
        </p:nvSpPr>
        <p:spPr>
          <a:xfrm>
            <a:off x="2422559" y="1796367"/>
            <a:ext cx="27630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Impacto Cultural e Reconhecimento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Oscar de Melhor Animação (2003)Maior bilheteria da história do Japão por muitos anos.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Considerado um dos maiores filmes de animação de todos os tempos.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Influenciou diversas obras com sua arte, trilha sonora e profundidade.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2025-03-31T00:41:31Z</dcterms:created>
  <dc:creator>Aluno</dc:creator>
</cp:coreProperties>
</file>