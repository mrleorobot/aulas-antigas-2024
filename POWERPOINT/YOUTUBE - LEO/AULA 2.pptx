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pQFoqqOPofyphoemrIufgWmtH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canva.com/" TargetMode="External"/><Relationship Id="rId4" Type="http://schemas.openxmlformats.org/officeDocument/2006/relationships/hyperlink" Target="https://www.remove.b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https/www.youtube.com/@manualdomundo" TargetMode="External"/><Relationship Id="rId4" Type="http://schemas.openxmlformats.org/officeDocument/2006/relationships/hyperlink" Target="https://clipchamp.com/pt-br/" TargetMode="External"/><Relationship Id="rId5" Type="http://schemas.openxmlformats.org/officeDocument/2006/relationships/hyperlink" Target="https://www.canva.com/pt_br/videos/" TargetMode="External"/><Relationship Id="rId6" Type="http://schemas.openxmlformats.org/officeDocument/2006/relationships/hyperlink" Target="https://www.canva.com/pt_br/videos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305425" y="1153583"/>
            <a:ext cx="3133800" cy="34818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113" y="1619250"/>
            <a:ext cx="203835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257300" y="2931575"/>
            <a:ext cx="3133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221581" y="2162142"/>
            <a:ext cx="3043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YOUTUBE</a:t>
            </a:r>
            <a:endParaRPr b="1" sz="4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PERSONALIZAÇÃO DO CANAL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104775" y="873696"/>
            <a:ext cx="651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Aprender a deixar o canal com a “sua cara”, de forma simples e rápida.</a:t>
            </a:r>
            <a:endParaRPr sz="1100"/>
          </a:p>
        </p:txBody>
      </p:sp>
      <p:sp>
        <p:nvSpPr>
          <p:cNvPr id="94" name="Google Shape;94;p2"/>
          <p:cNvSpPr/>
          <p:nvPr/>
        </p:nvSpPr>
        <p:spPr>
          <a:xfrm>
            <a:off x="104775" y="1335218"/>
            <a:ext cx="45720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Acesse o YouTube com sua conta Google.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ícone do seu perfil (canto superior direito).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"Seu canal"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Clique no botão azul: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"Personalizar canal"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Isso abrirá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YouTube Studio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na aba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"Layout"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20707"/>
          <a:stretch/>
        </p:blipFill>
        <p:spPr>
          <a:xfrm>
            <a:off x="6762750" y="2181603"/>
            <a:ext cx="2021681" cy="605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9444" y="1428680"/>
            <a:ext cx="2974987" cy="404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725" y="3089913"/>
            <a:ext cx="2221706" cy="823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3656" y="4445000"/>
            <a:ext cx="2580776" cy="98661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6286500" y="1181473"/>
            <a:ext cx="15621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PASSO 1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530578" y="1929026"/>
            <a:ext cx="1508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PASSO 2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298656" y="2828757"/>
            <a:ext cx="1740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PASSO 3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149578" y="4154392"/>
            <a:ext cx="9561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PASSO 4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5740" y="3389313"/>
            <a:ext cx="1750219" cy="190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2076450" y="3136533"/>
            <a:ext cx="1838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PASSO 5</a:t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PODEMOS PERSONALIZAR:</a:t>
            </a:r>
            <a:endParaRPr sz="1100"/>
          </a:p>
        </p:txBody>
      </p:sp>
      <p:sp>
        <p:nvSpPr>
          <p:cNvPr id="110" name="Google Shape;110;p3"/>
          <p:cNvSpPr/>
          <p:nvPr/>
        </p:nvSpPr>
        <p:spPr>
          <a:xfrm>
            <a:off x="285750" y="976949"/>
            <a:ext cx="82581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Nome do Canal: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Aba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básicas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Editar nome.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Descrição do Canal: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Fale brevemente sobre o que será postado no canal.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Ex: “Dicas de Informática para iniciantes”, “Tutoriais semanais”.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Links de redes sociais (opcional):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Adicione links como Instagram, WhatsApp ou Facebook.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E-mail para contato (opcional):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Pode ser o mesmo da conta ou outro específico para o canal.</a:t>
            </a:r>
            <a:endParaRPr sz="1100"/>
          </a:p>
        </p:txBody>
      </p:sp>
      <p:sp>
        <p:nvSpPr>
          <p:cNvPr id="111" name="Google Shape;111;p3"/>
          <p:cNvSpPr/>
          <p:nvPr/>
        </p:nvSpPr>
        <p:spPr>
          <a:xfrm>
            <a:off x="285750" y="3329732"/>
            <a:ext cx="82581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 MUDANÇAS COM SOFTWARES, SITES E APLICATIVOS: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💻 Plataforma: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próprio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YouTube Studio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(site oficial no navegador).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usar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Chrome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PC ou notebook (evitar celular, pois limita a personalização).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de Apoio (opcional):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Canva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(site gratuito) → Para criar banner, imagem de perfil e ícones com aparência profissional, mesmo sem saber design.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Remove.bg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Para remover o fundo de imagens (caso queiram criar algo com fotos próprias).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TRAILER DO CANAL (PARA NÃO INSCRITOS)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57175" y="888281"/>
            <a:ext cx="57720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TRAILER DE CANAL?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vídeo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segundos a 1 minuto e meio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Apresenta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quem é o dono do canal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 pessoa pode esperar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vídeos.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 ser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simpático e com uma chamada clara: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“Se inscreve no canal para acompanhar…”</a:t>
            </a:r>
            <a:endParaRPr sz="1100"/>
          </a:p>
        </p:txBody>
      </p:sp>
      <p:sp>
        <p:nvSpPr>
          <p:cNvPr id="118" name="Google Shape;118;p4"/>
          <p:cNvSpPr/>
          <p:nvPr/>
        </p:nvSpPr>
        <p:spPr>
          <a:xfrm>
            <a:off x="257175" y="2277418"/>
            <a:ext cx="61911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Acesse 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YouTube Studio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clique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"Personalização"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aba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“Guia Início"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Adicionar Seção e Escolher Trailer do Canal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"Adicionar"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selecione um vídeo já enviado ao canal</a:t>
            </a:r>
            <a:endParaRPr sz="1100"/>
          </a:p>
        </p:txBody>
      </p:sp>
      <p:sp>
        <p:nvSpPr>
          <p:cNvPr id="119" name="Google Shape;119;p4">
            <a:hlinkClick r:id="rId3"/>
          </p:cNvPr>
          <p:cNvSpPr/>
          <p:nvPr/>
        </p:nvSpPr>
        <p:spPr>
          <a:xfrm>
            <a:off x="8610600" y="3195076"/>
            <a:ext cx="324000" cy="3705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57175" y="3508525"/>
            <a:ext cx="8515500" cy="17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COM FERRAMENTAS FÁCEIS: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Gravação do Trailer: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Celular com câmera simples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(horizontal, boa iluminação)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usar 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gravador de voz do celular + imagem estática no vídeo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 a pessoa não quiser aparecer.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Edição simples: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Clipchamp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(editor online da Microsoft) → Gratuito, intuitivo.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CapCut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(celular ou versão web) → Edição rápida com legenda automática e cortes simples.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Canva Vídeo</a:t>
            </a:r>
            <a:r>
              <a:rPr lang="pt-BR" sz="1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(tem modelo pronto de trailer, dá para gravar direto da webcam ou subir vídeo)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DESTAQUE PARA INSCRITOS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52400" y="931615"/>
            <a:ext cx="68484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PARA ESCOLHER O VÍDEO DE DESTAQUE: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Diferente do trailer (que é para atrair novos), o destaque para inscritos pode ser: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vídeo mais recente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vídeo com alto engajamento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aviso importante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(“Novo quadro no canal!”)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 das últimas novidades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52400" y="2500388"/>
            <a:ext cx="61911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Acesse 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YouTube Studio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clique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"Personalização"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aba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“Guia Início"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Adicionar Seção e Escolher Destaque para Inscritos.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"Adicionar"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selecione um vídeo já enviado ao canal</a:t>
            </a:r>
            <a:endParaRPr sz="1100"/>
          </a:p>
        </p:txBody>
      </p:sp>
      <p:sp>
        <p:nvSpPr>
          <p:cNvPr id="128" name="Google Shape;128;p5"/>
          <p:cNvSpPr/>
          <p:nvPr/>
        </p:nvSpPr>
        <p:spPr>
          <a:xfrm>
            <a:off x="152400" y="3948865"/>
            <a:ext cx="82488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 COM FERRAMENTAS FÁCEIS: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Clipchamp / CapCut / Canva Vídeo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editar um vídeo curto de resumo, bastam cortes simples e uma legenda ou narração.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Celular + voz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gravar só a tela mostrando os vídeos novos, com uma narração dizendo: “Se você ainda não viu esse vídeo, aproveita e assiste agora!”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SEÇÕES DO CANAL (ORGANIZAÇÃO DE CONTEÚDO)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61950" y="928613"/>
            <a:ext cx="8429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blocos que você adiciona à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seu canal no YouTube. Elas servem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os vídeos de forma visual e fácil de navegar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prateleiras de uma vitrine.</a:t>
            </a:r>
            <a:endParaRPr sz="1100"/>
          </a:p>
        </p:txBody>
      </p:sp>
      <p:sp>
        <p:nvSpPr>
          <p:cNvPr id="135" name="Google Shape;135;p6"/>
          <p:cNvSpPr/>
          <p:nvPr/>
        </p:nvSpPr>
        <p:spPr>
          <a:xfrm>
            <a:off x="361950" y="1665586"/>
            <a:ext cx="45720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criar seções como: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Últimos vídeos enviados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Aulas de PowerPoint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de celular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Shorts mais assistidos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61950" y="3235780"/>
            <a:ext cx="4572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Acesse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YouTube Studio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"Personalização”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Aba “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Início” Ative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no botão Adicionar Seção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BRANDING DO CANAL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95250" y="957548"/>
            <a:ext cx="88011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A IDENTIDADE VISUAL (BRANDING) É IMPORTANTE?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identidade visual é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primeira impressão que o público tem do canal.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antes de assistir ao vídeo, a pessoa já vê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foto de perfil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banner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e, durante o vídeo,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marca d’água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Esses elementos ajudam a:</a:t>
            </a:r>
            <a:endParaRPr sz="1100"/>
          </a:p>
        </p:txBody>
      </p:sp>
      <p:sp>
        <p:nvSpPr>
          <p:cNvPr id="143" name="Google Shape;143;p7"/>
          <p:cNvSpPr/>
          <p:nvPr/>
        </p:nvSpPr>
        <p:spPr>
          <a:xfrm>
            <a:off x="95250" y="1903774"/>
            <a:ext cx="91344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 Reconhecer o canal com facilidade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o canal tem sempre a mesma imagem ou estilo visual, fica fácil de lembrar.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pessoa bate o olho e já sabe de quem é o conteúdo.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95250" y="2604451"/>
            <a:ext cx="91344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2. Passar profissionalismo e cuidado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banner bem feito e uma imagem clara mostram que o criador se preocupa com o canal.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Mesmo sendo simples, dá mais confiança para quem assiste.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95250" y="3320954"/>
            <a:ext cx="9134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3. Chamar a atenção de novos inscritos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visual organizado, com cores e letras legíveis, atrai mais cliques.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marca d’água com “Inscreva-se” incentiva quem está assistindo a se tornar seguidor.</a:t>
            </a:r>
            <a:endParaRPr sz="1100"/>
          </a:p>
        </p:txBody>
      </p:sp>
      <p:sp>
        <p:nvSpPr>
          <p:cNvPr id="146" name="Google Shape;146;p7"/>
          <p:cNvSpPr/>
          <p:nvPr/>
        </p:nvSpPr>
        <p:spPr>
          <a:xfrm>
            <a:off x="95250" y="3981392"/>
            <a:ext cx="9134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4. Criar um estilo próprio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 tempo, o canal fica com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 cara do criador”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ajuda a construir um público fiel e uma marca pessoal.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BRANDING DO CANAL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219075" y="869115"/>
            <a:ext cx="86391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FOTO DE PERFIL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Tamanho ideal: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98 x 98 pixels (mínimo)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Formato: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Quadrado (mas o YouTube corta em círculo)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foto sua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logotipo simples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emoji personalizado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inicial do nome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uma imagem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seja clara mesmo quando estiver pequena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53" name="Google Shape;153;p8"/>
          <p:cNvSpPr/>
          <p:nvPr/>
        </p:nvSpPr>
        <p:spPr>
          <a:xfrm>
            <a:off x="219075" y="2469918"/>
            <a:ext cx="86391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BANNER DO CANAL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Tamanho total recomendado: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2560 x 1440 pixels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Área segura (visível em todos os dispositivos):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1546 x 423 pixels (fica centralizada)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Evite colocar texto fora da área segura (pode não aparecer no celular ou TV).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incluir: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 do canal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Dias ou horários de postagem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sociais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Bordas decorativas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Ferramenta recomendada: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Canva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Busque por "Banner para YouTube" e edite com modelos prontos.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PEDIDOS DE INSCRIÇÃO VISUAIS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04800" y="910167"/>
            <a:ext cx="86298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incentivar os visitantes a se inscreverem no canal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usando imagens, animações ou textos visuais nos vídeos.</a:t>
            </a:r>
            <a:endParaRPr sz="1100"/>
          </a:p>
        </p:txBody>
      </p:sp>
      <p:sp>
        <p:nvSpPr>
          <p:cNvPr id="160" name="Google Shape;160;p9"/>
          <p:cNvSpPr/>
          <p:nvPr/>
        </p:nvSpPr>
        <p:spPr>
          <a:xfrm>
            <a:off x="304800" y="1628693"/>
            <a:ext cx="4572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 DE PEDIDOS VISUAIS: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Ícones de sininho tocando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Botão animado de "Inscreva-se"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Texto aparecendo com efeitos: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“Já se inscreveu? 👇” / “Ativa o sininho!”</a:t>
            </a:r>
            <a:endParaRPr sz="1100"/>
          </a:p>
        </p:txBody>
      </p:sp>
      <p:sp>
        <p:nvSpPr>
          <p:cNvPr id="161" name="Google Shape;161;p9"/>
          <p:cNvSpPr/>
          <p:nvPr/>
        </p:nvSpPr>
        <p:spPr>
          <a:xfrm>
            <a:off x="304800" y="3039716"/>
            <a:ext cx="74580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DE INSERIR NO VÍDEO: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animado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começo ou final do vídeo.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figurinhas ou GIFs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botão de inscrição.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tela final personalizada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chamada para ação (tela de encerramento).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PEDIDOS DE INSCRIÇÃO VISUAIS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685800" y="1087785"/>
            <a:ext cx="77535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 COM FERRAMENTAS FÁCEIS: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👇 Para vídeos com animações: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CapCut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(celular ou navegador):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 modelos de botão “Inscreva-se” com som, animações prontas e ícones gratuitos.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Canva Vídeo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Buscar por "YouTube Subscribe" nos elementos → arrastar para o vídeo.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gravar um vídeo e inserir a animação na edição.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Clipchamp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texto animado e ícones com efeito de entrada.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ícones prontos: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Flaticon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Digite "subscribe", baixe o ícone em PNG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Giphy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Buscar gifs animados com fundo transparente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MENU CONFIGURAÇÕES DO YOUTUBE STUDIO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361950" y="938196"/>
            <a:ext cx="8448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 configurar corretamente o canal, acessando o menu onde ficam opções de moeda, país, palavras-chave, público e privacidade.</a:t>
            </a:r>
            <a:endParaRPr sz="1100"/>
          </a:p>
        </p:txBody>
      </p:sp>
      <p:sp>
        <p:nvSpPr>
          <p:cNvPr id="174" name="Google Shape;174;p11"/>
          <p:cNvSpPr/>
          <p:nvPr/>
        </p:nvSpPr>
        <p:spPr>
          <a:xfrm>
            <a:off x="361950" y="1476805"/>
            <a:ext cx="84486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 A PASSO: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Acesse o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YouTube Studio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menu da esquerda, clique em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“Configurações”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(ícone de engrenagem no canto inferior esquerdo)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Navegue pelas seguintes abas:</a:t>
            </a:r>
            <a:endParaRPr sz="1100"/>
          </a:p>
        </p:txBody>
      </p:sp>
      <p:sp>
        <p:nvSpPr>
          <p:cNvPr id="175" name="Google Shape;175;p11"/>
          <p:cNvSpPr/>
          <p:nvPr/>
        </p:nvSpPr>
        <p:spPr>
          <a:xfrm>
            <a:off x="347663" y="2477079"/>
            <a:ext cx="8448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Moeda padrão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deixar como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Dólar (USD)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é o mais usado por criadores e obrigatório para ativar monetização futuramente.</a:t>
            </a:r>
            <a:endParaRPr sz="1100"/>
          </a:p>
        </p:txBody>
      </p:sp>
      <p:sp>
        <p:nvSpPr>
          <p:cNvPr id="176" name="Google Shape;176;p11"/>
          <p:cNvSpPr/>
          <p:nvPr/>
        </p:nvSpPr>
        <p:spPr>
          <a:xfrm>
            <a:off x="361950" y="3246521"/>
            <a:ext cx="84486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País de residência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Escolher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Brasil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Palavras-chave do canal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palavras que ajudam o YouTube a entender sobre o que é o canal.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“informática”, “aulas para iniciantes”, “dicas de Word”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MENU CONFIGURAÇÕES DO YOUTUBE STUDIO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657225" y="1436034"/>
            <a:ext cx="78201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Configurações + Avançadas que podem ser realizadas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Definição de público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Marcar se o canal é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feito para crianças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 não.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Dica: marcar como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“não é feito para crianças”</a:t>
            </a: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pois isso permite comentários, end screens, etc.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Legendas automáticas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Ativar legenda em português automaticamente (útil para acessibilidade).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Exibir contagem de inscritos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quiser, pode esconder até atingir uma meta (ex: 100 inscritos).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Anúncios personalizados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deixar ativado ou desativado, mesmo sem monetização ainda.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ESCOLHA DO NICHO E TIPO DE CANAL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342900" y="901866"/>
            <a:ext cx="45720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NICHO?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Nicho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o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 central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canal, o assunto que será tratado na maioria dos vídeos.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Exemplo de nichos: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Aulas de informática para iniciantes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Receitas simples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Dicas de organização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Humor com memes e vídeos curtos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Vlogs do dia a dia</a:t>
            </a:r>
            <a:endParaRPr sz="1100"/>
          </a:p>
        </p:txBody>
      </p:sp>
      <p:sp>
        <p:nvSpPr>
          <p:cNvPr id="189" name="Google Shape;189;p13"/>
          <p:cNvSpPr/>
          <p:nvPr/>
        </p:nvSpPr>
        <p:spPr>
          <a:xfrm>
            <a:off x="342900" y="3227918"/>
            <a:ext cx="48291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ESCOLHER O NICHO: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Pergunte: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“Sobre o que eu gosto de falar ou ensinar?”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Veja o que você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sabe fazer bem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pode ensinar com facilidade.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Pense em quem seria seu público: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Crianças?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Pessoas mais velhas aprendendo informática?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Jovens interessados em cultura pop?</a:t>
            </a:r>
            <a:endParaRPr sz="1100"/>
          </a:p>
        </p:txBody>
      </p:sp>
      <p:sp>
        <p:nvSpPr>
          <p:cNvPr id="190" name="Google Shape;190;p13"/>
          <p:cNvSpPr/>
          <p:nvPr/>
        </p:nvSpPr>
        <p:spPr>
          <a:xfrm>
            <a:off x="5305425" y="3867217"/>
            <a:ext cx="36861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CANAL: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Educativo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(ex: tutoriais, aulas)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Entretenimento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(ex: humor, reações, histórias)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Informativo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(ex: notícias, curiosidades)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Vlog pessoal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(ex: rotina, reflexões, desafios)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Review ou unboxing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(ex: produtos, aplicativos)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CANAIS POPULARES EM 2025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1714500" y="1041872"/>
            <a:ext cx="54102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 DE CANAIS POPULARES (DIVERSOS NICHOS):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Educação e Dicas: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Manual do Mundo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(experimentos e ciência)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Professor Noslen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(português e educação)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Humor e Entretenimento: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Whindersson Nunes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(humor e vlogs)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Lucas Rangel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(sketches e vídeos curtos)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Felipe Neto / Jazzghost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(infantil e jovem)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Lipão Gamer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(gameplay comentado)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Música: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Gabriel Elias / Priscilla Alcantara</a:t>
            </a: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(música autoral)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Culinária: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Isamara Amâncio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Shorts e Vídeos Rápidos: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T3ddy Shorts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FORMATO DE VÍDEO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238125" y="952203"/>
            <a:ext cx="84678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FORMATOS: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Vídeo Horizontal Tradicional (16:9)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Formato padrão do YouTube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Usado para tutoriais, aulas, entrevistas, vlogs longos, etc.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Exemplo: vídeo ensinando a usar o Word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YouTube Shorts (9:16 - vertical)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Vídeos curtos (até 60 segundos)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Estilo TikTok / Reels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Ótimo para dicas rápidas, curiosidades, bastidores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Lives (transmissão ao vivo)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Ideal para tirar dúvidas, conversar com inscritos, fazer algo em tempo real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Requer internet estável e microfone razoável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Série com Episódios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Vídeos divididos em partes, com título sequencial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Aula 1 – Introdução ao PowerPoint</a:t>
            </a:r>
            <a:b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Aula 2 – Criando Apresentações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ESTILOS DE EDIÇÃO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371600" y="1288868"/>
            <a:ext cx="57627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ESTILOS DE EDIÇÃO: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Edição com MEMES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Inserir memes ou reações engraçadas durante o vídeo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Usado para quebrar o ritmo e gerar humor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Exemplo: alguém erra algo → aparece o meme “Que burrice, hein?”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Edição com TRILHA SONORA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Música de fundo leve, sem atrapalhar a voz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Dá ritmo e emoção ao vídeo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Importante: usar </a:t>
            </a: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músicas sem direitos autorais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Sites: YouTube Audio Library, Pixabay Music, Bensound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Edição com RITMO RÁPIDO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Cortes rápidos para manter a atenção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Zoom em momentos importantes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Texto na tela para reforçar falas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 DE EDIÇÃO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85725" y="790386"/>
            <a:ext cx="8686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PRINCIPAIS: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Canva (Web e App)</a:t>
            </a:r>
            <a:endParaRPr sz="1100"/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para: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</a:t>
            </a: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miniaturas</a:t>
            </a: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(capas dos vídeos)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vídeos curtos com texto, ícones e animações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</a:t>
            </a: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elementos gráficos</a:t>
            </a: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músicas e legendas simples</a:t>
            </a:r>
            <a:endParaRPr sz="1100"/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Destaques: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 </a:t>
            </a: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prontos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Fácil arrastar e soltar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Gravação direta da câmera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85725" y="2560101"/>
            <a:ext cx="86868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Clipchamp (Web – da Microsoft)</a:t>
            </a:r>
            <a:endParaRPr sz="1100"/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para: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Edição de </a:t>
            </a: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vídeos tradicionais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Cortes, trilhas sonoras, texto na tela</a:t>
            </a:r>
            <a:endParaRPr sz="1100"/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Destaques: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 com o </a:t>
            </a: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OneDrive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Interface parecida com o Movie Maker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 modelos prontos e exporta direto para YouTube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85725" y="4096372"/>
            <a:ext cx="86868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📱 CapCut (App e Web)</a:t>
            </a:r>
            <a:endParaRPr sz="1100"/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para: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</a:t>
            </a: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Shorts</a:t>
            </a: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vídeos verticais e dinâmicos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Inserir memes, emojis, efeitos, textos animados</a:t>
            </a:r>
            <a:endParaRPr sz="1100"/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Destaques: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Edição rápida com </a:t>
            </a:r>
            <a:r>
              <a:rPr b="1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modernos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Criação de legenda automática</a:t>
            </a:r>
            <a:endParaRPr sz="1100"/>
          </a:p>
          <a:p>
            <a:pPr indent="-5715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Muito usado por jovens e criadores de conteúdo atual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/>
          <p:nvPr/>
        </p:nvSpPr>
        <p:spPr>
          <a:xfrm>
            <a:off x="0" y="0"/>
            <a:ext cx="9144000" cy="7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ROTEIRO DE VÍDEO (INTRO, CHAMADAS, FINALIZAÇÃO)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152400" y="894705"/>
            <a:ext cx="8763000" cy="4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BÁSICA DE UM ROTEIRO: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INTRODUÇÃO (5 a 10 segundos)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Quem é você?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Sobre o que é o vídeo?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Exemplo: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“Oi, eu sou a Ana, e hoje vou te mostrar como usar o Paint 3D no seu computador!”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CHAMADA PARA AÇÃO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Incentivar o espectador a se inscrever, curtir ou comentar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 vir logo no começo ou no meio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Exemplo: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“Já deixa o like se esse conteúdo te ajuda!”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CONTEÚDO PRINCIPAL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Explicar o tema passo a passo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Usar frases curtas e objetivas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Exemplo: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“Primeiro, abra o aplicativo…”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“Clique no botão azul escrito ‘novo projeto’…”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ENCERRAMENTO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Agradecer e reforçar o convite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Exemplo: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“Se você curtiu, se inscreve no canal e compartilha com quem está começando!”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000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5305425" y="1153583"/>
            <a:ext cx="3133800" cy="34818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113" y="1619250"/>
            <a:ext cx="203835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1257300" y="2931575"/>
            <a:ext cx="39045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1221581" y="2162142"/>
            <a:ext cx="30432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YOUTUBE</a:t>
            </a:r>
            <a:endParaRPr b="1" sz="4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1257294" y="3584410"/>
            <a:ext cx="2971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- IMPRESSA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2025-04-20T22:21:06Z</dcterms:created>
  <dc:creator>Aluno</dc:creator>
</cp:coreProperties>
</file>