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zBKRQyMqgBNoWB0mkxJRvsuko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Calibri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Calibri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6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556"/>
              <a:buNone/>
              <a:defRPr sz="155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244"/>
              <a:buNone/>
              <a:defRPr sz="124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244"/>
              <a:buNone/>
              <a:defRPr sz="124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244"/>
              <a:buNone/>
              <a:defRPr sz="124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244"/>
              <a:buNone/>
              <a:defRPr sz="124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244"/>
              <a:buNone/>
              <a:defRPr sz="124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888888"/>
              </a:buClr>
              <a:buSzPts val="1244"/>
              <a:buNone/>
              <a:defRPr sz="12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Calibri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Calibri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Calibri"/>
              <a:buNone/>
              <a:defRPr b="0" i="0" sz="34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6.png"/><Relationship Id="rId5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youtu.be/Tzb0JNtGr2s?feature=share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udio.youtube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305425" y="1153583"/>
            <a:ext cx="3133800" cy="3481800"/>
          </a:xfrm>
          <a:prstGeom prst="ellipse">
            <a:avLst/>
          </a:prstGeom>
          <a:solidFill>
            <a:schemeClr val="lt1"/>
          </a:solidFill>
          <a:ln cap="flat" cmpd="sng" w="9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113" y="1619250"/>
            <a:ext cx="20383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257300" y="2931583"/>
            <a:ext cx="297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21581" y="2162142"/>
            <a:ext cx="3043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1" sz="4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EQUIPAMENTO E GRAVAÇÃO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209550" y="906446"/>
            <a:ext cx="851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identificar o básico necessário para gravar vídeos com boa qualidade, mesmo com recursos simples.</a:t>
            </a:r>
            <a:endParaRPr sz="1088"/>
          </a:p>
        </p:txBody>
      </p:sp>
      <p:sp>
        <p:nvSpPr>
          <p:cNvPr id="94" name="Google Shape;94;p2"/>
          <p:cNvSpPr/>
          <p:nvPr/>
        </p:nvSpPr>
        <p:spPr>
          <a:xfrm>
            <a:off x="209550" y="1390418"/>
            <a:ext cx="6858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um Dispositivo para Gravar: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 ser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celular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webcam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câmera profissional (DSLR)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iniciantes, o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celular com boa câmera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já funciona bem.</a:t>
            </a:r>
            <a:endParaRPr sz="1088"/>
          </a:p>
        </p:txBody>
      </p:sp>
      <p:pic>
        <p:nvPicPr>
          <p:cNvPr descr="Apple iPhone 16 128GB - Rosa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" y="2336056"/>
            <a:ext cx="2578893" cy="19356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ebcam Logitech C922 USB Pro Stream Full HD 1080p Preto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3150" y="2159860"/>
            <a:ext cx="2197701" cy="2197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âmeras EOS DSLR | Loja Oficial Canon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8278" y="2159860"/>
            <a:ext cx="3143250" cy="2093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EQUIPAMENTO E GRAVAÇÃO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00025" y="843947"/>
            <a:ext cx="8696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Verifique a Estabilidade: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um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tripé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apoio improvisado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(como livros) ou até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suporte de celular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Vídeo tremido passa sensação de amadorismo.</a:t>
            </a:r>
            <a:endParaRPr sz="1088"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6" y="2053167"/>
            <a:ext cx="2802730" cy="280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188" y="2053167"/>
            <a:ext cx="3138488" cy="313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EQUIPAMENTO E GRAVAÇÃO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85750" y="927613"/>
            <a:ext cx="823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 um Local Silencioso: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Ambientes com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pouco eco e sem ruídos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são os melhores.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Feche portas e janelas para evitar barulho externo.</a:t>
            </a:r>
            <a:endParaRPr sz="1088"/>
          </a:p>
        </p:txBody>
      </p:sp>
      <p:sp>
        <p:nvSpPr>
          <p:cNvPr id="112" name="Google Shape;112;p4"/>
          <p:cNvSpPr/>
          <p:nvPr/>
        </p:nvSpPr>
        <p:spPr>
          <a:xfrm>
            <a:off x="285750" y="1841500"/>
            <a:ext cx="823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Verifique a Iluminação: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gravar no escuro.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Grave de frente para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use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luz simples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pic>
        <p:nvPicPr>
          <p:cNvPr descr="Ring Light Iluminação Profissional Led Mesa Gravar Videos 8 polegadas lle8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610942"/>
            <a:ext cx="2228851" cy="1709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t Iluminação Estúdio Softbox 40x60 com Girafa - Diafilme Materais  Fotograficos - Fotografia Vídeo e Estudio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756" y="1378190"/>
            <a:ext cx="3052055" cy="305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285750" y="4769363"/>
            <a:ext cx="74613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 Antes de Gravar: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Faça um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 de 10 segundos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vídeo para verificar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áudio, luz e enquadramento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CENÁRIOS (FUNDO VERDE, CENÁRIO REAL)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42875" y="916029"/>
            <a:ext cx="848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opções simples e acessíveis de cenário para gravação, entendendo quando e por que usar cada uma.</a:t>
            </a:r>
            <a:endParaRPr sz="1088"/>
          </a:p>
        </p:txBody>
      </p:sp>
      <p:sp>
        <p:nvSpPr>
          <p:cNvPr id="122" name="Google Shape;122;p5"/>
          <p:cNvSpPr/>
          <p:nvPr/>
        </p:nvSpPr>
        <p:spPr>
          <a:xfrm>
            <a:off x="142875" y="1328638"/>
            <a:ext cx="86298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entre dois tipos de cenário: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Cenário Real: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uma parede neutra, estante ou um espaço bem organizado da sua casa.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Fundo Verde (Chroma Key):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trocar o fundo por uma imagem ou vídeo.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usar CENÁRIO REAL com qualidade: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Verifique se está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limpo, bem iluminado e sem distrações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bagunça ou objetos pessoais aparecendo.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usar FUNDO VERDE: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pano verde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cartolina ou tecido liso.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sombras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ilumine bem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fundo para facilitar a remoção depois.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evitar: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Fundos bagunçados ou escuros.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Cores de roupa muito parecidas com o fundo verde (para não "sumir").</a:t>
            </a:r>
            <a:endParaRPr sz="108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CENÁRIOS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912812"/>
            <a:ext cx="4300538" cy="215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086" y="2730500"/>
            <a:ext cx="4098727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CÂMERAS (DSLR, WEBCAM, CELULAR COM APP)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09550" y="856531"/>
            <a:ext cx="6191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Entenda os 3 principais tipos: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DSLR / Câmera Profissional: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Qualidade alta de imagem.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controle manual (foco, exposição, lente).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 conhecimento técnico e equipamento extra (tripé, microfone, cartão de memória).</a:t>
            </a:r>
            <a:endParaRPr sz="1088"/>
          </a:p>
        </p:txBody>
      </p:sp>
      <p:sp>
        <p:nvSpPr>
          <p:cNvPr id="136" name="Google Shape;136;p7"/>
          <p:cNvSpPr/>
          <p:nvPr/>
        </p:nvSpPr>
        <p:spPr>
          <a:xfrm>
            <a:off x="209550" y="2444750"/>
            <a:ext cx="5505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Webcam: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Ideal para vídeos no computador, como aulas online e tutoriais.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Qualidade simples, mas funcional.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Dica: use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webcams Full HD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boa iluminação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compensar.</a:t>
            </a:r>
            <a:endParaRPr sz="1088"/>
          </a:p>
        </p:txBody>
      </p:sp>
      <p:sp>
        <p:nvSpPr>
          <p:cNvPr id="137" name="Google Shape;137;p7"/>
          <p:cNvSpPr/>
          <p:nvPr/>
        </p:nvSpPr>
        <p:spPr>
          <a:xfrm>
            <a:off x="209550" y="3786113"/>
            <a:ext cx="55818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Celular com aplicativo: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Super prático! Quase todo celular atual tem uma boa câmera.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Aplicativos como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Camera (Android)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Filmic Pro (iOS)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permitem controle de foco, ISO e balanço de branco.</a:t>
            </a:r>
            <a:endParaRPr sz="1088"/>
          </a:p>
        </p:txBody>
      </p:sp>
      <p:pic>
        <p:nvPicPr>
          <p:cNvPr descr="Apple iPhone 16 128GB - Rosa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7199" y="3785261"/>
            <a:ext cx="1666463" cy="1250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ebcam Logitech C922 USB Pro Stream Full HD 1080p Preto"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7199" y="2104513"/>
            <a:ext cx="1512675" cy="151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âmeras EOS DSLR | Loja Oficial Canon"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7199" y="856531"/>
            <a:ext cx="1704510" cy="1135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490663" y="1958198"/>
            <a:ext cx="61626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Enquadramento básico: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 o rosto.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Mantenha os olhos na linha superior do vídeo.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Deixe um pequeno espaço acima da cabeça.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Dica para vídeo estável: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um tripé ou apoie o celular em objetos firmes.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Evite segurar com a mão para não tremer.</a:t>
            </a:r>
            <a:endParaRPr sz="10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ILUMINAÇÃO (RING LIGHT, 3 PONTOS, LUZ DE FUNDO)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00025" y="885279"/>
            <a:ext cx="8667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Entender como deixar a imagem mais clara e profissional, mesmo com pouca estrutura, usando técnicas simples de iluminação.</a:t>
            </a:r>
            <a:endParaRPr sz="1088"/>
          </a:p>
        </p:txBody>
      </p:sp>
      <p:sp>
        <p:nvSpPr>
          <p:cNvPr id="153" name="Google Shape;153;p9"/>
          <p:cNvSpPr/>
          <p:nvPr/>
        </p:nvSpPr>
        <p:spPr>
          <a:xfrm>
            <a:off x="200025" y="1423888"/>
            <a:ext cx="89346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Iluminação Natural (pra quem não tem equipamento):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Grave de frente para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luz do dia.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gravar contra a luz (ficará escuro ou com "sombra chinesa").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Ring Light (Aro de Luz):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Fácil de usar e acessível.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bem de frente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 rosto, na altura dos olhos.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vídeos com o rosto em destaque (tutoriais, vlogs).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Técnica dos 3 Pontos de Luz: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Luz Principal (key light):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vem da frente, ilumina o rosto.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Luz Secundária (fill light):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lado oposto, suaviza sombras.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Luz de fundo (back light):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atrás, destaca do fundo e dá profundidade.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Luz de Fundo (cenário):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um abajur ou fita LED para deixar o fundo mais interessante.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criar clima (ambiente acolhedor, moderno etc.).</a:t>
            </a:r>
            <a:endParaRPr sz="108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 PONTOS, LUZ DE FUNDO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5" y="973667"/>
            <a:ext cx="3952874" cy="222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7838" y="1153583"/>
            <a:ext cx="2837163" cy="377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MICROFONES (LAPELA, BRAÇO ARTICULADO, INTERFACE DE ÁUDIO)</a:t>
            </a:r>
            <a:endParaRPr b="1" sz="1866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133350" y="842946"/>
            <a:ext cx="8943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Entender como melhorar o áudio dos vídeos usando diferentes tipos de microfones, desde os mais simples até os mais profissionais.</a:t>
            </a:r>
            <a:endParaRPr sz="1088"/>
          </a:p>
        </p:txBody>
      </p:sp>
      <p:sp>
        <p:nvSpPr>
          <p:cNvPr id="167" name="Google Shape;167;p11"/>
          <p:cNvSpPr/>
          <p:nvPr/>
        </p:nvSpPr>
        <p:spPr>
          <a:xfrm>
            <a:off x="133350" y="1381555"/>
            <a:ext cx="4162500" cy="38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Conheça os tipos de microfone mais comuns: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Microfone de Lapela (Clip-on):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Pequeno, preso na roupa.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vídeos falados.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Capta o som perto da boca, reduzindo ruídos externos.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Microfone com Braço Articulado (de mesa):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Muito usado por streamers e podcasters.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preso à mesa e ajustável.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Geralmente tem qualidade superior.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Microfone com Interface de Áudio: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Mais profissional (ex: microfone XLR + placa de som).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Requer conhecimento técnico e investimento maior.</a:t>
            </a:r>
            <a:endParaRPr sz="1088"/>
          </a:p>
          <a:p>
            <a:pPr indent="-69144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Qualidade de estúdio, ideal para cursos e vídeos longos.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Dicas para qualquer microfone: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Grave em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ambiente silencioso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Fale a cerca de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a 20 cm de distância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microfone.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bater na mesa ou mexer cabos durante a gravação.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tem microfone externo?</a:t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</a:t>
            </a:r>
            <a:r>
              <a:rPr b="1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fone de ouvido com microfone</a:t>
            </a: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do celular).</a:t>
            </a:r>
            <a:endParaRPr sz="1088"/>
          </a:p>
          <a:p>
            <a:pPr indent="-69144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Arial"/>
              <a:buChar char="•"/>
            </a:pPr>
            <a:r>
              <a:rPr b="0" i="0" lang="pt-BR" sz="10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Melhora bastante em relação ao microfone embutido do notebook.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9"/>
              <a:buFont typeface="Calibri"/>
              <a:buNone/>
            </a:pPr>
            <a:r>
              <a:t/>
            </a:r>
            <a:endParaRPr b="0" i="0" sz="108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icrofone De Lapela Com Clip Pino P2 Homologação: 101972214013 - Dl10458 -  Microfone de Lapela - Magazine Luiza"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8674" y="1101179"/>
            <a:ext cx="156019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8467" y="2145770"/>
            <a:ext cx="1566864" cy="1566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t Focusrite Scarlett 2i2 4 Gen Interface áudio com Fone e Microfone -  Classic Keyboards - Especialistas em Teclados" id="170" name="Google Shape;17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0792" y="3717795"/>
            <a:ext cx="1626394" cy="162639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3419475" y="1534584"/>
            <a:ext cx="609600" cy="21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575497" y="2920999"/>
            <a:ext cx="706500" cy="19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 rot="1985235">
            <a:off x="4241600" y="3624961"/>
            <a:ext cx="727585" cy="18586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9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CRIAÇÃO DE VINHETA E TELA FINAL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228600" y="853529"/>
            <a:ext cx="87534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criar uma introdução (vinheta) e encerramento (tela final) simples para seus vídeos, reforçando identidade visual e incentivando o engajamento.</a:t>
            </a:r>
            <a:endParaRPr sz="1088"/>
          </a:p>
        </p:txBody>
      </p:sp>
      <p:sp>
        <p:nvSpPr>
          <p:cNvPr id="180" name="Google Shape;180;p12"/>
          <p:cNvSpPr/>
          <p:nvPr/>
        </p:nvSpPr>
        <p:spPr>
          <a:xfrm>
            <a:off x="228600" y="1392138"/>
            <a:ext cx="81345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é VINHETA?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abertura curta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música e identidade visual do canal.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Dura entre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e 7 segundos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o nome do canal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 do conteúdo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é TELA FINAL?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últimos segundos do vídeo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usados para:</a:t>
            </a:r>
            <a:endParaRPr sz="1088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Sugerir outros vídeos.</a:t>
            </a:r>
            <a:endParaRPr sz="1088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Pedir inscrição.</a:t>
            </a:r>
            <a:endParaRPr sz="1088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Mostrar redes sociais ou agradecimentos.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Dicas para VINHETA: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leves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não muito demorados.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Música sem direitos autorais (ex: biblioteca do YouTube Studio).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Dicas para TELA FINAL: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Deixe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segundos finais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vídeo só para isso.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fundo limpo e espaço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botões de vídeo/inscrição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>
            <a:hlinkClick r:id="rId3"/>
          </p:cNvPr>
          <p:cNvSpPr/>
          <p:nvPr/>
        </p:nvSpPr>
        <p:spPr>
          <a:xfrm>
            <a:off x="5895975" y="4773083"/>
            <a:ext cx="571500" cy="571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C00000"/>
          </a:solidFill>
          <a:ln cap="flat" cmpd="sng" w="9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RECOMENDAÇÕES DE VÍDEOS NA TELA FINAL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161925" y="968946"/>
            <a:ext cx="86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manter o público no canal e aumentar visualizações.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257175" y="1276722"/>
            <a:ext cx="85629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Grave o final do vídeo com espaço reservado: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últimos 20 segundos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deixe uma área limpa ou fale diretamente: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“Clique em um dos vídeos aqui ao lado para continuar aprendendo!”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Acesse o YouTube Studio: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 em </a:t>
            </a:r>
            <a:r>
              <a:rPr b="0" i="0" lang="pt-BR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studio.youtube.com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menu lateral, 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“Conteúdo”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escolha seu vídeo.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Adicione a tela final: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“Editor”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depois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“Adicionar tela final”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Escolha os elementos: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 recente: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mostra o vídeo mais novo do canal.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 para o espectador: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YouTube escolhe automaticamente com base em preferências.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Inscrição: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botão clicável com sua foto de perfil.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Organize os elementos: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Arraste os blocos para onde você deixou espaço no vídeo.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layout equilibrado (por exemplo: 2 vídeos + 1 botão de inscrição).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Salve as alterações: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“Salvar”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canto superior direito.</a:t>
            </a:r>
            <a:endParaRPr sz="108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MINIATURAS (THUMBNAIL)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171450" y="853529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incentivar mais cliques sem enganar o público.</a:t>
            </a:r>
            <a:endParaRPr sz="1088"/>
          </a:p>
        </p:txBody>
      </p:sp>
      <p:sp>
        <p:nvSpPr>
          <p:cNvPr id="195" name="Google Shape;195;p14"/>
          <p:cNvSpPr/>
          <p:nvPr/>
        </p:nvSpPr>
        <p:spPr>
          <a:xfrm>
            <a:off x="171450" y="1284585"/>
            <a:ext cx="84867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é uma miniatura (thumbnail)?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 do vídeo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que o público vê antes de clicar.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 ser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visual, chamativa e clara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Elementos essenciais: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Imagem de destaque (pode ser uma foto sua, cena do vídeo ou imagem ilustrativa).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Texto curto e impactante (ex: “Comece HOJE!”, “Dica Rápida”, “Erro Comum”).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Cores contrastantes e fontes legíveis.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excesso de texto: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no máximo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a 5 palavras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grandes.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Lembre-se: a maioria assiste no celular → tudo precisa estar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legível em tamanho pequeno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Planeje a composição: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Rosto com expressão chamativa (olhando para a câmera ou apontando).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Fundo desfocado ou com cor sólida para destacar os elementos.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Padronize para seu canal: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sempre o mesmo estilo de fonte, cores e posição dos textos.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cria uma identidade visual fácil de reconhecer.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CHAMAR ATENÇÃO SEM CLICKBAIT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1314450" y="1120535"/>
            <a:ext cx="59817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Seja direto, mas criativo: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frases que despertem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resolvem um problema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“Você não vai acreditar nisso!”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“3 erros que estão arruinando seus vídeos (e como corrigir)”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promessas falsas: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Nunca prometa algo que o vídeo não entrega.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espectador se sente enganado e pode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voltar ao canal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números e gatilhos: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“5 dicas para gravar melhor com celular”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“Como crescer no YouTube em 7 dias (sem gastar nada)”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passa ideia de organização e resultado claro.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Equilibre imagem e texto: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miniatura chama atenção visualmente.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título complementa com clareza.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TAMANHO IDEAL</a:t>
            </a:r>
            <a:endParaRPr b="1" sz="217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438150" y="1057035"/>
            <a:ext cx="82677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de vídeo padrão no YouTube: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1920 x 1080 pixels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(Full HD) – formato mais recomendado.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Proporção: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16:9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(horizontal).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gravar em pé (vertical), a não ser que seja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Shorts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de thumbnail (miniatura):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1280 x 720 pixels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Peso máximo do arquivo: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2MB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Formatos aceitos: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JPG, PNG ou GIF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de banner do canal (capa):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2560 x 1440 pixels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Área segura para texto e imagem principal: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1546 x 423 pixels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Dica: verifique como fica em celular, tablet e TV.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Marca d’água do canal (logo no canto do vídeo):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recomendado: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 x 150 pixels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 ter fundo transparente (formato PNG).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2025-04-20T22:21:06Z</dcterms:created>
  <dc:creator>Aluno</dc:creator>
</cp:coreProperties>
</file>