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y="5715000" cx="9144000"/>
  <p:notesSz cx="6858000" cy="9144000"/>
  <p:embeddedFontLst>
    <p:embeddedFont>
      <p:font typeface="Play"/>
      <p:regular r:id="rId22"/>
      <p:bold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4" roundtripDataSignature="AMtx7mhw0UHz12oL/H7pXUsIVxwzKYvY7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22" Type="http://schemas.openxmlformats.org/officeDocument/2006/relationships/font" Target="fonts/Play-regular.fntdata"/><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24" Type="http://customschemas.google.com/relationships/presentationmetadata" Target="metadata"/><Relationship Id="rId12" Type="http://schemas.openxmlformats.org/officeDocument/2006/relationships/slide" Target="slides/slide8.xml"/><Relationship Id="rId23" Type="http://schemas.openxmlformats.org/officeDocument/2006/relationships/font" Target="fonts/Play-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960120" y="1143000"/>
            <a:ext cx="4937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pt-BR"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960120" y="1143000"/>
            <a:ext cx="49377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2:notes"/>
          <p:cNvSpPr/>
          <p:nvPr>
            <p:ph idx="2" type="sldImg"/>
          </p:nvPr>
        </p:nvSpPr>
        <p:spPr>
          <a:xfrm>
            <a:off x="960120" y="1143000"/>
            <a:ext cx="49377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3:notes"/>
          <p:cNvSpPr/>
          <p:nvPr>
            <p:ph idx="2" type="sldImg"/>
          </p:nvPr>
        </p:nvSpPr>
        <p:spPr>
          <a:xfrm>
            <a:off x="960120" y="1143000"/>
            <a:ext cx="49377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4:notes"/>
          <p:cNvSpPr/>
          <p:nvPr>
            <p:ph idx="2" type="sldImg"/>
          </p:nvPr>
        </p:nvSpPr>
        <p:spPr>
          <a:xfrm>
            <a:off x="960120" y="1143000"/>
            <a:ext cx="49377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5:notes"/>
          <p:cNvSpPr/>
          <p:nvPr>
            <p:ph idx="2" type="sldImg"/>
          </p:nvPr>
        </p:nvSpPr>
        <p:spPr>
          <a:xfrm>
            <a:off x="960120" y="1143000"/>
            <a:ext cx="4937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6:notes"/>
          <p:cNvSpPr/>
          <p:nvPr>
            <p:ph idx="2" type="sldImg"/>
          </p:nvPr>
        </p:nvSpPr>
        <p:spPr>
          <a:xfrm>
            <a:off x="960120" y="1143000"/>
            <a:ext cx="4937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7:notes"/>
          <p:cNvSpPr/>
          <p:nvPr>
            <p:ph idx="2" type="sldImg"/>
          </p:nvPr>
        </p:nvSpPr>
        <p:spPr>
          <a:xfrm>
            <a:off x="960120" y="1143000"/>
            <a:ext cx="4937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8:notes"/>
          <p:cNvSpPr/>
          <p:nvPr>
            <p:ph idx="2" type="sldImg"/>
          </p:nvPr>
        </p:nvSpPr>
        <p:spPr>
          <a:xfrm>
            <a:off x="960120" y="1143000"/>
            <a:ext cx="4937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9:notes"/>
          <p:cNvSpPr/>
          <p:nvPr>
            <p:ph idx="2" type="sldImg"/>
          </p:nvPr>
        </p:nvSpPr>
        <p:spPr>
          <a:xfrm>
            <a:off x="960120" y="1143000"/>
            <a:ext cx="4937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0:notes"/>
          <p:cNvSpPr/>
          <p:nvPr>
            <p:ph idx="2" type="sldImg"/>
          </p:nvPr>
        </p:nvSpPr>
        <p:spPr>
          <a:xfrm>
            <a:off x="960120" y="1143000"/>
            <a:ext cx="4937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 name="Google Shape;16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1:notes"/>
          <p:cNvSpPr/>
          <p:nvPr>
            <p:ph idx="2" type="sldImg"/>
          </p:nvPr>
        </p:nvSpPr>
        <p:spPr>
          <a:xfrm>
            <a:off x="960120" y="1143000"/>
            <a:ext cx="4937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 name="Google Shape;16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2:notes"/>
          <p:cNvSpPr/>
          <p:nvPr>
            <p:ph idx="2" type="sldImg"/>
          </p:nvPr>
        </p:nvSpPr>
        <p:spPr>
          <a:xfrm>
            <a:off x="960120" y="1143000"/>
            <a:ext cx="4937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3:notes"/>
          <p:cNvSpPr/>
          <p:nvPr>
            <p:ph idx="2" type="sldImg"/>
          </p:nvPr>
        </p:nvSpPr>
        <p:spPr>
          <a:xfrm>
            <a:off x="960120" y="1143000"/>
            <a:ext cx="4937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4:notes"/>
          <p:cNvSpPr/>
          <p:nvPr>
            <p:ph idx="2" type="sldImg"/>
          </p:nvPr>
        </p:nvSpPr>
        <p:spPr>
          <a:xfrm>
            <a:off x="960120" y="1143000"/>
            <a:ext cx="4937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Google Shape;192;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5:notes"/>
          <p:cNvSpPr/>
          <p:nvPr>
            <p:ph idx="2" type="sldImg"/>
          </p:nvPr>
        </p:nvSpPr>
        <p:spPr>
          <a:xfrm>
            <a:off x="960120" y="1143000"/>
            <a:ext cx="4937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6:notes"/>
          <p:cNvSpPr/>
          <p:nvPr>
            <p:ph idx="2" type="sldImg"/>
          </p:nvPr>
        </p:nvSpPr>
        <p:spPr>
          <a:xfrm>
            <a:off x="960120" y="1143000"/>
            <a:ext cx="4937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7:notes"/>
          <p:cNvSpPr/>
          <p:nvPr>
            <p:ph idx="2" type="sldImg"/>
          </p:nvPr>
        </p:nvSpPr>
        <p:spPr>
          <a:xfrm>
            <a:off x="960120" y="1143000"/>
            <a:ext cx="4937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 Branco" type="blank">
  <p:cSld name="BLANK">
    <p:spTree>
      <p:nvGrpSpPr>
        <p:cNvPr id="15" name="Shape 15"/>
        <p:cNvGrpSpPr/>
        <p:nvPr/>
      </p:nvGrpSpPr>
      <p:grpSpPr>
        <a:xfrm>
          <a:off x="0" y="0"/>
          <a:ext cx="0" cy="0"/>
          <a:chOff x="0" y="0"/>
          <a:chExt cx="0" cy="0"/>
        </a:xfrm>
      </p:grpSpPr>
      <p:sp>
        <p:nvSpPr>
          <p:cNvPr id="16" name="Google Shape;16;p19"/>
          <p:cNvSpPr txBox="1"/>
          <p:nvPr>
            <p:ph idx="10" type="dt"/>
          </p:nvPr>
        </p:nvSpPr>
        <p:spPr>
          <a:xfrm>
            <a:off x="628650" y="5296958"/>
            <a:ext cx="2057400" cy="304200"/>
          </a:xfrm>
          <a:prstGeom prst="rect">
            <a:avLst/>
          </a:prstGeom>
          <a:noFill/>
          <a:ln>
            <a:noFill/>
          </a:ln>
        </p:spPr>
        <p:txBody>
          <a:bodyPr anchorCtr="0" anchor="ctr" bIns="35550" lIns="71100" spcFirstLastPara="1" rIns="71100" wrap="square" tIns="3555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7" name="Google Shape;17;p19"/>
          <p:cNvSpPr txBox="1"/>
          <p:nvPr>
            <p:ph idx="11" type="ftr"/>
          </p:nvPr>
        </p:nvSpPr>
        <p:spPr>
          <a:xfrm>
            <a:off x="3028950" y="5296958"/>
            <a:ext cx="3086100" cy="304200"/>
          </a:xfrm>
          <a:prstGeom prst="rect">
            <a:avLst/>
          </a:prstGeom>
          <a:noFill/>
          <a:ln>
            <a:noFill/>
          </a:ln>
        </p:spPr>
        <p:txBody>
          <a:bodyPr anchorCtr="0" anchor="ctr" bIns="35550" lIns="71100" spcFirstLastPara="1" rIns="71100" wrap="square" tIns="3555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8" name="Google Shape;18;p19"/>
          <p:cNvSpPr txBox="1"/>
          <p:nvPr>
            <p:ph idx="12" type="sldNum"/>
          </p:nvPr>
        </p:nvSpPr>
        <p:spPr>
          <a:xfrm>
            <a:off x="6457950" y="5296958"/>
            <a:ext cx="2057400" cy="304200"/>
          </a:xfrm>
          <a:prstGeom prst="rect">
            <a:avLst/>
          </a:prstGeom>
          <a:noFill/>
          <a:ln>
            <a:noFill/>
          </a:ln>
        </p:spPr>
        <p:txBody>
          <a:bodyPr anchorCtr="0" anchor="ctr" bIns="35550" lIns="71100" spcFirstLastPara="1" rIns="71100" wrap="square" tIns="355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e Título" type="title">
  <p:cSld name="TITLE">
    <p:spTree>
      <p:nvGrpSpPr>
        <p:cNvPr id="19" name="Shape 19"/>
        <p:cNvGrpSpPr/>
        <p:nvPr/>
      </p:nvGrpSpPr>
      <p:grpSpPr>
        <a:xfrm>
          <a:off x="0" y="0"/>
          <a:ext cx="0" cy="0"/>
          <a:chOff x="0" y="0"/>
          <a:chExt cx="0" cy="0"/>
        </a:xfrm>
      </p:grpSpPr>
      <p:sp>
        <p:nvSpPr>
          <p:cNvPr id="20" name="Google Shape;20;p20"/>
          <p:cNvSpPr txBox="1"/>
          <p:nvPr>
            <p:ph type="ctrTitle"/>
          </p:nvPr>
        </p:nvSpPr>
        <p:spPr>
          <a:xfrm>
            <a:off x="1143000" y="935303"/>
            <a:ext cx="6858000" cy="1989600"/>
          </a:xfrm>
          <a:prstGeom prst="rect">
            <a:avLst/>
          </a:prstGeom>
          <a:noFill/>
          <a:ln>
            <a:noFill/>
          </a:ln>
        </p:spPr>
        <p:txBody>
          <a:bodyPr anchorCtr="0" anchor="b" bIns="35550" lIns="71100" spcFirstLastPara="1" rIns="71100" wrap="square" tIns="35550">
            <a:normAutofit/>
          </a:bodyPr>
          <a:lstStyle>
            <a:lvl1pPr lvl="0" algn="ctr">
              <a:lnSpc>
                <a:spcPct val="90000"/>
              </a:lnSpc>
              <a:spcBef>
                <a:spcPts val="0"/>
              </a:spcBef>
              <a:spcAft>
                <a:spcPts val="0"/>
              </a:spcAft>
              <a:buClr>
                <a:schemeClr val="dk1"/>
              </a:buClr>
              <a:buSzPts val="4700"/>
              <a:buFont typeface="Play"/>
              <a:buNone/>
              <a:defRPr sz="47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1" name="Google Shape;21;p20"/>
          <p:cNvSpPr txBox="1"/>
          <p:nvPr>
            <p:ph idx="1" type="subTitle"/>
          </p:nvPr>
        </p:nvSpPr>
        <p:spPr>
          <a:xfrm>
            <a:off x="1143000" y="3001698"/>
            <a:ext cx="6858000" cy="1379700"/>
          </a:xfrm>
          <a:prstGeom prst="rect">
            <a:avLst/>
          </a:prstGeom>
          <a:noFill/>
          <a:ln>
            <a:noFill/>
          </a:ln>
        </p:spPr>
        <p:txBody>
          <a:bodyPr anchorCtr="0" anchor="t" bIns="35550" lIns="71100" spcFirstLastPara="1" rIns="71100" wrap="square" tIns="35550">
            <a:normAutofit/>
          </a:bodyPr>
          <a:lstStyle>
            <a:lvl1pPr lvl="0" algn="ctr">
              <a:lnSpc>
                <a:spcPct val="90000"/>
              </a:lnSpc>
              <a:spcBef>
                <a:spcPts val="800"/>
              </a:spcBef>
              <a:spcAft>
                <a:spcPts val="0"/>
              </a:spcAft>
              <a:buClr>
                <a:schemeClr val="dk1"/>
              </a:buClr>
              <a:buSzPts val="1900"/>
              <a:buNone/>
              <a:defRPr sz="1900"/>
            </a:lvl1pPr>
            <a:lvl2pPr lvl="1" algn="ctr">
              <a:lnSpc>
                <a:spcPct val="90000"/>
              </a:lnSpc>
              <a:spcBef>
                <a:spcPts val="400"/>
              </a:spcBef>
              <a:spcAft>
                <a:spcPts val="0"/>
              </a:spcAft>
              <a:buClr>
                <a:schemeClr val="dk1"/>
              </a:buClr>
              <a:buSzPts val="1600"/>
              <a:buNone/>
              <a:defRPr sz="16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22" name="Google Shape;22;p20"/>
          <p:cNvSpPr txBox="1"/>
          <p:nvPr>
            <p:ph idx="10" type="dt"/>
          </p:nvPr>
        </p:nvSpPr>
        <p:spPr>
          <a:xfrm>
            <a:off x="628650" y="5296958"/>
            <a:ext cx="2057400" cy="304200"/>
          </a:xfrm>
          <a:prstGeom prst="rect">
            <a:avLst/>
          </a:prstGeom>
          <a:noFill/>
          <a:ln>
            <a:noFill/>
          </a:ln>
        </p:spPr>
        <p:txBody>
          <a:bodyPr anchorCtr="0" anchor="ctr" bIns="35550" lIns="71100" spcFirstLastPara="1" rIns="71100" wrap="square" tIns="3555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3" name="Google Shape;23;p20"/>
          <p:cNvSpPr txBox="1"/>
          <p:nvPr>
            <p:ph idx="11" type="ftr"/>
          </p:nvPr>
        </p:nvSpPr>
        <p:spPr>
          <a:xfrm>
            <a:off x="3028950" y="5296958"/>
            <a:ext cx="3086100" cy="304200"/>
          </a:xfrm>
          <a:prstGeom prst="rect">
            <a:avLst/>
          </a:prstGeom>
          <a:noFill/>
          <a:ln>
            <a:noFill/>
          </a:ln>
        </p:spPr>
        <p:txBody>
          <a:bodyPr anchorCtr="0" anchor="ctr" bIns="35550" lIns="71100" spcFirstLastPara="1" rIns="71100" wrap="square" tIns="3555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4" name="Google Shape;24;p20"/>
          <p:cNvSpPr txBox="1"/>
          <p:nvPr>
            <p:ph idx="12" type="sldNum"/>
          </p:nvPr>
        </p:nvSpPr>
        <p:spPr>
          <a:xfrm>
            <a:off x="6457950" y="5296958"/>
            <a:ext cx="2057400" cy="304200"/>
          </a:xfrm>
          <a:prstGeom prst="rect">
            <a:avLst/>
          </a:prstGeom>
          <a:noFill/>
          <a:ln>
            <a:noFill/>
          </a:ln>
        </p:spPr>
        <p:txBody>
          <a:bodyPr anchorCtr="0" anchor="ctr" bIns="35550" lIns="71100" spcFirstLastPara="1" rIns="71100" wrap="square" tIns="355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Conteúdo" type="obj">
  <p:cSld name="OBJECT">
    <p:spTree>
      <p:nvGrpSpPr>
        <p:cNvPr id="25" name="Shape 25"/>
        <p:cNvGrpSpPr/>
        <p:nvPr/>
      </p:nvGrpSpPr>
      <p:grpSpPr>
        <a:xfrm>
          <a:off x="0" y="0"/>
          <a:ext cx="0" cy="0"/>
          <a:chOff x="0" y="0"/>
          <a:chExt cx="0" cy="0"/>
        </a:xfrm>
      </p:grpSpPr>
      <p:sp>
        <p:nvSpPr>
          <p:cNvPr id="26" name="Google Shape;26;p21"/>
          <p:cNvSpPr txBox="1"/>
          <p:nvPr>
            <p:ph type="title"/>
          </p:nvPr>
        </p:nvSpPr>
        <p:spPr>
          <a:xfrm>
            <a:off x="628650" y="304271"/>
            <a:ext cx="7886700" cy="1104600"/>
          </a:xfrm>
          <a:prstGeom prst="rect">
            <a:avLst/>
          </a:prstGeom>
          <a:noFill/>
          <a:ln>
            <a:noFill/>
          </a:ln>
        </p:spPr>
        <p:txBody>
          <a:bodyPr anchorCtr="0" anchor="ctr" bIns="35550" lIns="71100" spcFirstLastPara="1" rIns="71100" wrap="square" tIns="3555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7" name="Google Shape;27;p21"/>
          <p:cNvSpPr txBox="1"/>
          <p:nvPr>
            <p:ph idx="1" type="body"/>
          </p:nvPr>
        </p:nvSpPr>
        <p:spPr>
          <a:xfrm>
            <a:off x="628650" y="1521354"/>
            <a:ext cx="7886700" cy="3626100"/>
          </a:xfrm>
          <a:prstGeom prst="rect">
            <a:avLst/>
          </a:prstGeom>
          <a:noFill/>
          <a:ln>
            <a:noFill/>
          </a:ln>
        </p:spPr>
        <p:txBody>
          <a:bodyPr anchorCtr="0" anchor="t" bIns="35550" lIns="71100" spcFirstLastPara="1" rIns="71100" wrap="square" tIns="35550">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8" name="Google Shape;28;p21"/>
          <p:cNvSpPr txBox="1"/>
          <p:nvPr>
            <p:ph idx="10" type="dt"/>
          </p:nvPr>
        </p:nvSpPr>
        <p:spPr>
          <a:xfrm>
            <a:off x="628650" y="5296958"/>
            <a:ext cx="2057400" cy="304200"/>
          </a:xfrm>
          <a:prstGeom prst="rect">
            <a:avLst/>
          </a:prstGeom>
          <a:noFill/>
          <a:ln>
            <a:noFill/>
          </a:ln>
        </p:spPr>
        <p:txBody>
          <a:bodyPr anchorCtr="0" anchor="ctr" bIns="35550" lIns="71100" spcFirstLastPara="1" rIns="71100" wrap="square" tIns="3555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9" name="Google Shape;29;p21"/>
          <p:cNvSpPr txBox="1"/>
          <p:nvPr>
            <p:ph idx="11" type="ftr"/>
          </p:nvPr>
        </p:nvSpPr>
        <p:spPr>
          <a:xfrm>
            <a:off x="3028950" y="5296958"/>
            <a:ext cx="3086100" cy="304200"/>
          </a:xfrm>
          <a:prstGeom prst="rect">
            <a:avLst/>
          </a:prstGeom>
          <a:noFill/>
          <a:ln>
            <a:noFill/>
          </a:ln>
        </p:spPr>
        <p:txBody>
          <a:bodyPr anchorCtr="0" anchor="ctr" bIns="35550" lIns="71100" spcFirstLastPara="1" rIns="71100" wrap="square" tIns="3555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0" name="Google Shape;30;p21"/>
          <p:cNvSpPr txBox="1"/>
          <p:nvPr>
            <p:ph idx="12" type="sldNum"/>
          </p:nvPr>
        </p:nvSpPr>
        <p:spPr>
          <a:xfrm>
            <a:off x="6457950" y="5296958"/>
            <a:ext cx="2057400" cy="304200"/>
          </a:xfrm>
          <a:prstGeom prst="rect">
            <a:avLst/>
          </a:prstGeom>
          <a:noFill/>
          <a:ln>
            <a:noFill/>
          </a:ln>
        </p:spPr>
        <p:txBody>
          <a:bodyPr anchorCtr="0" anchor="ctr" bIns="35550" lIns="71100" spcFirstLastPara="1" rIns="71100" wrap="square" tIns="355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beçalho da Seção" type="secHead">
  <p:cSld name="SECTION_HEADER">
    <p:spTree>
      <p:nvGrpSpPr>
        <p:cNvPr id="31" name="Shape 31"/>
        <p:cNvGrpSpPr/>
        <p:nvPr/>
      </p:nvGrpSpPr>
      <p:grpSpPr>
        <a:xfrm>
          <a:off x="0" y="0"/>
          <a:ext cx="0" cy="0"/>
          <a:chOff x="0" y="0"/>
          <a:chExt cx="0" cy="0"/>
        </a:xfrm>
      </p:grpSpPr>
      <p:sp>
        <p:nvSpPr>
          <p:cNvPr id="32" name="Google Shape;32;p22"/>
          <p:cNvSpPr txBox="1"/>
          <p:nvPr>
            <p:ph type="title"/>
          </p:nvPr>
        </p:nvSpPr>
        <p:spPr>
          <a:xfrm>
            <a:off x="623888" y="1424782"/>
            <a:ext cx="7886700" cy="2377200"/>
          </a:xfrm>
          <a:prstGeom prst="rect">
            <a:avLst/>
          </a:prstGeom>
          <a:noFill/>
          <a:ln>
            <a:noFill/>
          </a:ln>
        </p:spPr>
        <p:txBody>
          <a:bodyPr anchorCtr="0" anchor="b" bIns="35550" lIns="71100" spcFirstLastPara="1" rIns="71100" wrap="square" tIns="35550">
            <a:normAutofit/>
          </a:bodyPr>
          <a:lstStyle>
            <a:lvl1pPr lvl="0" algn="l">
              <a:lnSpc>
                <a:spcPct val="90000"/>
              </a:lnSpc>
              <a:spcBef>
                <a:spcPts val="0"/>
              </a:spcBef>
              <a:spcAft>
                <a:spcPts val="0"/>
              </a:spcAft>
              <a:buClr>
                <a:schemeClr val="dk1"/>
              </a:buClr>
              <a:buSzPts val="4700"/>
              <a:buFont typeface="Play"/>
              <a:buNone/>
              <a:defRPr sz="47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3" name="Google Shape;33;p22"/>
          <p:cNvSpPr txBox="1"/>
          <p:nvPr>
            <p:ph idx="1" type="body"/>
          </p:nvPr>
        </p:nvSpPr>
        <p:spPr>
          <a:xfrm>
            <a:off x="623888" y="3824553"/>
            <a:ext cx="7886700" cy="1250100"/>
          </a:xfrm>
          <a:prstGeom prst="rect">
            <a:avLst/>
          </a:prstGeom>
          <a:noFill/>
          <a:ln>
            <a:noFill/>
          </a:ln>
        </p:spPr>
        <p:txBody>
          <a:bodyPr anchorCtr="0" anchor="t" bIns="35550" lIns="71100" spcFirstLastPara="1" rIns="71100" wrap="square" tIns="35550">
            <a:normAutofit/>
          </a:bodyPr>
          <a:lstStyle>
            <a:lvl1pPr indent="-228600" lvl="0" marL="457200" algn="l">
              <a:lnSpc>
                <a:spcPct val="90000"/>
              </a:lnSpc>
              <a:spcBef>
                <a:spcPts val="800"/>
              </a:spcBef>
              <a:spcAft>
                <a:spcPts val="0"/>
              </a:spcAft>
              <a:buClr>
                <a:srgbClr val="757575"/>
              </a:buClr>
              <a:buSzPts val="1900"/>
              <a:buNone/>
              <a:defRPr sz="1900">
                <a:solidFill>
                  <a:srgbClr val="757575"/>
                </a:solidFill>
              </a:defRPr>
            </a:lvl1pPr>
            <a:lvl2pPr indent="-228600" lvl="1" marL="914400" algn="l">
              <a:lnSpc>
                <a:spcPct val="90000"/>
              </a:lnSpc>
              <a:spcBef>
                <a:spcPts val="400"/>
              </a:spcBef>
              <a:spcAft>
                <a:spcPts val="0"/>
              </a:spcAft>
              <a:buClr>
                <a:srgbClr val="757575"/>
              </a:buClr>
              <a:buSzPts val="1600"/>
              <a:buNone/>
              <a:defRPr sz="1600">
                <a:solidFill>
                  <a:srgbClr val="757575"/>
                </a:solidFill>
              </a:defRPr>
            </a:lvl2pPr>
            <a:lvl3pPr indent="-228600" lvl="2" marL="1371600" algn="l">
              <a:lnSpc>
                <a:spcPct val="90000"/>
              </a:lnSpc>
              <a:spcBef>
                <a:spcPts val="400"/>
              </a:spcBef>
              <a:spcAft>
                <a:spcPts val="0"/>
              </a:spcAft>
              <a:buClr>
                <a:srgbClr val="757575"/>
              </a:buClr>
              <a:buSzPts val="1400"/>
              <a:buNone/>
              <a:defRPr sz="1400">
                <a:solidFill>
                  <a:srgbClr val="757575"/>
                </a:solidFill>
              </a:defRPr>
            </a:lvl3pPr>
            <a:lvl4pPr indent="-228600" lvl="3" marL="1828800" algn="l">
              <a:lnSpc>
                <a:spcPct val="90000"/>
              </a:lnSpc>
              <a:spcBef>
                <a:spcPts val="400"/>
              </a:spcBef>
              <a:spcAft>
                <a:spcPts val="0"/>
              </a:spcAft>
              <a:buClr>
                <a:srgbClr val="757575"/>
              </a:buClr>
              <a:buSzPts val="1200"/>
              <a:buNone/>
              <a:defRPr sz="1200">
                <a:solidFill>
                  <a:srgbClr val="757575"/>
                </a:solidFill>
              </a:defRPr>
            </a:lvl4pPr>
            <a:lvl5pPr indent="-228600" lvl="4" marL="2286000" algn="l">
              <a:lnSpc>
                <a:spcPct val="90000"/>
              </a:lnSpc>
              <a:spcBef>
                <a:spcPts val="400"/>
              </a:spcBef>
              <a:spcAft>
                <a:spcPts val="0"/>
              </a:spcAft>
              <a:buClr>
                <a:srgbClr val="757575"/>
              </a:buClr>
              <a:buSzPts val="1200"/>
              <a:buNone/>
              <a:defRPr sz="1200">
                <a:solidFill>
                  <a:srgbClr val="757575"/>
                </a:solidFill>
              </a:defRPr>
            </a:lvl5pPr>
            <a:lvl6pPr indent="-228600" lvl="5" marL="2743200" algn="l">
              <a:lnSpc>
                <a:spcPct val="90000"/>
              </a:lnSpc>
              <a:spcBef>
                <a:spcPts val="400"/>
              </a:spcBef>
              <a:spcAft>
                <a:spcPts val="0"/>
              </a:spcAft>
              <a:buClr>
                <a:srgbClr val="757575"/>
              </a:buClr>
              <a:buSzPts val="1200"/>
              <a:buNone/>
              <a:defRPr sz="1200">
                <a:solidFill>
                  <a:srgbClr val="757575"/>
                </a:solidFill>
              </a:defRPr>
            </a:lvl6pPr>
            <a:lvl7pPr indent="-228600" lvl="6" marL="3200400" algn="l">
              <a:lnSpc>
                <a:spcPct val="90000"/>
              </a:lnSpc>
              <a:spcBef>
                <a:spcPts val="400"/>
              </a:spcBef>
              <a:spcAft>
                <a:spcPts val="0"/>
              </a:spcAft>
              <a:buClr>
                <a:srgbClr val="757575"/>
              </a:buClr>
              <a:buSzPts val="1200"/>
              <a:buNone/>
              <a:defRPr sz="1200">
                <a:solidFill>
                  <a:srgbClr val="757575"/>
                </a:solidFill>
              </a:defRPr>
            </a:lvl7pPr>
            <a:lvl8pPr indent="-228600" lvl="7" marL="3657600" algn="l">
              <a:lnSpc>
                <a:spcPct val="90000"/>
              </a:lnSpc>
              <a:spcBef>
                <a:spcPts val="400"/>
              </a:spcBef>
              <a:spcAft>
                <a:spcPts val="0"/>
              </a:spcAft>
              <a:buClr>
                <a:srgbClr val="757575"/>
              </a:buClr>
              <a:buSzPts val="1200"/>
              <a:buNone/>
              <a:defRPr sz="1200">
                <a:solidFill>
                  <a:srgbClr val="757575"/>
                </a:solidFill>
              </a:defRPr>
            </a:lvl8pPr>
            <a:lvl9pPr indent="-228600" lvl="8" marL="4114800" algn="l">
              <a:lnSpc>
                <a:spcPct val="90000"/>
              </a:lnSpc>
              <a:spcBef>
                <a:spcPts val="400"/>
              </a:spcBef>
              <a:spcAft>
                <a:spcPts val="0"/>
              </a:spcAft>
              <a:buClr>
                <a:srgbClr val="757575"/>
              </a:buClr>
              <a:buSzPts val="1200"/>
              <a:buNone/>
              <a:defRPr sz="1200">
                <a:solidFill>
                  <a:srgbClr val="757575"/>
                </a:solidFill>
              </a:defRPr>
            </a:lvl9pPr>
          </a:lstStyle>
          <a:p/>
        </p:txBody>
      </p:sp>
      <p:sp>
        <p:nvSpPr>
          <p:cNvPr id="34" name="Google Shape;34;p22"/>
          <p:cNvSpPr txBox="1"/>
          <p:nvPr>
            <p:ph idx="10" type="dt"/>
          </p:nvPr>
        </p:nvSpPr>
        <p:spPr>
          <a:xfrm>
            <a:off x="628650" y="5296958"/>
            <a:ext cx="2057400" cy="304200"/>
          </a:xfrm>
          <a:prstGeom prst="rect">
            <a:avLst/>
          </a:prstGeom>
          <a:noFill/>
          <a:ln>
            <a:noFill/>
          </a:ln>
        </p:spPr>
        <p:txBody>
          <a:bodyPr anchorCtr="0" anchor="ctr" bIns="35550" lIns="71100" spcFirstLastPara="1" rIns="71100" wrap="square" tIns="3555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Google Shape;35;p22"/>
          <p:cNvSpPr txBox="1"/>
          <p:nvPr>
            <p:ph idx="11" type="ftr"/>
          </p:nvPr>
        </p:nvSpPr>
        <p:spPr>
          <a:xfrm>
            <a:off x="3028950" y="5296958"/>
            <a:ext cx="3086100" cy="304200"/>
          </a:xfrm>
          <a:prstGeom prst="rect">
            <a:avLst/>
          </a:prstGeom>
          <a:noFill/>
          <a:ln>
            <a:noFill/>
          </a:ln>
        </p:spPr>
        <p:txBody>
          <a:bodyPr anchorCtr="0" anchor="ctr" bIns="35550" lIns="71100" spcFirstLastPara="1" rIns="71100" wrap="square" tIns="3555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6" name="Google Shape;36;p22"/>
          <p:cNvSpPr txBox="1"/>
          <p:nvPr>
            <p:ph idx="12" type="sldNum"/>
          </p:nvPr>
        </p:nvSpPr>
        <p:spPr>
          <a:xfrm>
            <a:off x="6457950" y="5296958"/>
            <a:ext cx="2057400" cy="304200"/>
          </a:xfrm>
          <a:prstGeom prst="rect">
            <a:avLst/>
          </a:prstGeom>
          <a:noFill/>
          <a:ln>
            <a:noFill/>
          </a:ln>
        </p:spPr>
        <p:txBody>
          <a:bodyPr anchorCtr="0" anchor="ctr" bIns="35550" lIns="71100" spcFirstLastPara="1" rIns="71100" wrap="square" tIns="355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as Partes de Conteúdo" type="twoObj">
  <p:cSld name="TWO_OBJECTS">
    <p:spTree>
      <p:nvGrpSpPr>
        <p:cNvPr id="37" name="Shape 37"/>
        <p:cNvGrpSpPr/>
        <p:nvPr/>
      </p:nvGrpSpPr>
      <p:grpSpPr>
        <a:xfrm>
          <a:off x="0" y="0"/>
          <a:ext cx="0" cy="0"/>
          <a:chOff x="0" y="0"/>
          <a:chExt cx="0" cy="0"/>
        </a:xfrm>
      </p:grpSpPr>
      <p:sp>
        <p:nvSpPr>
          <p:cNvPr id="38" name="Google Shape;38;p23"/>
          <p:cNvSpPr txBox="1"/>
          <p:nvPr>
            <p:ph type="title"/>
          </p:nvPr>
        </p:nvSpPr>
        <p:spPr>
          <a:xfrm>
            <a:off x="628650" y="304271"/>
            <a:ext cx="7886700" cy="1104600"/>
          </a:xfrm>
          <a:prstGeom prst="rect">
            <a:avLst/>
          </a:prstGeom>
          <a:noFill/>
          <a:ln>
            <a:noFill/>
          </a:ln>
        </p:spPr>
        <p:txBody>
          <a:bodyPr anchorCtr="0" anchor="ctr" bIns="35550" lIns="71100" spcFirstLastPara="1" rIns="71100" wrap="square" tIns="3555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9" name="Google Shape;39;p23"/>
          <p:cNvSpPr txBox="1"/>
          <p:nvPr>
            <p:ph idx="1" type="body"/>
          </p:nvPr>
        </p:nvSpPr>
        <p:spPr>
          <a:xfrm>
            <a:off x="628650" y="1521354"/>
            <a:ext cx="3886200" cy="3626100"/>
          </a:xfrm>
          <a:prstGeom prst="rect">
            <a:avLst/>
          </a:prstGeom>
          <a:noFill/>
          <a:ln>
            <a:noFill/>
          </a:ln>
        </p:spPr>
        <p:txBody>
          <a:bodyPr anchorCtr="0" anchor="t" bIns="35550" lIns="71100" spcFirstLastPara="1" rIns="71100" wrap="square" tIns="35550">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Google Shape;40;p23"/>
          <p:cNvSpPr txBox="1"/>
          <p:nvPr>
            <p:ph idx="2" type="body"/>
          </p:nvPr>
        </p:nvSpPr>
        <p:spPr>
          <a:xfrm>
            <a:off x="4629150" y="1521354"/>
            <a:ext cx="3886200" cy="3626100"/>
          </a:xfrm>
          <a:prstGeom prst="rect">
            <a:avLst/>
          </a:prstGeom>
          <a:noFill/>
          <a:ln>
            <a:noFill/>
          </a:ln>
        </p:spPr>
        <p:txBody>
          <a:bodyPr anchorCtr="0" anchor="t" bIns="35550" lIns="71100" spcFirstLastPara="1" rIns="71100" wrap="square" tIns="35550">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1" name="Google Shape;41;p23"/>
          <p:cNvSpPr txBox="1"/>
          <p:nvPr>
            <p:ph idx="10" type="dt"/>
          </p:nvPr>
        </p:nvSpPr>
        <p:spPr>
          <a:xfrm>
            <a:off x="628650" y="5296958"/>
            <a:ext cx="2057400" cy="304200"/>
          </a:xfrm>
          <a:prstGeom prst="rect">
            <a:avLst/>
          </a:prstGeom>
          <a:noFill/>
          <a:ln>
            <a:noFill/>
          </a:ln>
        </p:spPr>
        <p:txBody>
          <a:bodyPr anchorCtr="0" anchor="ctr" bIns="35550" lIns="71100" spcFirstLastPara="1" rIns="71100" wrap="square" tIns="3555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2" name="Google Shape;42;p23"/>
          <p:cNvSpPr txBox="1"/>
          <p:nvPr>
            <p:ph idx="11" type="ftr"/>
          </p:nvPr>
        </p:nvSpPr>
        <p:spPr>
          <a:xfrm>
            <a:off x="3028950" y="5296958"/>
            <a:ext cx="3086100" cy="304200"/>
          </a:xfrm>
          <a:prstGeom prst="rect">
            <a:avLst/>
          </a:prstGeom>
          <a:noFill/>
          <a:ln>
            <a:noFill/>
          </a:ln>
        </p:spPr>
        <p:txBody>
          <a:bodyPr anchorCtr="0" anchor="ctr" bIns="35550" lIns="71100" spcFirstLastPara="1" rIns="71100" wrap="square" tIns="3555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Google Shape;43;p23"/>
          <p:cNvSpPr txBox="1"/>
          <p:nvPr>
            <p:ph idx="12" type="sldNum"/>
          </p:nvPr>
        </p:nvSpPr>
        <p:spPr>
          <a:xfrm>
            <a:off x="6457950" y="5296958"/>
            <a:ext cx="2057400" cy="304200"/>
          </a:xfrm>
          <a:prstGeom prst="rect">
            <a:avLst/>
          </a:prstGeom>
          <a:noFill/>
          <a:ln>
            <a:noFill/>
          </a:ln>
        </p:spPr>
        <p:txBody>
          <a:bodyPr anchorCtr="0" anchor="ctr" bIns="35550" lIns="71100" spcFirstLastPara="1" rIns="71100" wrap="square" tIns="355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ção" type="twoTxTwoObj">
  <p:cSld name="TWO_OBJECTS_WITH_TEXT">
    <p:spTree>
      <p:nvGrpSpPr>
        <p:cNvPr id="44" name="Shape 44"/>
        <p:cNvGrpSpPr/>
        <p:nvPr/>
      </p:nvGrpSpPr>
      <p:grpSpPr>
        <a:xfrm>
          <a:off x="0" y="0"/>
          <a:ext cx="0" cy="0"/>
          <a:chOff x="0" y="0"/>
          <a:chExt cx="0" cy="0"/>
        </a:xfrm>
      </p:grpSpPr>
      <p:sp>
        <p:nvSpPr>
          <p:cNvPr id="45" name="Google Shape;45;p24"/>
          <p:cNvSpPr txBox="1"/>
          <p:nvPr>
            <p:ph type="title"/>
          </p:nvPr>
        </p:nvSpPr>
        <p:spPr>
          <a:xfrm>
            <a:off x="629841" y="304271"/>
            <a:ext cx="7886700" cy="1104600"/>
          </a:xfrm>
          <a:prstGeom prst="rect">
            <a:avLst/>
          </a:prstGeom>
          <a:noFill/>
          <a:ln>
            <a:noFill/>
          </a:ln>
        </p:spPr>
        <p:txBody>
          <a:bodyPr anchorCtr="0" anchor="ctr" bIns="35550" lIns="71100" spcFirstLastPara="1" rIns="71100" wrap="square" tIns="3555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6" name="Google Shape;46;p24"/>
          <p:cNvSpPr txBox="1"/>
          <p:nvPr>
            <p:ph idx="1" type="body"/>
          </p:nvPr>
        </p:nvSpPr>
        <p:spPr>
          <a:xfrm>
            <a:off x="629841" y="1400969"/>
            <a:ext cx="3868200" cy="686700"/>
          </a:xfrm>
          <a:prstGeom prst="rect">
            <a:avLst/>
          </a:prstGeom>
          <a:noFill/>
          <a:ln>
            <a:noFill/>
          </a:ln>
        </p:spPr>
        <p:txBody>
          <a:bodyPr anchorCtr="0" anchor="b" bIns="35550" lIns="71100" spcFirstLastPara="1" rIns="71100" wrap="square" tIns="35550">
            <a:normAutofit/>
          </a:bodyPr>
          <a:lstStyle>
            <a:lvl1pPr indent="-228600" lvl="0" marL="457200" algn="l">
              <a:lnSpc>
                <a:spcPct val="90000"/>
              </a:lnSpc>
              <a:spcBef>
                <a:spcPts val="800"/>
              </a:spcBef>
              <a:spcAft>
                <a:spcPts val="0"/>
              </a:spcAft>
              <a:buClr>
                <a:schemeClr val="dk1"/>
              </a:buClr>
              <a:buSzPts val="1900"/>
              <a:buNone/>
              <a:defRPr b="1" sz="1900"/>
            </a:lvl1pPr>
            <a:lvl2pPr indent="-228600" lvl="1" marL="914400" algn="l">
              <a:lnSpc>
                <a:spcPct val="90000"/>
              </a:lnSpc>
              <a:spcBef>
                <a:spcPts val="400"/>
              </a:spcBef>
              <a:spcAft>
                <a:spcPts val="0"/>
              </a:spcAft>
              <a:buClr>
                <a:schemeClr val="dk1"/>
              </a:buClr>
              <a:buSzPts val="1600"/>
              <a:buNone/>
              <a:defRPr b="1" sz="16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7" name="Google Shape;47;p24"/>
          <p:cNvSpPr txBox="1"/>
          <p:nvPr>
            <p:ph idx="2" type="body"/>
          </p:nvPr>
        </p:nvSpPr>
        <p:spPr>
          <a:xfrm>
            <a:off x="629841" y="2087563"/>
            <a:ext cx="3868200" cy="3070500"/>
          </a:xfrm>
          <a:prstGeom prst="rect">
            <a:avLst/>
          </a:prstGeom>
          <a:noFill/>
          <a:ln>
            <a:noFill/>
          </a:ln>
        </p:spPr>
        <p:txBody>
          <a:bodyPr anchorCtr="0" anchor="t" bIns="35550" lIns="71100" spcFirstLastPara="1" rIns="71100" wrap="square" tIns="35550">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8" name="Google Shape;48;p24"/>
          <p:cNvSpPr txBox="1"/>
          <p:nvPr>
            <p:ph idx="3" type="body"/>
          </p:nvPr>
        </p:nvSpPr>
        <p:spPr>
          <a:xfrm>
            <a:off x="4629150" y="1400969"/>
            <a:ext cx="3887400" cy="686700"/>
          </a:xfrm>
          <a:prstGeom prst="rect">
            <a:avLst/>
          </a:prstGeom>
          <a:noFill/>
          <a:ln>
            <a:noFill/>
          </a:ln>
        </p:spPr>
        <p:txBody>
          <a:bodyPr anchorCtr="0" anchor="b" bIns="35550" lIns="71100" spcFirstLastPara="1" rIns="71100" wrap="square" tIns="35550">
            <a:normAutofit/>
          </a:bodyPr>
          <a:lstStyle>
            <a:lvl1pPr indent="-228600" lvl="0" marL="457200" algn="l">
              <a:lnSpc>
                <a:spcPct val="90000"/>
              </a:lnSpc>
              <a:spcBef>
                <a:spcPts val="800"/>
              </a:spcBef>
              <a:spcAft>
                <a:spcPts val="0"/>
              </a:spcAft>
              <a:buClr>
                <a:schemeClr val="dk1"/>
              </a:buClr>
              <a:buSzPts val="1900"/>
              <a:buNone/>
              <a:defRPr b="1" sz="1900"/>
            </a:lvl1pPr>
            <a:lvl2pPr indent="-228600" lvl="1" marL="914400" algn="l">
              <a:lnSpc>
                <a:spcPct val="90000"/>
              </a:lnSpc>
              <a:spcBef>
                <a:spcPts val="400"/>
              </a:spcBef>
              <a:spcAft>
                <a:spcPts val="0"/>
              </a:spcAft>
              <a:buClr>
                <a:schemeClr val="dk1"/>
              </a:buClr>
              <a:buSzPts val="1600"/>
              <a:buNone/>
              <a:defRPr b="1" sz="16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9" name="Google Shape;49;p24"/>
          <p:cNvSpPr txBox="1"/>
          <p:nvPr>
            <p:ph idx="4" type="body"/>
          </p:nvPr>
        </p:nvSpPr>
        <p:spPr>
          <a:xfrm>
            <a:off x="4629150" y="2087563"/>
            <a:ext cx="3887400" cy="3070500"/>
          </a:xfrm>
          <a:prstGeom prst="rect">
            <a:avLst/>
          </a:prstGeom>
          <a:noFill/>
          <a:ln>
            <a:noFill/>
          </a:ln>
        </p:spPr>
        <p:txBody>
          <a:bodyPr anchorCtr="0" anchor="t" bIns="35550" lIns="71100" spcFirstLastPara="1" rIns="71100" wrap="square" tIns="35550">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0" name="Google Shape;50;p24"/>
          <p:cNvSpPr txBox="1"/>
          <p:nvPr>
            <p:ph idx="10" type="dt"/>
          </p:nvPr>
        </p:nvSpPr>
        <p:spPr>
          <a:xfrm>
            <a:off x="628650" y="5296958"/>
            <a:ext cx="2057400" cy="304200"/>
          </a:xfrm>
          <a:prstGeom prst="rect">
            <a:avLst/>
          </a:prstGeom>
          <a:noFill/>
          <a:ln>
            <a:noFill/>
          </a:ln>
        </p:spPr>
        <p:txBody>
          <a:bodyPr anchorCtr="0" anchor="ctr" bIns="35550" lIns="71100" spcFirstLastPara="1" rIns="71100" wrap="square" tIns="3555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1" name="Google Shape;51;p24"/>
          <p:cNvSpPr txBox="1"/>
          <p:nvPr>
            <p:ph idx="11" type="ftr"/>
          </p:nvPr>
        </p:nvSpPr>
        <p:spPr>
          <a:xfrm>
            <a:off x="3028950" y="5296958"/>
            <a:ext cx="3086100" cy="304200"/>
          </a:xfrm>
          <a:prstGeom prst="rect">
            <a:avLst/>
          </a:prstGeom>
          <a:noFill/>
          <a:ln>
            <a:noFill/>
          </a:ln>
        </p:spPr>
        <p:txBody>
          <a:bodyPr anchorCtr="0" anchor="ctr" bIns="35550" lIns="71100" spcFirstLastPara="1" rIns="71100" wrap="square" tIns="3555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Google Shape;52;p24"/>
          <p:cNvSpPr txBox="1"/>
          <p:nvPr>
            <p:ph idx="12" type="sldNum"/>
          </p:nvPr>
        </p:nvSpPr>
        <p:spPr>
          <a:xfrm>
            <a:off x="6457950" y="5296958"/>
            <a:ext cx="2057400" cy="304200"/>
          </a:xfrm>
          <a:prstGeom prst="rect">
            <a:avLst/>
          </a:prstGeom>
          <a:noFill/>
          <a:ln>
            <a:noFill/>
          </a:ln>
        </p:spPr>
        <p:txBody>
          <a:bodyPr anchorCtr="0" anchor="ctr" bIns="35550" lIns="71100" spcFirstLastPara="1" rIns="71100" wrap="square" tIns="355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mente Título" type="titleOnly">
  <p:cSld name="TITLE_ONLY">
    <p:spTree>
      <p:nvGrpSpPr>
        <p:cNvPr id="53" name="Shape 53"/>
        <p:cNvGrpSpPr/>
        <p:nvPr/>
      </p:nvGrpSpPr>
      <p:grpSpPr>
        <a:xfrm>
          <a:off x="0" y="0"/>
          <a:ext cx="0" cy="0"/>
          <a:chOff x="0" y="0"/>
          <a:chExt cx="0" cy="0"/>
        </a:xfrm>
      </p:grpSpPr>
      <p:sp>
        <p:nvSpPr>
          <p:cNvPr id="54" name="Google Shape;54;p25"/>
          <p:cNvSpPr txBox="1"/>
          <p:nvPr>
            <p:ph type="title"/>
          </p:nvPr>
        </p:nvSpPr>
        <p:spPr>
          <a:xfrm>
            <a:off x="628650" y="304271"/>
            <a:ext cx="7886700" cy="1104600"/>
          </a:xfrm>
          <a:prstGeom prst="rect">
            <a:avLst/>
          </a:prstGeom>
          <a:noFill/>
          <a:ln>
            <a:noFill/>
          </a:ln>
        </p:spPr>
        <p:txBody>
          <a:bodyPr anchorCtr="0" anchor="ctr" bIns="35550" lIns="71100" spcFirstLastPara="1" rIns="71100" wrap="square" tIns="3555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5" name="Google Shape;55;p25"/>
          <p:cNvSpPr txBox="1"/>
          <p:nvPr>
            <p:ph idx="10" type="dt"/>
          </p:nvPr>
        </p:nvSpPr>
        <p:spPr>
          <a:xfrm>
            <a:off x="628650" y="5296958"/>
            <a:ext cx="2057400" cy="304200"/>
          </a:xfrm>
          <a:prstGeom prst="rect">
            <a:avLst/>
          </a:prstGeom>
          <a:noFill/>
          <a:ln>
            <a:noFill/>
          </a:ln>
        </p:spPr>
        <p:txBody>
          <a:bodyPr anchorCtr="0" anchor="ctr" bIns="35550" lIns="71100" spcFirstLastPara="1" rIns="71100" wrap="square" tIns="3555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6" name="Google Shape;56;p25"/>
          <p:cNvSpPr txBox="1"/>
          <p:nvPr>
            <p:ph idx="11" type="ftr"/>
          </p:nvPr>
        </p:nvSpPr>
        <p:spPr>
          <a:xfrm>
            <a:off x="3028950" y="5296958"/>
            <a:ext cx="3086100" cy="304200"/>
          </a:xfrm>
          <a:prstGeom prst="rect">
            <a:avLst/>
          </a:prstGeom>
          <a:noFill/>
          <a:ln>
            <a:noFill/>
          </a:ln>
        </p:spPr>
        <p:txBody>
          <a:bodyPr anchorCtr="0" anchor="ctr" bIns="35550" lIns="71100" spcFirstLastPara="1" rIns="71100" wrap="square" tIns="3555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7" name="Google Shape;57;p25"/>
          <p:cNvSpPr txBox="1"/>
          <p:nvPr>
            <p:ph idx="12" type="sldNum"/>
          </p:nvPr>
        </p:nvSpPr>
        <p:spPr>
          <a:xfrm>
            <a:off x="6457950" y="5296958"/>
            <a:ext cx="2057400" cy="304200"/>
          </a:xfrm>
          <a:prstGeom prst="rect">
            <a:avLst/>
          </a:prstGeom>
          <a:noFill/>
          <a:ln>
            <a:noFill/>
          </a:ln>
        </p:spPr>
        <p:txBody>
          <a:bodyPr anchorCtr="0" anchor="ctr" bIns="35550" lIns="71100" spcFirstLastPara="1" rIns="71100" wrap="square" tIns="355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údo com Legenda" type="objTx">
  <p:cSld name="OBJECT_WITH_CAPTION_TEXT">
    <p:spTree>
      <p:nvGrpSpPr>
        <p:cNvPr id="58" name="Shape 58"/>
        <p:cNvGrpSpPr/>
        <p:nvPr/>
      </p:nvGrpSpPr>
      <p:grpSpPr>
        <a:xfrm>
          <a:off x="0" y="0"/>
          <a:ext cx="0" cy="0"/>
          <a:chOff x="0" y="0"/>
          <a:chExt cx="0" cy="0"/>
        </a:xfrm>
      </p:grpSpPr>
      <p:sp>
        <p:nvSpPr>
          <p:cNvPr id="59" name="Google Shape;59;p26"/>
          <p:cNvSpPr txBox="1"/>
          <p:nvPr>
            <p:ph type="title"/>
          </p:nvPr>
        </p:nvSpPr>
        <p:spPr>
          <a:xfrm>
            <a:off x="629841" y="381000"/>
            <a:ext cx="2949300" cy="1333500"/>
          </a:xfrm>
          <a:prstGeom prst="rect">
            <a:avLst/>
          </a:prstGeom>
          <a:noFill/>
          <a:ln>
            <a:noFill/>
          </a:ln>
        </p:spPr>
        <p:txBody>
          <a:bodyPr anchorCtr="0" anchor="b" bIns="35550" lIns="71100" spcFirstLastPara="1" rIns="71100" wrap="square" tIns="35550">
            <a:normAutofit/>
          </a:bodyPr>
          <a:lstStyle>
            <a:lvl1pPr lvl="0" algn="l">
              <a:lnSpc>
                <a:spcPct val="90000"/>
              </a:lnSpc>
              <a:spcBef>
                <a:spcPts val="0"/>
              </a:spcBef>
              <a:spcAft>
                <a:spcPts val="0"/>
              </a:spcAft>
              <a:buClr>
                <a:schemeClr val="dk1"/>
              </a:buClr>
              <a:buSzPts val="2500"/>
              <a:buFont typeface="Play"/>
              <a:buNone/>
              <a:defRPr sz="2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0" name="Google Shape;60;p26"/>
          <p:cNvSpPr txBox="1"/>
          <p:nvPr>
            <p:ph idx="1" type="body"/>
          </p:nvPr>
        </p:nvSpPr>
        <p:spPr>
          <a:xfrm>
            <a:off x="3887391" y="822854"/>
            <a:ext cx="4629300" cy="4061400"/>
          </a:xfrm>
          <a:prstGeom prst="rect">
            <a:avLst/>
          </a:prstGeom>
          <a:noFill/>
          <a:ln>
            <a:noFill/>
          </a:ln>
        </p:spPr>
        <p:txBody>
          <a:bodyPr anchorCtr="0" anchor="t" bIns="35550" lIns="71100" spcFirstLastPara="1" rIns="71100" wrap="square" tIns="35550">
            <a:normAutofit/>
          </a:bodyPr>
          <a:lstStyle>
            <a:lvl1pPr indent="-387350" lvl="0" marL="457200" algn="l">
              <a:lnSpc>
                <a:spcPct val="90000"/>
              </a:lnSpc>
              <a:spcBef>
                <a:spcPts val="800"/>
              </a:spcBef>
              <a:spcAft>
                <a:spcPts val="0"/>
              </a:spcAft>
              <a:buClr>
                <a:schemeClr val="dk1"/>
              </a:buClr>
              <a:buSzPts val="2500"/>
              <a:buChar char="•"/>
              <a:defRPr sz="2500"/>
            </a:lvl1pPr>
            <a:lvl2pPr indent="-368300" lvl="1" marL="914400" algn="l">
              <a:lnSpc>
                <a:spcPct val="90000"/>
              </a:lnSpc>
              <a:spcBef>
                <a:spcPts val="400"/>
              </a:spcBef>
              <a:spcAft>
                <a:spcPts val="0"/>
              </a:spcAft>
              <a:buClr>
                <a:schemeClr val="dk1"/>
              </a:buClr>
              <a:buSzPts val="2200"/>
              <a:buChar char="•"/>
              <a:defRPr sz="2200"/>
            </a:lvl2pPr>
            <a:lvl3pPr indent="-349250" lvl="2" marL="1371600" algn="l">
              <a:lnSpc>
                <a:spcPct val="90000"/>
              </a:lnSpc>
              <a:spcBef>
                <a:spcPts val="400"/>
              </a:spcBef>
              <a:spcAft>
                <a:spcPts val="0"/>
              </a:spcAft>
              <a:buClr>
                <a:schemeClr val="dk1"/>
              </a:buClr>
              <a:buSzPts val="1900"/>
              <a:buChar char="•"/>
              <a:defRPr sz="1900"/>
            </a:lvl3pPr>
            <a:lvl4pPr indent="-330200" lvl="3" marL="1828800" algn="l">
              <a:lnSpc>
                <a:spcPct val="90000"/>
              </a:lnSpc>
              <a:spcBef>
                <a:spcPts val="400"/>
              </a:spcBef>
              <a:spcAft>
                <a:spcPts val="0"/>
              </a:spcAft>
              <a:buClr>
                <a:schemeClr val="dk1"/>
              </a:buClr>
              <a:buSzPts val="1600"/>
              <a:buChar char="•"/>
              <a:defRPr sz="1600"/>
            </a:lvl4pPr>
            <a:lvl5pPr indent="-330200" lvl="4" marL="2286000" algn="l">
              <a:lnSpc>
                <a:spcPct val="90000"/>
              </a:lnSpc>
              <a:spcBef>
                <a:spcPts val="400"/>
              </a:spcBef>
              <a:spcAft>
                <a:spcPts val="0"/>
              </a:spcAft>
              <a:buClr>
                <a:schemeClr val="dk1"/>
              </a:buClr>
              <a:buSzPts val="1600"/>
              <a:buChar char="•"/>
              <a:defRPr sz="1600"/>
            </a:lvl5pPr>
            <a:lvl6pPr indent="-330200" lvl="5" marL="2743200" algn="l">
              <a:lnSpc>
                <a:spcPct val="90000"/>
              </a:lnSpc>
              <a:spcBef>
                <a:spcPts val="400"/>
              </a:spcBef>
              <a:spcAft>
                <a:spcPts val="0"/>
              </a:spcAft>
              <a:buClr>
                <a:schemeClr val="dk1"/>
              </a:buClr>
              <a:buSzPts val="1600"/>
              <a:buChar char="•"/>
              <a:defRPr sz="1600"/>
            </a:lvl6pPr>
            <a:lvl7pPr indent="-330200" lvl="6" marL="3200400" algn="l">
              <a:lnSpc>
                <a:spcPct val="90000"/>
              </a:lnSpc>
              <a:spcBef>
                <a:spcPts val="400"/>
              </a:spcBef>
              <a:spcAft>
                <a:spcPts val="0"/>
              </a:spcAft>
              <a:buClr>
                <a:schemeClr val="dk1"/>
              </a:buClr>
              <a:buSzPts val="1600"/>
              <a:buChar char="•"/>
              <a:defRPr sz="1600"/>
            </a:lvl7pPr>
            <a:lvl8pPr indent="-330200" lvl="7" marL="3657600" algn="l">
              <a:lnSpc>
                <a:spcPct val="90000"/>
              </a:lnSpc>
              <a:spcBef>
                <a:spcPts val="400"/>
              </a:spcBef>
              <a:spcAft>
                <a:spcPts val="0"/>
              </a:spcAft>
              <a:buClr>
                <a:schemeClr val="dk1"/>
              </a:buClr>
              <a:buSzPts val="1600"/>
              <a:buChar char="•"/>
              <a:defRPr sz="1600"/>
            </a:lvl8pPr>
            <a:lvl9pPr indent="-330200" lvl="8" marL="4114800" algn="l">
              <a:lnSpc>
                <a:spcPct val="90000"/>
              </a:lnSpc>
              <a:spcBef>
                <a:spcPts val="400"/>
              </a:spcBef>
              <a:spcAft>
                <a:spcPts val="0"/>
              </a:spcAft>
              <a:buClr>
                <a:schemeClr val="dk1"/>
              </a:buClr>
              <a:buSzPts val="1600"/>
              <a:buChar char="•"/>
              <a:defRPr sz="1600"/>
            </a:lvl9pPr>
          </a:lstStyle>
          <a:p/>
        </p:txBody>
      </p:sp>
      <p:sp>
        <p:nvSpPr>
          <p:cNvPr id="61" name="Google Shape;61;p26"/>
          <p:cNvSpPr txBox="1"/>
          <p:nvPr>
            <p:ph idx="2" type="body"/>
          </p:nvPr>
        </p:nvSpPr>
        <p:spPr>
          <a:xfrm>
            <a:off x="629841" y="1714500"/>
            <a:ext cx="2949300" cy="3176400"/>
          </a:xfrm>
          <a:prstGeom prst="rect">
            <a:avLst/>
          </a:prstGeom>
          <a:noFill/>
          <a:ln>
            <a:noFill/>
          </a:ln>
        </p:spPr>
        <p:txBody>
          <a:bodyPr anchorCtr="0" anchor="t" bIns="35550" lIns="71100" spcFirstLastPara="1" rIns="71100" wrap="square" tIns="35550">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2" name="Google Shape;62;p26"/>
          <p:cNvSpPr txBox="1"/>
          <p:nvPr>
            <p:ph idx="10" type="dt"/>
          </p:nvPr>
        </p:nvSpPr>
        <p:spPr>
          <a:xfrm>
            <a:off x="628650" y="5296958"/>
            <a:ext cx="2057400" cy="304200"/>
          </a:xfrm>
          <a:prstGeom prst="rect">
            <a:avLst/>
          </a:prstGeom>
          <a:noFill/>
          <a:ln>
            <a:noFill/>
          </a:ln>
        </p:spPr>
        <p:txBody>
          <a:bodyPr anchorCtr="0" anchor="ctr" bIns="35550" lIns="71100" spcFirstLastPara="1" rIns="71100" wrap="square" tIns="3555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3" name="Google Shape;63;p26"/>
          <p:cNvSpPr txBox="1"/>
          <p:nvPr>
            <p:ph idx="11" type="ftr"/>
          </p:nvPr>
        </p:nvSpPr>
        <p:spPr>
          <a:xfrm>
            <a:off x="3028950" y="5296958"/>
            <a:ext cx="3086100" cy="304200"/>
          </a:xfrm>
          <a:prstGeom prst="rect">
            <a:avLst/>
          </a:prstGeom>
          <a:noFill/>
          <a:ln>
            <a:noFill/>
          </a:ln>
        </p:spPr>
        <p:txBody>
          <a:bodyPr anchorCtr="0" anchor="ctr" bIns="35550" lIns="71100" spcFirstLastPara="1" rIns="71100" wrap="square" tIns="3555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4" name="Google Shape;64;p26"/>
          <p:cNvSpPr txBox="1"/>
          <p:nvPr>
            <p:ph idx="12" type="sldNum"/>
          </p:nvPr>
        </p:nvSpPr>
        <p:spPr>
          <a:xfrm>
            <a:off x="6457950" y="5296958"/>
            <a:ext cx="2057400" cy="304200"/>
          </a:xfrm>
          <a:prstGeom prst="rect">
            <a:avLst/>
          </a:prstGeom>
          <a:noFill/>
          <a:ln>
            <a:noFill/>
          </a:ln>
        </p:spPr>
        <p:txBody>
          <a:bodyPr anchorCtr="0" anchor="ctr" bIns="35550" lIns="71100" spcFirstLastPara="1" rIns="71100" wrap="square" tIns="355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m com Legenda" type="picTx">
  <p:cSld name="PICTURE_WITH_CAPTION_TEXT">
    <p:spTree>
      <p:nvGrpSpPr>
        <p:cNvPr id="65" name="Shape 65"/>
        <p:cNvGrpSpPr/>
        <p:nvPr/>
      </p:nvGrpSpPr>
      <p:grpSpPr>
        <a:xfrm>
          <a:off x="0" y="0"/>
          <a:ext cx="0" cy="0"/>
          <a:chOff x="0" y="0"/>
          <a:chExt cx="0" cy="0"/>
        </a:xfrm>
      </p:grpSpPr>
      <p:sp>
        <p:nvSpPr>
          <p:cNvPr id="66" name="Google Shape;66;p27"/>
          <p:cNvSpPr txBox="1"/>
          <p:nvPr>
            <p:ph type="title"/>
          </p:nvPr>
        </p:nvSpPr>
        <p:spPr>
          <a:xfrm>
            <a:off x="629841" y="381000"/>
            <a:ext cx="2949300" cy="1333500"/>
          </a:xfrm>
          <a:prstGeom prst="rect">
            <a:avLst/>
          </a:prstGeom>
          <a:noFill/>
          <a:ln>
            <a:noFill/>
          </a:ln>
        </p:spPr>
        <p:txBody>
          <a:bodyPr anchorCtr="0" anchor="b" bIns="35550" lIns="71100" spcFirstLastPara="1" rIns="71100" wrap="square" tIns="35550">
            <a:normAutofit/>
          </a:bodyPr>
          <a:lstStyle>
            <a:lvl1pPr lvl="0" algn="l">
              <a:lnSpc>
                <a:spcPct val="90000"/>
              </a:lnSpc>
              <a:spcBef>
                <a:spcPts val="0"/>
              </a:spcBef>
              <a:spcAft>
                <a:spcPts val="0"/>
              </a:spcAft>
              <a:buClr>
                <a:schemeClr val="dk1"/>
              </a:buClr>
              <a:buSzPts val="2500"/>
              <a:buFont typeface="Play"/>
              <a:buNone/>
              <a:defRPr sz="2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7" name="Google Shape;67;p27"/>
          <p:cNvSpPr/>
          <p:nvPr>
            <p:ph idx="2" type="pic"/>
          </p:nvPr>
        </p:nvSpPr>
        <p:spPr>
          <a:xfrm>
            <a:off x="3887391" y="822854"/>
            <a:ext cx="4629300" cy="4061400"/>
          </a:xfrm>
          <a:prstGeom prst="rect">
            <a:avLst/>
          </a:prstGeom>
          <a:noFill/>
          <a:ln>
            <a:noFill/>
          </a:ln>
        </p:spPr>
      </p:sp>
      <p:sp>
        <p:nvSpPr>
          <p:cNvPr id="68" name="Google Shape;68;p27"/>
          <p:cNvSpPr txBox="1"/>
          <p:nvPr>
            <p:ph idx="1" type="body"/>
          </p:nvPr>
        </p:nvSpPr>
        <p:spPr>
          <a:xfrm>
            <a:off x="629841" y="1714500"/>
            <a:ext cx="2949300" cy="3176400"/>
          </a:xfrm>
          <a:prstGeom prst="rect">
            <a:avLst/>
          </a:prstGeom>
          <a:noFill/>
          <a:ln>
            <a:noFill/>
          </a:ln>
        </p:spPr>
        <p:txBody>
          <a:bodyPr anchorCtr="0" anchor="t" bIns="35550" lIns="71100" spcFirstLastPara="1" rIns="71100" wrap="square" tIns="35550">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9" name="Google Shape;69;p27"/>
          <p:cNvSpPr txBox="1"/>
          <p:nvPr>
            <p:ph idx="10" type="dt"/>
          </p:nvPr>
        </p:nvSpPr>
        <p:spPr>
          <a:xfrm>
            <a:off x="628650" y="5296958"/>
            <a:ext cx="2057400" cy="304200"/>
          </a:xfrm>
          <a:prstGeom prst="rect">
            <a:avLst/>
          </a:prstGeom>
          <a:noFill/>
          <a:ln>
            <a:noFill/>
          </a:ln>
        </p:spPr>
        <p:txBody>
          <a:bodyPr anchorCtr="0" anchor="ctr" bIns="35550" lIns="71100" spcFirstLastPara="1" rIns="71100" wrap="square" tIns="3555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0" name="Google Shape;70;p27"/>
          <p:cNvSpPr txBox="1"/>
          <p:nvPr>
            <p:ph idx="11" type="ftr"/>
          </p:nvPr>
        </p:nvSpPr>
        <p:spPr>
          <a:xfrm>
            <a:off x="3028950" y="5296958"/>
            <a:ext cx="3086100" cy="304200"/>
          </a:xfrm>
          <a:prstGeom prst="rect">
            <a:avLst/>
          </a:prstGeom>
          <a:noFill/>
          <a:ln>
            <a:noFill/>
          </a:ln>
        </p:spPr>
        <p:txBody>
          <a:bodyPr anchorCtr="0" anchor="ctr" bIns="35550" lIns="71100" spcFirstLastPara="1" rIns="71100" wrap="square" tIns="3555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1" name="Google Shape;71;p27"/>
          <p:cNvSpPr txBox="1"/>
          <p:nvPr>
            <p:ph idx="12" type="sldNum"/>
          </p:nvPr>
        </p:nvSpPr>
        <p:spPr>
          <a:xfrm>
            <a:off x="6457950" y="5296958"/>
            <a:ext cx="2057400" cy="304200"/>
          </a:xfrm>
          <a:prstGeom prst="rect">
            <a:avLst/>
          </a:prstGeom>
          <a:noFill/>
          <a:ln>
            <a:noFill/>
          </a:ln>
        </p:spPr>
        <p:txBody>
          <a:bodyPr anchorCtr="0" anchor="ctr" bIns="35550" lIns="71100" spcFirstLastPara="1" rIns="71100" wrap="square" tIns="355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Texto Vertical" type="vertTx">
  <p:cSld name="VERTICAL_TEXT">
    <p:spTree>
      <p:nvGrpSpPr>
        <p:cNvPr id="72" name="Shape 72"/>
        <p:cNvGrpSpPr/>
        <p:nvPr/>
      </p:nvGrpSpPr>
      <p:grpSpPr>
        <a:xfrm>
          <a:off x="0" y="0"/>
          <a:ext cx="0" cy="0"/>
          <a:chOff x="0" y="0"/>
          <a:chExt cx="0" cy="0"/>
        </a:xfrm>
      </p:grpSpPr>
      <p:sp>
        <p:nvSpPr>
          <p:cNvPr id="73" name="Google Shape;73;p28"/>
          <p:cNvSpPr txBox="1"/>
          <p:nvPr>
            <p:ph type="title"/>
          </p:nvPr>
        </p:nvSpPr>
        <p:spPr>
          <a:xfrm>
            <a:off x="628650" y="304271"/>
            <a:ext cx="7886700" cy="1104600"/>
          </a:xfrm>
          <a:prstGeom prst="rect">
            <a:avLst/>
          </a:prstGeom>
          <a:noFill/>
          <a:ln>
            <a:noFill/>
          </a:ln>
        </p:spPr>
        <p:txBody>
          <a:bodyPr anchorCtr="0" anchor="ctr" bIns="35550" lIns="71100" spcFirstLastPara="1" rIns="71100" wrap="square" tIns="3555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4" name="Google Shape;74;p28"/>
          <p:cNvSpPr txBox="1"/>
          <p:nvPr>
            <p:ph idx="1" type="body"/>
          </p:nvPr>
        </p:nvSpPr>
        <p:spPr>
          <a:xfrm rot="5400000">
            <a:off x="2758950" y="-608946"/>
            <a:ext cx="3626100" cy="7886700"/>
          </a:xfrm>
          <a:prstGeom prst="rect">
            <a:avLst/>
          </a:prstGeom>
          <a:noFill/>
          <a:ln>
            <a:noFill/>
          </a:ln>
        </p:spPr>
        <p:txBody>
          <a:bodyPr anchorCtr="0" anchor="t" bIns="35550" lIns="71100" spcFirstLastPara="1" rIns="71100" wrap="square" tIns="35550">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5" name="Google Shape;75;p28"/>
          <p:cNvSpPr txBox="1"/>
          <p:nvPr>
            <p:ph idx="10" type="dt"/>
          </p:nvPr>
        </p:nvSpPr>
        <p:spPr>
          <a:xfrm>
            <a:off x="628650" y="5296958"/>
            <a:ext cx="2057400" cy="304200"/>
          </a:xfrm>
          <a:prstGeom prst="rect">
            <a:avLst/>
          </a:prstGeom>
          <a:noFill/>
          <a:ln>
            <a:noFill/>
          </a:ln>
        </p:spPr>
        <p:txBody>
          <a:bodyPr anchorCtr="0" anchor="ctr" bIns="35550" lIns="71100" spcFirstLastPara="1" rIns="71100" wrap="square" tIns="3555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6" name="Google Shape;76;p28"/>
          <p:cNvSpPr txBox="1"/>
          <p:nvPr>
            <p:ph idx="11" type="ftr"/>
          </p:nvPr>
        </p:nvSpPr>
        <p:spPr>
          <a:xfrm>
            <a:off x="3028950" y="5296958"/>
            <a:ext cx="3086100" cy="304200"/>
          </a:xfrm>
          <a:prstGeom prst="rect">
            <a:avLst/>
          </a:prstGeom>
          <a:noFill/>
          <a:ln>
            <a:noFill/>
          </a:ln>
        </p:spPr>
        <p:txBody>
          <a:bodyPr anchorCtr="0" anchor="ctr" bIns="35550" lIns="71100" spcFirstLastPara="1" rIns="71100" wrap="square" tIns="3555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7" name="Google Shape;77;p28"/>
          <p:cNvSpPr txBox="1"/>
          <p:nvPr>
            <p:ph idx="12" type="sldNum"/>
          </p:nvPr>
        </p:nvSpPr>
        <p:spPr>
          <a:xfrm>
            <a:off x="6457950" y="5296958"/>
            <a:ext cx="2057400" cy="304200"/>
          </a:xfrm>
          <a:prstGeom prst="rect">
            <a:avLst/>
          </a:prstGeom>
          <a:noFill/>
          <a:ln>
            <a:noFill/>
          </a:ln>
        </p:spPr>
        <p:txBody>
          <a:bodyPr anchorCtr="0" anchor="ctr" bIns="35550" lIns="71100" spcFirstLastPara="1" rIns="71100" wrap="square" tIns="355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o e Título Vertical" type="vertTitleAndTx">
  <p:cSld name="VERTICAL_TITLE_AND_VERTICAL_TEXT">
    <p:spTree>
      <p:nvGrpSpPr>
        <p:cNvPr id="78" name="Shape 78"/>
        <p:cNvGrpSpPr/>
        <p:nvPr/>
      </p:nvGrpSpPr>
      <p:grpSpPr>
        <a:xfrm>
          <a:off x="0" y="0"/>
          <a:ext cx="0" cy="0"/>
          <a:chOff x="0" y="0"/>
          <a:chExt cx="0" cy="0"/>
        </a:xfrm>
      </p:grpSpPr>
      <p:sp>
        <p:nvSpPr>
          <p:cNvPr id="79" name="Google Shape;79;p29"/>
          <p:cNvSpPr txBox="1"/>
          <p:nvPr>
            <p:ph type="title"/>
          </p:nvPr>
        </p:nvSpPr>
        <p:spPr>
          <a:xfrm rot="5400000">
            <a:off x="5107950" y="1740071"/>
            <a:ext cx="4843200" cy="1971600"/>
          </a:xfrm>
          <a:prstGeom prst="rect">
            <a:avLst/>
          </a:prstGeom>
          <a:noFill/>
          <a:ln>
            <a:noFill/>
          </a:ln>
        </p:spPr>
        <p:txBody>
          <a:bodyPr anchorCtr="0" anchor="ctr" bIns="35550" lIns="71100" spcFirstLastPara="1" rIns="71100" wrap="square" tIns="3555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0" name="Google Shape;80;p29"/>
          <p:cNvSpPr txBox="1"/>
          <p:nvPr>
            <p:ph idx="1" type="body"/>
          </p:nvPr>
        </p:nvSpPr>
        <p:spPr>
          <a:xfrm rot="5400000">
            <a:off x="1107375" y="-174529"/>
            <a:ext cx="4843200" cy="5800800"/>
          </a:xfrm>
          <a:prstGeom prst="rect">
            <a:avLst/>
          </a:prstGeom>
          <a:noFill/>
          <a:ln>
            <a:noFill/>
          </a:ln>
        </p:spPr>
        <p:txBody>
          <a:bodyPr anchorCtr="0" anchor="t" bIns="35550" lIns="71100" spcFirstLastPara="1" rIns="71100" wrap="square" tIns="35550">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1" name="Google Shape;81;p29"/>
          <p:cNvSpPr txBox="1"/>
          <p:nvPr>
            <p:ph idx="10" type="dt"/>
          </p:nvPr>
        </p:nvSpPr>
        <p:spPr>
          <a:xfrm>
            <a:off x="628650" y="5296958"/>
            <a:ext cx="2057400" cy="304200"/>
          </a:xfrm>
          <a:prstGeom prst="rect">
            <a:avLst/>
          </a:prstGeom>
          <a:noFill/>
          <a:ln>
            <a:noFill/>
          </a:ln>
        </p:spPr>
        <p:txBody>
          <a:bodyPr anchorCtr="0" anchor="ctr" bIns="35550" lIns="71100" spcFirstLastPara="1" rIns="71100" wrap="square" tIns="3555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2" name="Google Shape;82;p29"/>
          <p:cNvSpPr txBox="1"/>
          <p:nvPr>
            <p:ph idx="11" type="ftr"/>
          </p:nvPr>
        </p:nvSpPr>
        <p:spPr>
          <a:xfrm>
            <a:off x="3028950" y="5296958"/>
            <a:ext cx="3086100" cy="304200"/>
          </a:xfrm>
          <a:prstGeom prst="rect">
            <a:avLst/>
          </a:prstGeom>
          <a:noFill/>
          <a:ln>
            <a:noFill/>
          </a:ln>
        </p:spPr>
        <p:txBody>
          <a:bodyPr anchorCtr="0" anchor="ctr" bIns="35550" lIns="71100" spcFirstLastPara="1" rIns="71100" wrap="square" tIns="3555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3" name="Google Shape;83;p29"/>
          <p:cNvSpPr txBox="1"/>
          <p:nvPr>
            <p:ph idx="12" type="sldNum"/>
          </p:nvPr>
        </p:nvSpPr>
        <p:spPr>
          <a:xfrm>
            <a:off x="6457950" y="5296958"/>
            <a:ext cx="2057400" cy="304200"/>
          </a:xfrm>
          <a:prstGeom prst="rect">
            <a:avLst/>
          </a:prstGeom>
          <a:noFill/>
          <a:ln>
            <a:noFill/>
          </a:ln>
        </p:spPr>
        <p:txBody>
          <a:bodyPr anchorCtr="0" anchor="ctr" bIns="35550" lIns="71100" spcFirstLastPara="1" rIns="71100" wrap="square" tIns="355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8"/>
          <p:cNvSpPr txBox="1"/>
          <p:nvPr>
            <p:ph type="title"/>
          </p:nvPr>
        </p:nvSpPr>
        <p:spPr>
          <a:xfrm>
            <a:off x="628650" y="304271"/>
            <a:ext cx="7886700" cy="1104600"/>
          </a:xfrm>
          <a:prstGeom prst="rect">
            <a:avLst/>
          </a:prstGeom>
          <a:noFill/>
          <a:ln>
            <a:noFill/>
          </a:ln>
        </p:spPr>
        <p:txBody>
          <a:bodyPr anchorCtr="0" anchor="ctr" bIns="35550" lIns="71100" spcFirstLastPara="1" rIns="71100" wrap="square" tIns="35550">
            <a:normAutofit/>
          </a:bodyPr>
          <a:lstStyle>
            <a:lvl1pPr lvl="0" marR="0" rtl="0" algn="l">
              <a:lnSpc>
                <a:spcPct val="90000"/>
              </a:lnSpc>
              <a:spcBef>
                <a:spcPts val="0"/>
              </a:spcBef>
              <a:spcAft>
                <a:spcPts val="0"/>
              </a:spcAft>
              <a:buClr>
                <a:schemeClr val="dk1"/>
              </a:buClr>
              <a:buSzPts val="3400"/>
              <a:buFont typeface="Play"/>
              <a:buNone/>
              <a:defRPr b="0" i="0" sz="3400" u="none" cap="none" strike="noStrike">
                <a:solidFill>
                  <a:schemeClr val="dk1"/>
                </a:solidFill>
                <a:latin typeface="Play"/>
                <a:ea typeface="Play"/>
                <a:cs typeface="Play"/>
                <a:sym typeface="Play"/>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11" name="Google Shape;11;p18"/>
          <p:cNvSpPr txBox="1"/>
          <p:nvPr>
            <p:ph idx="1" type="body"/>
          </p:nvPr>
        </p:nvSpPr>
        <p:spPr>
          <a:xfrm>
            <a:off x="628650" y="1521354"/>
            <a:ext cx="7886700" cy="3626100"/>
          </a:xfrm>
          <a:prstGeom prst="rect">
            <a:avLst/>
          </a:prstGeom>
          <a:noFill/>
          <a:ln>
            <a:noFill/>
          </a:ln>
        </p:spPr>
        <p:txBody>
          <a:bodyPr anchorCtr="0" anchor="t" bIns="35550" lIns="71100" spcFirstLastPara="1" rIns="71100" wrap="square" tIns="35550">
            <a:normAutofit/>
          </a:bodyPr>
          <a:lstStyle>
            <a:lvl1pPr indent="-368300" lvl="0" marL="457200" marR="0" rtl="0" algn="l">
              <a:lnSpc>
                <a:spcPct val="90000"/>
              </a:lnSpc>
              <a:spcBef>
                <a:spcPts val="8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1pPr>
            <a:lvl2pPr indent="-349250" lvl="1" marL="914400" marR="0" rtl="0" algn="l">
              <a:lnSpc>
                <a:spcPct val="90000"/>
              </a:lnSpc>
              <a:spcBef>
                <a:spcPts val="40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2pPr>
            <a:lvl3pPr indent="-330200" lvl="2" marL="1371600" marR="0" rtl="0" algn="l">
              <a:lnSpc>
                <a:spcPct val="90000"/>
              </a:lnSpc>
              <a:spcBef>
                <a:spcPts val="4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12" name="Google Shape;12;p18"/>
          <p:cNvSpPr txBox="1"/>
          <p:nvPr>
            <p:ph idx="10" type="dt"/>
          </p:nvPr>
        </p:nvSpPr>
        <p:spPr>
          <a:xfrm>
            <a:off x="628650" y="5296958"/>
            <a:ext cx="2057400" cy="304200"/>
          </a:xfrm>
          <a:prstGeom prst="rect">
            <a:avLst/>
          </a:prstGeom>
          <a:noFill/>
          <a:ln>
            <a:noFill/>
          </a:ln>
        </p:spPr>
        <p:txBody>
          <a:bodyPr anchorCtr="0" anchor="ctr" bIns="35550" lIns="71100" spcFirstLastPara="1" rIns="71100" wrap="square" tIns="35550">
            <a:noAutofit/>
          </a:bodyPr>
          <a:lstStyle>
            <a:lvl1pPr lvl="0" marR="0" rtl="0" algn="l">
              <a:spcBef>
                <a:spcPts val="0"/>
              </a:spcBef>
              <a:spcAft>
                <a:spcPts val="0"/>
              </a:spcAft>
              <a:buSzPts val="1100"/>
              <a:buNone/>
              <a:defRPr b="0" i="0" sz="900" u="none" cap="none" strike="noStrike">
                <a:solidFill>
                  <a:srgbClr val="757575"/>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3" name="Google Shape;13;p18"/>
          <p:cNvSpPr txBox="1"/>
          <p:nvPr>
            <p:ph idx="11" type="ftr"/>
          </p:nvPr>
        </p:nvSpPr>
        <p:spPr>
          <a:xfrm>
            <a:off x="3028950" y="5296958"/>
            <a:ext cx="3086100" cy="304200"/>
          </a:xfrm>
          <a:prstGeom prst="rect">
            <a:avLst/>
          </a:prstGeom>
          <a:noFill/>
          <a:ln>
            <a:noFill/>
          </a:ln>
        </p:spPr>
        <p:txBody>
          <a:bodyPr anchorCtr="0" anchor="ctr" bIns="35550" lIns="71100" spcFirstLastPara="1" rIns="71100" wrap="square" tIns="35550">
            <a:noAutofit/>
          </a:bodyPr>
          <a:lstStyle>
            <a:lvl1pPr lvl="0" marR="0" rtl="0" algn="ctr">
              <a:spcBef>
                <a:spcPts val="0"/>
              </a:spcBef>
              <a:spcAft>
                <a:spcPts val="0"/>
              </a:spcAft>
              <a:buSzPts val="1100"/>
              <a:buNone/>
              <a:defRPr b="0" i="0" sz="900" u="none" cap="none" strike="noStrike">
                <a:solidFill>
                  <a:srgbClr val="757575"/>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4" name="Google Shape;14;p18"/>
          <p:cNvSpPr txBox="1"/>
          <p:nvPr>
            <p:ph idx="12" type="sldNum"/>
          </p:nvPr>
        </p:nvSpPr>
        <p:spPr>
          <a:xfrm>
            <a:off x="6457950" y="5296958"/>
            <a:ext cx="2057400" cy="304200"/>
          </a:xfrm>
          <a:prstGeom prst="rect">
            <a:avLst/>
          </a:prstGeom>
          <a:noFill/>
          <a:ln>
            <a:noFill/>
          </a:ln>
        </p:spPr>
        <p:txBody>
          <a:bodyPr anchorCtr="0" anchor="ctr" bIns="35550" lIns="71100" spcFirstLastPara="1" rIns="71100" wrap="square" tIns="35550">
            <a:noAutofit/>
          </a:bodyPr>
          <a:lstStyle>
            <a:lvl1pPr indent="0" lvl="0" marL="0" marR="0" rtl="0" algn="r">
              <a:spcBef>
                <a:spcPts val="0"/>
              </a:spcBef>
              <a:buNone/>
              <a:defRPr b="0" i="0" sz="900" u="none" cap="none" strike="noStrike">
                <a:solidFill>
                  <a:srgbClr val="757575"/>
                </a:solidFill>
                <a:latin typeface="Arial"/>
                <a:ea typeface="Arial"/>
                <a:cs typeface="Arial"/>
                <a:sym typeface="Arial"/>
              </a:defRPr>
            </a:lvl1pPr>
            <a:lvl2pPr indent="0" lvl="1" marL="0" marR="0" rtl="0" algn="r">
              <a:spcBef>
                <a:spcPts val="0"/>
              </a:spcBef>
              <a:buNone/>
              <a:defRPr b="0" i="0" sz="900" u="none" cap="none" strike="noStrike">
                <a:solidFill>
                  <a:srgbClr val="757575"/>
                </a:solidFill>
                <a:latin typeface="Arial"/>
                <a:ea typeface="Arial"/>
                <a:cs typeface="Arial"/>
                <a:sym typeface="Arial"/>
              </a:defRPr>
            </a:lvl2pPr>
            <a:lvl3pPr indent="0" lvl="2" marL="0" marR="0" rtl="0" algn="r">
              <a:spcBef>
                <a:spcPts val="0"/>
              </a:spcBef>
              <a:buNone/>
              <a:defRPr b="0" i="0" sz="900" u="none" cap="none" strike="noStrike">
                <a:solidFill>
                  <a:srgbClr val="757575"/>
                </a:solidFill>
                <a:latin typeface="Arial"/>
                <a:ea typeface="Arial"/>
                <a:cs typeface="Arial"/>
                <a:sym typeface="Arial"/>
              </a:defRPr>
            </a:lvl3pPr>
            <a:lvl4pPr indent="0" lvl="3" marL="0" marR="0" rtl="0" algn="r">
              <a:spcBef>
                <a:spcPts val="0"/>
              </a:spcBef>
              <a:buNone/>
              <a:defRPr b="0" i="0" sz="900" u="none" cap="none" strike="noStrike">
                <a:solidFill>
                  <a:srgbClr val="757575"/>
                </a:solidFill>
                <a:latin typeface="Arial"/>
                <a:ea typeface="Arial"/>
                <a:cs typeface="Arial"/>
                <a:sym typeface="Arial"/>
              </a:defRPr>
            </a:lvl4pPr>
            <a:lvl5pPr indent="0" lvl="4" marL="0" marR="0" rtl="0" algn="r">
              <a:spcBef>
                <a:spcPts val="0"/>
              </a:spcBef>
              <a:buNone/>
              <a:defRPr b="0" i="0" sz="900" u="none" cap="none" strike="noStrike">
                <a:solidFill>
                  <a:srgbClr val="757575"/>
                </a:solidFill>
                <a:latin typeface="Arial"/>
                <a:ea typeface="Arial"/>
                <a:cs typeface="Arial"/>
                <a:sym typeface="Arial"/>
              </a:defRPr>
            </a:lvl5pPr>
            <a:lvl6pPr indent="0" lvl="5" marL="0" marR="0" rtl="0" algn="r">
              <a:spcBef>
                <a:spcPts val="0"/>
              </a:spcBef>
              <a:buNone/>
              <a:defRPr b="0" i="0" sz="900" u="none" cap="none" strike="noStrike">
                <a:solidFill>
                  <a:srgbClr val="757575"/>
                </a:solidFill>
                <a:latin typeface="Arial"/>
                <a:ea typeface="Arial"/>
                <a:cs typeface="Arial"/>
                <a:sym typeface="Arial"/>
              </a:defRPr>
            </a:lvl6pPr>
            <a:lvl7pPr indent="0" lvl="6" marL="0" marR="0" rtl="0" algn="r">
              <a:spcBef>
                <a:spcPts val="0"/>
              </a:spcBef>
              <a:buNone/>
              <a:defRPr b="0" i="0" sz="900" u="none" cap="none" strike="noStrike">
                <a:solidFill>
                  <a:srgbClr val="757575"/>
                </a:solidFill>
                <a:latin typeface="Arial"/>
                <a:ea typeface="Arial"/>
                <a:cs typeface="Arial"/>
                <a:sym typeface="Arial"/>
              </a:defRPr>
            </a:lvl7pPr>
            <a:lvl8pPr indent="0" lvl="7" marL="0" marR="0" rtl="0" algn="r">
              <a:spcBef>
                <a:spcPts val="0"/>
              </a:spcBef>
              <a:buNone/>
              <a:defRPr b="0" i="0" sz="900" u="none" cap="none" strike="noStrike">
                <a:solidFill>
                  <a:srgbClr val="757575"/>
                </a:solidFill>
                <a:latin typeface="Arial"/>
                <a:ea typeface="Arial"/>
                <a:cs typeface="Arial"/>
                <a:sym typeface="Arial"/>
              </a:defRPr>
            </a:lvl8pPr>
            <a:lvl9pPr indent="0" lvl="8" marL="0" marR="0" rtl="0" algn="r">
              <a:spcBef>
                <a:spcPts val="0"/>
              </a:spcBef>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83D4"/>
        </a:solidFill>
      </p:bgPr>
    </p:bg>
    <p:spTree>
      <p:nvGrpSpPr>
        <p:cNvPr id="87" name="Shape 87"/>
        <p:cNvGrpSpPr/>
        <p:nvPr/>
      </p:nvGrpSpPr>
      <p:grpSpPr>
        <a:xfrm>
          <a:off x="0" y="0"/>
          <a:ext cx="0" cy="0"/>
          <a:chOff x="0" y="0"/>
          <a:chExt cx="0" cy="0"/>
        </a:xfrm>
      </p:grpSpPr>
      <p:sp>
        <p:nvSpPr>
          <p:cNvPr id="88" name="Google Shape;88;p1"/>
          <p:cNvSpPr/>
          <p:nvPr/>
        </p:nvSpPr>
        <p:spPr>
          <a:xfrm>
            <a:off x="5458214" y="1124731"/>
            <a:ext cx="3119100" cy="3465600"/>
          </a:xfrm>
          <a:prstGeom prst="ellipse">
            <a:avLst/>
          </a:prstGeom>
          <a:solidFill>
            <a:schemeClr val="lt1"/>
          </a:solidFill>
          <a:ln cap="flat" cmpd="sng" w="19050">
            <a:solidFill>
              <a:schemeClr val="lt1"/>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descr="Ícone&#10;&#10;O conteúdo gerado por IA pode estar incorreto." id="89" name="Google Shape;89;p1"/>
          <p:cNvPicPr preferRelativeResize="0"/>
          <p:nvPr/>
        </p:nvPicPr>
        <p:blipFill rotWithShape="1">
          <a:blip r:embed="rId3">
            <a:alphaModFix/>
          </a:blip>
          <a:srcRect b="0" l="0" r="0" t="0"/>
          <a:stretch/>
        </p:blipFill>
        <p:spPr>
          <a:xfrm>
            <a:off x="5921961" y="1640005"/>
            <a:ext cx="2191489" cy="2191489"/>
          </a:xfrm>
          <a:prstGeom prst="rect">
            <a:avLst/>
          </a:prstGeom>
          <a:noFill/>
          <a:ln>
            <a:noFill/>
          </a:ln>
        </p:spPr>
      </p:pic>
      <p:sp>
        <p:nvSpPr>
          <p:cNvPr id="90" name="Google Shape;90;p1"/>
          <p:cNvSpPr txBox="1"/>
          <p:nvPr/>
        </p:nvSpPr>
        <p:spPr>
          <a:xfrm>
            <a:off x="155242" y="1118326"/>
            <a:ext cx="4809900" cy="856800"/>
          </a:xfrm>
          <a:prstGeom prst="rect">
            <a:avLst/>
          </a:prstGeom>
          <a:noFill/>
          <a:ln>
            <a:noFill/>
          </a:ln>
        </p:spPr>
        <p:txBody>
          <a:bodyPr anchorCtr="0" anchor="t" bIns="35550" lIns="71100" spcFirstLastPara="1" rIns="71100" wrap="square" tIns="35550">
            <a:spAutoFit/>
          </a:bodyPr>
          <a:lstStyle/>
          <a:p>
            <a:pPr indent="0" lvl="0" marL="0" marR="0" rtl="0" algn="ctr">
              <a:spcBef>
                <a:spcPts val="0"/>
              </a:spcBef>
              <a:spcAft>
                <a:spcPts val="0"/>
              </a:spcAft>
              <a:buNone/>
            </a:pPr>
            <a:r>
              <a:rPr b="1" i="0" lang="pt-BR" sz="5100" u="none" cap="none" strike="noStrike">
                <a:solidFill>
                  <a:schemeClr val="lt1"/>
                </a:solidFill>
                <a:latin typeface="Arial"/>
                <a:ea typeface="Arial"/>
                <a:cs typeface="Arial"/>
                <a:sym typeface="Arial"/>
              </a:rPr>
              <a:t>WORD</a:t>
            </a:r>
            <a:endParaRPr sz="1100"/>
          </a:p>
        </p:txBody>
      </p:sp>
      <p:sp>
        <p:nvSpPr>
          <p:cNvPr id="91" name="Google Shape;91;p1"/>
          <p:cNvSpPr txBox="1"/>
          <p:nvPr/>
        </p:nvSpPr>
        <p:spPr>
          <a:xfrm>
            <a:off x="1180728" y="2147825"/>
            <a:ext cx="3996600" cy="2874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b="1" i="0" lang="pt-BR" sz="1400" u="none" cap="none" strike="noStrike">
                <a:solidFill>
                  <a:schemeClr val="lt1"/>
                </a:solidFill>
                <a:latin typeface="Arial"/>
                <a:ea typeface="Arial"/>
                <a:cs typeface="Arial"/>
                <a:sym typeface="Arial"/>
              </a:rPr>
              <a:t>PROFESSOR: LEONILSON SOUZA</a:t>
            </a:r>
            <a:endParaRPr sz="11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
          <p:cNvSpPr/>
          <p:nvPr/>
        </p:nvSpPr>
        <p:spPr>
          <a:xfrm>
            <a:off x="0" y="-104383"/>
            <a:ext cx="9144000" cy="793200"/>
          </a:xfrm>
          <a:prstGeom prst="rect">
            <a:avLst/>
          </a:prstGeom>
          <a:solidFill>
            <a:srgbClr val="2D83D4"/>
          </a:solidFill>
          <a:ln cap="flat" cmpd="sng" w="19050">
            <a:solidFill>
              <a:srgbClr val="2D83D4"/>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spcBef>
                <a:spcPts val="0"/>
              </a:spcBef>
              <a:spcAft>
                <a:spcPts val="0"/>
              </a:spcAft>
              <a:buNone/>
            </a:pPr>
            <a:r>
              <a:rPr b="1" lang="pt-BR" sz="1700">
                <a:solidFill>
                  <a:schemeClr val="lt1"/>
                </a:solidFill>
                <a:latin typeface="Arial"/>
                <a:ea typeface="Arial"/>
                <a:cs typeface="Arial"/>
                <a:sym typeface="Arial"/>
              </a:rPr>
              <a:t>DIGITANDO UM TEXTO</a:t>
            </a:r>
            <a:endParaRPr sz="1100"/>
          </a:p>
        </p:txBody>
      </p:sp>
      <p:sp>
        <p:nvSpPr>
          <p:cNvPr id="97" name="Google Shape;97;p2"/>
          <p:cNvSpPr txBox="1"/>
          <p:nvPr/>
        </p:nvSpPr>
        <p:spPr>
          <a:xfrm>
            <a:off x="232515" y="1087784"/>
            <a:ext cx="8645400" cy="35196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Clr>
                <a:schemeClr val="dk1"/>
              </a:buClr>
              <a:buSzPts val="1400"/>
              <a:buFont typeface="Arial"/>
              <a:buNone/>
            </a:pPr>
            <a:r>
              <a:rPr i="1" lang="pt-BR" sz="1400">
                <a:solidFill>
                  <a:schemeClr val="dk1"/>
                </a:solidFill>
                <a:latin typeface="Arial"/>
                <a:ea typeface="Arial"/>
                <a:cs typeface="Arial"/>
                <a:sym typeface="Arial"/>
              </a:rPr>
              <a:t>Trecho adaptado de “Harry Potter e a Pedra Filosofal” – </a:t>
            </a:r>
            <a:r>
              <a:rPr lang="pt-BR" sz="1400">
                <a:solidFill>
                  <a:schemeClr val="dk1"/>
                </a:solidFill>
                <a:latin typeface="Arial"/>
                <a:ea typeface="Arial"/>
                <a:cs typeface="Arial"/>
                <a:sym typeface="Arial"/>
              </a:rPr>
              <a:t>Hermione Jean Granger</a:t>
            </a:r>
            <a:endParaRPr sz="1100"/>
          </a:p>
          <a:p>
            <a:pPr indent="0" lvl="0" marL="0" marR="0" rtl="0" algn="l">
              <a:spcBef>
                <a:spcPts val="0"/>
              </a:spcBef>
              <a:spcAft>
                <a:spcPts val="0"/>
              </a:spcAft>
              <a:buClr>
                <a:schemeClr val="dk1"/>
              </a:buClr>
              <a:buSzPts val="1400"/>
              <a:buFont typeface="Arial"/>
              <a:buNone/>
            </a:pPr>
            <a:r>
              <a:t/>
            </a:r>
            <a:endParaRPr i="1" sz="1400">
              <a:solidFill>
                <a:schemeClr val="dk1"/>
              </a:solidFill>
              <a:latin typeface="Arial"/>
              <a:ea typeface="Arial"/>
              <a:cs typeface="Arial"/>
              <a:sym typeface="Arial"/>
            </a:endParaRPr>
          </a:p>
          <a:p>
            <a:pPr indent="0" lvl="0" marL="0" marR="0" rtl="0" algn="l">
              <a:spcBef>
                <a:spcPts val="0"/>
              </a:spcBef>
              <a:spcAft>
                <a:spcPts val="0"/>
              </a:spcAft>
              <a:buClr>
                <a:schemeClr val="dk1"/>
              </a:buClr>
              <a:buSzPts val="1400"/>
              <a:buFont typeface="Arial"/>
              <a:buNone/>
            </a:pPr>
            <a:r>
              <a:rPr lang="pt-BR" sz="1400">
                <a:solidFill>
                  <a:schemeClr val="dk1"/>
                </a:solidFill>
                <a:latin typeface="Arial"/>
                <a:ea typeface="Arial"/>
                <a:cs typeface="Arial"/>
                <a:sym typeface="Arial"/>
              </a:rPr>
              <a:t>Harry se sentou no banco, o Chapéu foi colocado em sua cabeça e caiu sobre seus olhos. Ele ouviu uma vozinha perto do seu ouvido.</a:t>
            </a:r>
            <a:endParaRPr sz="1100"/>
          </a:p>
          <a:p>
            <a:pPr indent="0" lvl="0" marL="0" marR="0" rtl="0" algn="l">
              <a:spcBef>
                <a:spcPts val="0"/>
              </a:spcBef>
              <a:spcAft>
                <a:spcPts val="0"/>
              </a:spcAft>
              <a:buClr>
                <a:schemeClr val="dk1"/>
              </a:buClr>
              <a:buSzPts val="1400"/>
              <a:buFont typeface="Arial"/>
              <a:buNone/>
            </a:pPr>
            <a:r>
              <a:rPr lang="pt-BR" sz="1400">
                <a:solidFill>
                  <a:schemeClr val="dk1"/>
                </a:solidFill>
                <a:latin typeface="Arial"/>
                <a:ea typeface="Arial"/>
                <a:cs typeface="Arial"/>
                <a:sym typeface="Arial"/>
              </a:rPr>
              <a:t>“Hmm, difícil… muito difícil. Vejo coragem, sim… e também inteligência! Ah, e uma sede de provar seu valor… isso é interessante... muito interessante…”</a:t>
            </a:r>
            <a:endParaRPr sz="1100"/>
          </a:p>
          <a:p>
            <a:pPr indent="0" lvl="0" marL="0" marR="0" rtl="0" algn="l">
              <a:spcBef>
                <a:spcPts val="0"/>
              </a:spcBef>
              <a:spcAft>
                <a:spcPts val="0"/>
              </a:spcAft>
              <a:buClr>
                <a:schemeClr val="dk1"/>
              </a:buClr>
              <a:buSzPts val="1400"/>
              <a:buFont typeface="Arial"/>
              <a:buNone/>
            </a:pPr>
            <a:r>
              <a:rPr lang="pt-BR" sz="1400">
                <a:solidFill>
                  <a:schemeClr val="dk1"/>
                </a:solidFill>
                <a:latin typeface="Arial"/>
                <a:ea typeface="Arial"/>
                <a:cs typeface="Arial"/>
                <a:sym typeface="Arial"/>
              </a:rPr>
              <a:t>Harry pensou, quase sem perceber:</a:t>
            </a:r>
            <a:br>
              <a:rPr lang="pt-BR" sz="1400">
                <a:solidFill>
                  <a:schemeClr val="dk1"/>
                </a:solidFill>
                <a:latin typeface="Arial"/>
                <a:ea typeface="Arial"/>
                <a:cs typeface="Arial"/>
                <a:sym typeface="Arial"/>
              </a:rPr>
            </a:br>
            <a:r>
              <a:rPr b="1" lang="pt-BR" sz="1400">
                <a:solidFill>
                  <a:schemeClr val="dk1"/>
                </a:solidFill>
                <a:latin typeface="Arial"/>
                <a:ea typeface="Arial"/>
                <a:cs typeface="Arial"/>
                <a:sym typeface="Arial"/>
              </a:rPr>
              <a:t>“Não na Sonserina, não na Sonserina…”</a:t>
            </a:r>
            <a:endParaRPr sz="1400">
              <a:solidFill>
                <a:schemeClr val="dk1"/>
              </a:solidFill>
              <a:latin typeface="Arial"/>
              <a:ea typeface="Arial"/>
              <a:cs typeface="Arial"/>
              <a:sym typeface="Arial"/>
            </a:endParaRPr>
          </a:p>
          <a:p>
            <a:pPr indent="0" lvl="0" marL="0" marR="0" rtl="0" algn="l">
              <a:spcBef>
                <a:spcPts val="0"/>
              </a:spcBef>
              <a:spcAft>
                <a:spcPts val="0"/>
              </a:spcAft>
              <a:buClr>
                <a:schemeClr val="dk1"/>
              </a:buClr>
              <a:buSzPts val="1400"/>
              <a:buFont typeface="Arial"/>
              <a:buNone/>
            </a:pPr>
            <a:r>
              <a:rPr lang="pt-BR" sz="1400">
                <a:solidFill>
                  <a:schemeClr val="dk1"/>
                </a:solidFill>
                <a:latin typeface="Arial"/>
                <a:ea typeface="Arial"/>
                <a:cs typeface="Arial"/>
                <a:sym typeface="Arial"/>
              </a:rPr>
              <a:t>“Não na Sonserina, hein?” disse o chapéu, ouvindo seus pensamentos.</a:t>
            </a:r>
            <a:br>
              <a:rPr lang="pt-BR" sz="1400">
                <a:solidFill>
                  <a:schemeClr val="dk1"/>
                </a:solidFill>
                <a:latin typeface="Arial"/>
                <a:ea typeface="Arial"/>
                <a:cs typeface="Arial"/>
                <a:sym typeface="Arial"/>
              </a:rPr>
            </a:br>
            <a:r>
              <a:rPr lang="pt-BR" sz="1400">
                <a:solidFill>
                  <a:schemeClr val="dk1"/>
                </a:solidFill>
                <a:latin typeface="Arial"/>
                <a:ea typeface="Arial"/>
                <a:cs typeface="Arial"/>
                <a:sym typeface="Arial"/>
              </a:rPr>
              <a:t>“Tem certeza? Poderia ser grande lá. É tudo o que você deseja, e Sonserina o ajudaria a alcançar a grandeza, não tenho dúvidas!”</a:t>
            </a:r>
            <a:endParaRPr sz="1100"/>
          </a:p>
          <a:p>
            <a:pPr indent="0" lvl="0" marL="0" marR="0" rtl="0" algn="l">
              <a:spcBef>
                <a:spcPts val="0"/>
              </a:spcBef>
              <a:spcAft>
                <a:spcPts val="0"/>
              </a:spcAft>
              <a:buClr>
                <a:schemeClr val="dk1"/>
              </a:buClr>
              <a:buSzPts val="1400"/>
              <a:buFont typeface="Arial"/>
              <a:buNone/>
            </a:pPr>
            <a:r>
              <a:rPr b="1" lang="pt-BR" sz="1400">
                <a:solidFill>
                  <a:schemeClr val="dk1"/>
                </a:solidFill>
                <a:latin typeface="Arial"/>
                <a:ea typeface="Arial"/>
                <a:cs typeface="Arial"/>
                <a:sym typeface="Arial"/>
              </a:rPr>
              <a:t>“Não na Sonserina,”</a:t>
            </a:r>
            <a:r>
              <a:rPr lang="pt-BR" sz="1400">
                <a:solidFill>
                  <a:schemeClr val="dk1"/>
                </a:solidFill>
                <a:latin typeface="Arial"/>
                <a:ea typeface="Arial"/>
                <a:cs typeface="Arial"/>
                <a:sym typeface="Arial"/>
              </a:rPr>
              <a:t> Harry pensou com mais força ainda.</a:t>
            </a:r>
            <a:br>
              <a:rPr lang="pt-BR" sz="1400">
                <a:solidFill>
                  <a:schemeClr val="dk1"/>
                </a:solidFill>
                <a:latin typeface="Arial"/>
                <a:ea typeface="Arial"/>
                <a:cs typeface="Arial"/>
                <a:sym typeface="Arial"/>
              </a:rPr>
            </a:br>
            <a:r>
              <a:rPr b="1" lang="pt-BR" sz="1400">
                <a:solidFill>
                  <a:schemeClr val="dk1"/>
                </a:solidFill>
                <a:latin typeface="Arial"/>
                <a:ea typeface="Arial"/>
                <a:cs typeface="Arial"/>
                <a:sym typeface="Arial"/>
              </a:rPr>
              <a:t>“Por favor, qualquer lugar, menos lá!”</a:t>
            </a:r>
            <a:endParaRPr sz="1400">
              <a:solidFill>
                <a:schemeClr val="dk1"/>
              </a:solidFill>
              <a:latin typeface="Arial"/>
              <a:ea typeface="Arial"/>
              <a:cs typeface="Arial"/>
              <a:sym typeface="Arial"/>
            </a:endParaRPr>
          </a:p>
          <a:p>
            <a:pPr indent="0" lvl="0" marL="0" marR="0" rtl="0" algn="l">
              <a:spcBef>
                <a:spcPts val="0"/>
              </a:spcBef>
              <a:spcAft>
                <a:spcPts val="0"/>
              </a:spcAft>
              <a:buClr>
                <a:schemeClr val="dk1"/>
              </a:buClr>
              <a:buSzPts val="1400"/>
              <a:buFont typeface="Arial"/>
              <a:buNone/>
            </a:pPr>
            <a:r>
              <a:rPr lang="pt-BR" sz="1400">
                <a:solidFill>
                  <a:schemeClr val="dk1"/>
                </a:solidFill>
                <a:latin typeface="Arial"/>
                <a:ea typeface="Arial"/>
                <a:cs typeface="Arial"/>
                <a:sym typeface="Arial"/>
              </a:rPr>
              <a:t>“Muito bem, se é isso que quer... então será… GRIFINÓRIA!”</a:t>
            </a:r>
            <a:endParaRPr sz="1100"/>
          </a:p>
          <a:p>
            <a:pPr indent="0" lvl="0" marL="0" marR="0" rtl="0" algn="l">
              <a:spcBef>
                <a:spcPts val="0"/>
              </a:spcBef>
              <a:spcAft>
                <a:spcPts val="0"/>
              </a:spcAft>
              <a:buNone/>
            </a:pPr>
            <a:r>
              <a:rPr lang="pt-BR" sz="1400">
                <a:solidFill>
                  <a:schemeClr val="dk1"/>
                </a:solidFill>
                <a:latin typeface="Arial"/>
                <a:ea typeface="Arial"/>
                <a:cs typeface="Arial"/>
                <a:sym typeface="Arial"/>
              </a:rPr>
              <a:t>O chapéu gritou a última palavra para todos ouvirem. Harry tirou o chapéu, sentindo o coração bater mais leve. Ele havia sido escolhido — ou melhor, </a:t>
            </a:r>
            <a:r>
              <a:rPr b="1" lang="pt-BR" sz="1400">
                <a:solidFill>
                  <a:schemeClr val="dk1"/>
                </a:solidFill>
                <a:latin typeface="Arial"/>
                <a:ea typeface="Arial"/>
                <a:cs typeface="Arial"/>
                <a:sym typeface="Arial"/>
              </a:rPr>
              <a:t>tinha feito sua escolha</a:t>
            </a:r>
            <a:r>
              <a:rPr lang="pt-BR" sz="1400">
                <a:solidFill>
                  <a:schemeClr val="dk1"/>
                </a:solidFill>
                <a:latin typeface="Arial"/>
                <a:ea typeface="Arial"/>
                <a:cs typeface="Arial"/>
                <a:sym typeface="Arial"/>
              </a:rPr>
              <a:t>. E isso fazia toda a diferença.</a:t>
            </a:r>
            <a:endParaRPr sz="11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3"/>
          <p:cNvSpPr/>
          <p:nvPr/>
        </p:nvSpPr>
        <p:spPr>
          <a:xfrm>
            <a:off x="0" y="-104383"/>
            <a:ext cx="9144000" cy="793200"/>
          </a:xfrm>
          <a:prstGeom prst="rect">
            <a:avLst/>
          </a:prstGeom>
          <a:solidFill>
            <a:srgbClr val="2D83D4"/>
          </a:solidFill>
          <a:ln cap="flat" cmpd="sng" w="19050">
            <a:solidFill>
              <a:srgbClr val="2D83D4"/>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spcBef>
                <a:spcPts val="0"/>
              </a:spcBef>
              <a:spcAft>
                <a:spcPts val="0"/>
              </a:spcAft>
              <a:buNone/>
            </a:pPr>
            <a:r>
              <a:rPr b="1" lang="pt-BR" sz="1700">
                <a:solidFill>
                  <a:schemeClr val="lt1"/>
                </a:solidFill>
                <a:latin typeface="Arial"/>
                <a:ea typeface="Arial"/>
                <a:cs typeface="Arial"/>
                <a:sym typeface="Arial"/>
              </a:rPr>
              <a:t>FORMATAÇÃO PELA GUIA PÁGINA INICIAL</a:t>
            </a:r>
            <a:endParaRPr b="1" sz="1700">
              <a:solidFill>
                <a:schemeClr val="lt1"/>
              </a:solidFill>
              <a:latin typeface="Arial"/>
              <a:ea typeface="Arial"/>
              <a:cs typeface="Arial"/>
              <a:sym typeface="Arial"/>
            </a:endParaRPr>
          </a:p>
        </p:txBody>
      </p:sp>
      <p:sp>
        <p:nvSpPr>
          <p:cNvPr id="103" name="Google Shape;103;p3"/>
          <p:cNvSpPr txBox="1"/>
          <p:nvPr/>
        </p:nvSpPr>
        <p:spPr>
          <a:xfrm>
            <a:off x="407095" y="798392"/>
            <a:ext cx="8579400" cy="11493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Clr>
                <a:schemeClr val="dk1"/>
              </a:buClr>
              <a:buSzPts val="1400"/>
              <a:buFont typeface="Arial"/>
              <a:buNone/>
            </a:pPr>
            <a:r>
              <a:rPr lang="pt-BR" sz="1400">
                <a:solidFill>
                  <a:schemeClr val="dk1"/>
                </a:solidFill>
                <a:latin typeface="Arial"/>
                <a:ea typeface="Arial"/>
                <a:cs typeface="Arial"/>
                <a:sym typeface="Arial"/>
              </a:rPr>
              <a:t>O Microsoft Word oferece uma série de ferramentas para </a:t>
            </a:r>
            <a:r>
              <a:rPr b="1" lang="pt-BR" sz="1400">
                <a:solidFill>
                  <a:schemeClr val="dk1"/>
                </a:solidFill>
                <a:latin typeface="Arial"/>
                <a:ea typeface="Arial"/>
                <a:cs typeface="Arial"/>
                <a:sym typeface="Arial"/>
              </a:rPr>
              <a:t>formatação básica de textos</a:t>
            </a:r>
            <a:r>
              <a:rPr lang="pt-BR" sz="1400">
                <a:solidFill>
                  <a:schemeClr val="dk1"/>
                </a:solidFill>
                <a:latin typeface="Arial"/>
                <a:ea typeface="Arial"/>
                <a:cs typeface="Arial"/>
                <a:sym typeface="Arial"/>
              </a:rPr>
              <a:t>, acessíveis principalmente pela </a:t>
            </a:r>
            <a:r>
              <a:rPr b="1" lang="pt-BR" sz="1400">
                <a:solidFill>
                  <a:schemeClr val="dk1"/>
                </a:solidFill>
                <a:latin typeface="Arial"/>
                <a:ea typeface="Arial"/>
                <a:cs typeface="Arial"/>
                <a:sym typeface="Arial"/>
              </a:rPr>
              <a:t>guia "Página Inicial"</a:t>
            </a:r>
            <a:r>
              <a:rPr lang="pt-BR" sz="1400">
                <a:solidFill>
                  <a:schemeClr val="dk1"/>
                </a:solidFill>
                <a:latin typeface="Arial"/>
                <a:ea typeface="Arial"/>
                <a:cs typeface="Arial"/>
                <a:sym typeface="Arial"/>
              </a:rPr>
              <a:t>.</a:t>
            </a:r>
            <a:endParaRPr sz="1100"/>
          </a:p>
          <a:p>
            <a:pPr indent="0" lvl="0" marL="0" marR="0" rtl="0" algn="l">
              <a:spcBef>
                <a:spcPts val="0"/>
              </a:spcBef>
              <a:spcAft>
                <a:spcPts val="0"/>
              </a:spcAft>
              <a:buClr>
                <a:schemeClr val="dk1"/>
              </a:buClr>
              <a:buSzPts val="1400"/>
              <a:buFont typeface="Arial"/>
              <a:buNone/>
            </a:pPr>
            <a:r>
              <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pt-BR" sz="1400">
                <a:solidFill>
                  <a:schemeClr val="dk1"/>
                </a:solidFill>
                <a:latin typeface="Arial"/>
                <a:ea typeface="Arial"/>
                <a:cs typeface="Arial"/>
                <a:sym typeface="Arial"/>
              </a:rPr>
              <a:t>Nesta guia, o usuário encontra os principais comandos para </a:t>
            </a:r>
            <a:r>
              <a:rPr b="1" lang="pt-BR" sz="1400">
                <a:solidFill>
                  <a:schemeClr val="dk1"/>
                </a:solidFill>
                <a:latin typeface="Arial"/>
                <a:ea typeface="Arial"/>
                <a:cs typeface="Arial"/>
                <a:sym typeface="Arial"/>
              </a:rPr>
              <a:t>modificar a aparência do texto</a:t>
            </a:r>
            <a:r>
              <a:rPr lang="pt-BR" sz="1400">
                <a:solidFill>
                  <a:schemeClr val="dk1"/>
                </a:solidFill>
                <a:latin typeface="Arial"/>
                <a:ea typeface="Arial"/>
                <a:cs typeface="Arial"/>
                <a:sym typeface="Arial"/>
              </a:rPr>
              <a:t>, como tipo e tamanho da fonte, cor, estilo, alinhamento, espaçamento, entre outros.</a:t>
            </a:r>
            <a:endParaRPr sz="1100"/>
          </a:p>
        </p:txBody>
      </p:sp>
      <p:sp>
        <p:nvSpPr>
          <p:cNvPr id="104" name="Google Shape;104;p3"/>
          <p:cNvSpPr txBox="1"/>
          <p:nvPr/>
        </p:nvSpPr>
        <p:spPr>
          <a:xfrm>
            <a:off x="407095" y="2029498"/>
            <a:ext cx="8344800" cy="32118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Clr>
                <a:schemeClr val="dk1"/>
              </a:buClr>
              <a:buSzPts val="1200"/>
              <a:buFont typeface="Arial"/>
              <a:buNone/>
            </a:pPr>
            <a:r>
              <a:rPr b="1" lang="pt-BR" sz="1200">
                <a:solidFill>
                  <a:schemeClr val="dk1"/>
                </a:solidFill>
                <a:latin typeface="Arial"/>
                <a:ea typeface="Arial"/>
                <a:cs typeface="Arial"/>
                <a:sym typeface="Arial"/>
              </a:rPr>
              <a:t>Fonte</a:t>
            </a:r>
            <a:endParaRPr sz="1100"/>
          </a:p>
          <a:p>
            <a:pPr indent="0" lvl="0" marL="0" marR="0" rtl="0" algn="l">
              <a:spcBef>
                <a:spcPts val="0"/>
              </a:spcBef>
              <a:spcAft>
                <a:spcPts val="0"/>
              </a:spcAft>
              <a:buClr>
                <a:schemeClr val="dk1"/>
              </a:buClr>
              <a:buSzPts val="1200"/>
              <a:buFont typeface="Arial"/>
              <a:buNone/>
            </a:pPr>
            <a:r>
              <a:rPr lang="pt-BR" sz="1200">
                <a:solidFill>
                  <a:schemeClr val="dk1"/>
                </a:solidFill>
                <a:latin typeface="Arial"/>
                <a:ea typeface="Arial"/>
                <a:cs typeface="Arial"/>
                <a:sym typeface="Arial"/>
              </a:rPr>
              <a:t>A área de </a:t>
            </a:r>
            <a:r>
              <a:rPr b="1" lang="pt-BR" sz="1200">
                <a:solidFill>
                  <a:schemeClr val="dk1"/>
                </a:solidFill>
                <a:latin typeface="Arial"/>
                <a:ea typeface="Arial"/>
                <a:cs typeface="Arial"/>
                <a:sym typeface="Arial"/>
              </a:rPr>
              <a:t>fonte</a:t>
            </a:r>
            <a:r>
              <a:rPr lang="pt-BR" sz="1200">
                <a:solidFill>
                  <a:schemeClr val="dk1"/>
                </a:solidFill>
                <a:latin typeface="Arial"/>
                <a:ea typeface="Arial"/>
                <a:cs typeface="Arial"/>
                <a:sym typeface="Arial"/>
              </a:rPr>
              <a:t> permite:</a:t>
            </a:r>
            <a:endParaRPr sz="1100"/>
          </a:p>
          <a:p>
            <a:pPr indent="-76200" lvl="0" marL="0" marR="0" rtl="0" algn="l">
              <a:spcBef>
                <a:spcPts val="0"/>
              </a:spcBef>
              <a:spcAft>
                <a:spcPts val="0"/>
              </a:spcAft>
              <a:buClr>
                <a:schemeClr val="dk1"/>
              </a:buClr>
              <a:buSzPts val="1200"/>
              <a:buFont typeface="Arial"/>
              <a:buChar char="•"/>
            </a:pPr>
            <a:r>
              <a:rPr b="1" lang="pt-BR" sz="1200">
                <a:solidFill>
                  <a:schemeClr val="dk1"/>
                </a:solidFill>
                <a:latin typeface="Arial"/>
                <a:ea typeface="Arial"/>
                <a:cs typeface="Arial"/>
                <a:sym typeface="Arial"/>
              </a:rPr>
              <a:t> Alterar o tipo da letra</a:t>
            </a:r>
            <a:r>
              <a:rPr lang="pt-BR" sz="1200">
                <a:solidFill>
                  <a:schemeClr val="dk1"/>
                </a:solidFill>
                <a:latin typeface="Arial"/>
                <a:ea typeface="Arial"/>
                <a:cs typeface="Arial"/>
                <a:sym typeface="Arial"/>
              </a:rPr>
              <a:t> (ex: Arial, Times New Roman, Calibri)</a:t>
            </a:r>
            <a:endParaRPr sz="1100"/>
          </a:p>
          <a:p>
            <a:pPr indent="-76200" lvl="0" marL="0" marR="0" rtl="0" algn="l">
              <a:spcBef>
                <a:spcPts val="0"/>
              </a:spcBef>
              <a:spcAft>
                <a:spcPts val="0"/>
              </a:spcAft>
              <a:buClr>
                <a:schemeClr val="dk1"/>
              </a:buClr>
              <a:buSzPts val="1200"/>
              <a:buFont typeface="Arial"/>
              <a:buChar char="•"/>
            </a:pPr>
            <a:r>
              <a:rPr b="1" lang="pt-BR" sz="1200">
                <a:solidFill>
                  <a:schemeClr val="dk1"/>
                </a:solidFill>
                <a:latin typeface="Arial"/>
                <a:ea typeface="Arial"/>
                <a:cs typeface="Arial"/>
                <a:sym typeface="Arial"/>
              </a:rPr>
              <a:t> Aumentar ou diminuir o tamanho da fonte</a:t>
            </a:r>
            <a:endParaRPr sz="1200">
              <a:solidFill>
                <a:schemeClr val="dk1"/>
              </a:solidFill>
              <a:latin typeface="Arial"/>
              <a:ea typeface="Arial"/>
              <a:cs typeface="Arial"/>
              <a:sym typeface="Arial"/>
            </a:endParaRPr>
          </a:p>
          <a:p>
            <a:pPr indent="-76200" lvl="0" marL="0" marR="0" rtl="0" algn="l">
              <a:spcBef>
                <a:spcPts val="0"/>
              </a:spcBef>
              <a:spcAft>
                <a:spcPts val="0"/>
              </a:spcAft>
              <a:buClr>
                <a:schemeClr val="dk1"/>
              </a:buClr>
              <a:buSzPts val="1200"/>
              <a:buFont typeface="Arial"/>
              <a:buChar char="•"/>
            </a:pPr>
            <a:r>
              <a:rPr lang="pt-BR" sz="1200">
                <a:solidFill>
                  <a:schemeClr val="dk1"/>
                </a:solidFill>
                <a:latin typeface="Arial"/>
                <a:ea typeface="Arial"/>
                <a:cs typeface="Arial"/>
                <a:sym typeface="Arial"/>
              </a:rPr>
              <a:t> Aplicar </a:t>
            </a:r>
            <a:r>
              <a:rPr b="1" lang="pt-BR" sz="1200">
                <a:solidFill>
                  <a:schemeClr val="dk1"/>
                </a:solidFill>
                <a:latin typeface="Arial"/>
                <a:ea typeface="Arial"/>
                <a:cs typeface="Arial"/>
                <a:sym typeface="Arial"/>
              </a:rPr>
              <a:t>negrito</a:t>
            </a:r>
            <a:r>
              <a:rPr lang="pt-BR" sz="1200">
                <a:solidFill>
                  <a:schemeClr val="dk1"/>
                </a:solidFill>
                <a:latin typeface="Arial"/>
                <a:ea typeface="Arial"/>
                <a:cs typeface="Arial"/>
                <a:sym typeface="Arial"/>
              </a:rPr>
              <a:t>, </a:t>
            </a:r>
            <a:r>
              <a:rPr b="1" lang="pt-BR" sz="1200">
                <a:solidFill>
                  <a:schemeClr val="dk1"/>
                </a:solidFill>
                <a:latin typeface="Arial"/>
                <a:ea typeface="Arial"/>
                <a:cs typeface="Arial"/>
                <a:sym typeface="Arial"/>
              </a:rPr>
              <a:t>itálico</a:t>
            </a:r>
            <a:r>
              <a:rPr lang="pt-BR" sz="1200">
                <a:solidFill>
                  <a:schemeClr val="dk1"/>
                </a:solidFill>
                <a:latin typeface="Arial"/>
                <a:ea typeface="Arial"/>
                <a:cs typeface="Arial"/>
                <a:sym typeface="Arial"/>
              </a:rPr>
              <a:t>, </a:t>
            </a:r>
            <a:r>
              <a:rPr b="1" lang="pt-BR" sz="1200">
                <a:solidFill>
                  <a:schemeClr val="dk1"/>
                </a:solidFill>
                <a:latin typeface="Arial"/>
                <a:ea typeface="Arial"/>
                <a:cs typeface="Arial"/>
                <a:sym typeface="Arial"/>
              </a:rPr>
              <a:t>sublinhado</a:t>
            </a:r>
            <a:endParaRPr sz="1200">
              <a:solidFill>
                <a:schemeClr val="dk1"/>
              </a:solidFill>
              <a:latin typeface="Arial"/>
              <a:ea typeface="Arial"/>
              <a:cs typeface="Arial"/>
              <a:sym typeface="Arial"/>
            </a:endParaRPr>
          </a:p>
          <a:p>
            <a:pPr indent="-76200" lvl="0" marL="0" marR="0" rtl="0" algn="l">
              <a:spcBef>
                <a:spcPts val="0"/>
              </a:spcBef>
              <a:spcAft>
                <a:spcPts val="0"/>
              </a:spcAft>
              <a:buClr>
                <a:schemeClr val="dk1"/>
              </a:buClr>
              <a:buSzPts val="1200"/>
              <a:buFont typeface="Arial"/>
              <a:buChar char="•"/>
            </a:pPr>
            <a:r>
              <a:rPr b="1" lang="pt-BR" sz="1200">
                <a:solidFill>
                  <a:schemeClr val="dk1"/>
                </a:solidFill>
                <a:latin typeface="Arial"/>
                <a:ea typeface="Arial"/>
                <a:cs typeface="Arial"/>
                <a:sym typeface="Arial"/>
              </a:rPr>
              <a:t> Mudar a cor da fonte</a:t>
            </a:r>
            <a:endParaRPr sz="1200">
              <a:solidFill>
                <a:schemeClr val="dk1"/>
              </a:solidFill>
              <a:latin typeface="Arial"/>
              <a:ea typeface="Arial"/>
              <a:cs typeface="Arial"/>
              <a:sym typeface="Arial"/>
            </a:endParaRPr>
          </a:p>
          <a:p>
            <a:pPr indent="-76200" lvl="0" marL="0" marR="0" rtl="0" algn="l">
              <a:spcBef>
                <a:spcPts val="0"/>
              </a:spcBef>
              <a:spcAft>
                <a:spcPts val="0"/>
              </a:spcAft>
              <a:buClr>
                <a:schemeClr val="dk1"/>
              </a:buClr>
              <a:buSzPts val="1200"/>
              <a:buFont typeface="Arial"/>
              <a:buChar char="•"/>
            </a:pPr>
            <a:r>
              <a:rPr lang="pt-BR" sz="1200">
                <a:solidFill>
                  <a:schemeClr val="dk1"/>
                </a:solidFill>
                <a:latin typeface="Arial"/>
                <a:ea typeface="Arial"/>
                <a:cs typeface="Arial"/>
                <a:sym typeface="Arial"/>
              </a:rPr>
              <a:t> Usar </a:t>
            </a:r>
            <a:r>
              <a:rPr b="1" lang="pt-BR" sz="1200">
                <a:solidFill>
                  <a:schemeClr val="dk1"/>
                </a:solidFill>
                <a:latin typeface="Arial"/>
                <a:ea typeface="Arial"/>
                <a:cs typeface="Arial"/>
                <a:sym typeface="Arial"/>
              </a:rPr>
              <a:t>marcador de texto</a:t>
            </a:r>
            <a:r>
              <a:rPr lang="pt-BR" sz="1200">
                <a:solidFill>
                  <a:schemeClr val="dk1"/>
                </a:solidFill>
                <a:latin typeface="Arial"/>
                <a:ea typeface="Arial"/>
                <a:cs typeface="Arial"/>
                <a:sym typeface="Arial"/>
              </a:rPr>
              <a:t> (destaque colorido por trás das palavras)</a:t>
            </a:r>
            <a:endParaRPr sz="1100"/>
          </a:p>
          <a:p>
            <a:pPr indent="0" lvl="0" marL="0" marR="0" rtl="0" algn="l">
              <a:spcBef>
                <a:spcPts val="0"/>
              </a:spcBef>
              <a:spcAft>
                <a:spcPts val="0"/>
              </a:spcAft>
              <a:buClr>
                <a:schemeClr val="dk1"/>
              </a:buClr>
              <a:buSzPts val="1200"/>
              <a:buFont typeface="Arial"/>
              <a:buNone/>
            </a:pPr>
            <a:r>
              <a:rPr b="1" lang="pt-BR" sz="1200">
                <a:solidFill>
                  <a:schemeClr val="dk1"/>
                </a:solidFill>
                <a:latin typeface="Arial"/>
                <a:ea typeface="Arial"/>
                <a:cs typeface="Arial"/>
                <a:sym typeface="Arial"/>
              </a:rPr>
              <a:t> Parágrafo</a:t>
            </a:r>
            <a:endParaRPr sz="1100"/>
          </a:p>
          <a:p>
            <a:pPr indent="0" lvl="0" marL="0" marR="0" rtl="0" algn="l">
              <a:spcBef>
                <a:spcPts val="0"/>
              </a:spcBef>
              <a:spcAft>
                <a:spcPts val="0"/>
              </a:spcAft>
              <a:buClr>
                <a:schemeClr val="dk1"/>
              </a:buClr>
              <a:buSzPts val="1200"/>
              <a:buFont typeface="Arial"/>
              <a:buNone/>
            </a:pPr>
            <a:r>
              <a:rPr lang="pt-BR" sz="1200">
                <a:solidFill>
                  <a:schemeClr val="dk1"/>
                </a:solidFill>
                <a:latin typeface="Arial"/>
                <a:ea typeface="Arial"/>
                <a:cs typeface="Arial"/>
                <a:sym typeface="Arial"/>
              </a:rPr>
              <a:t>A área de </a:t>
            </a:r>
            <a:r>
              <a:rPr b="1" lang="pt-BR" sz="1200">
                <a:solidFill>
                  <a:schemeClr val="dk1"/>
                </a:solidFill>
                <a:latin typeface="Arial"/>
                <a:ea typeface="Arial"/>
                <a:cs typeface="Arial"/>
                <a:sym typeface="Arial"/>
              </a:rPr>
              <a:t>parágrafo</a:t>
            </a:r>
            <a:r>
              <a:rPr lang="pt-BR" sz="1200">
                <a:solidFill>
                  <a:schemeClr val="dk1"/>
                </a:solidFill>
                <a:latin typeface="Arial"/>
                <a:ea typeface="Arial"/>
                <a:cs typeface="Arial"/>
                <a:sym typeface="Arial"/>
              </a:rPr>
              <a:t> possibilita:</a:t>
            </a:r>
            <a:endParaRPr sz="1100"/>
          </a:p>
          <a:p>
            <a:pPr indent="-76200" lvl="0" marL="0" marR="0" rtl="0" algn="l">
              <a:spcBef>
                <a:spcPts val="0"/>
              </a:spcBef>
              <a:spcAft>
                <a:spcPts val="0"/>
              </a:spcAft>
              <a:buClr>
                <a:schemeClr val="dk1"/>
              </a:buClr>
              <a:buSzPts val="1200"/>
              <a:buFont typeface="Arial"/>
              <a:buChar char="•"/>
            </a:pPr>
            <a:r>
              <a:rPr b="1" lang="pt-BR" sz="1200">
                <a:solidFill>
                  <a:schemeClr val="dk1"/>
                </a:solidFill>
                <a:latin typeface="Arial"/>
                <a:ea typeface="Arial"/>
                <a:cs typeface="Arial"/>
                <a:sym typeface="Arial"/>
              </a:rPr>
              <a:t> Alinhar o texto</a:t>
            </a:r>
            <a:r>
              <a:rPr lang="pt-BR" sz="1200">
                <a:solidFill>
                  <a:schemeClr val="dk1"/>
                </a:solidFill>
                <a:latin typeface="Arial"/>
                <a:ea typeface="Arial"/>
                <a:cs typeface="Arial"/>
                <a:sym typeface="Arial"/>
              </a:rPr>
              <a:t> à esquerda, à direita, centralizado ou justificado</a:t>
            </a:r>
            <a:endParaRPr sz="1100"/>
          </a:p>
          <a:p>
            <a:pPr indent="-76200" lvl="0" marL="0" marR="0" rtl="0" algn="l">
              <a:spcBef>
                <a:spcPts val="0"/>
              </a:spcBef>
              <a:spcAft>
                <a:spcPts val="0"/>
              </a:spcAft>
              <a:buClr>
                <a:schemeClr val="dk1"/>
              </a:buClr>
              <a:buSzPts val="1200"/>
              <a:buFont typeface="Arial"/>
              <a:buChar char="•"/>
            </a:pPr>
            <a:r>
              <a:rPr b="1" lang="pt-BR" sz="1200">
                <a:solidFill>
                  <a:schemeClr val="dk1"/>
                </a:solidFill>
                <a:latin typeface="Arial"/>
                <a:ea typeface="Arial"/>
                <a:cs typeface="Arial"/>
                <a:sym typeface="Arial"/>
              </a:rPr>
              <a:t> Adicionar marcadores e numeração</a:t>
            </a:r>
            <a:endParaRPr sz="1200">
              <a:solidFill>
                <a:schemeClr val="dk1"/>
              </a:solidFill>
              <a:latin typeface="Arial"/>
              <a:ea typeface="Arial"/>
              <a:cs typeface="Arial"/>
              <a:sym typeface="Arial"/>
            </a:endParaRPr>
          </a:p>
          <a:p>
            <a:pPr indent="-76200" lvl="0" marL="0" marR="0" rtl="0" algn="l">
              <a:spcBef>
                <a:spcPts val="0"/>
              </a:spcBef>
              <a:spcAft>
                <a:spcPts val="0"/>
              </a:spcAft>
              <a:buClr>
                <a:schemeClr val="dk1"/>
              </a:buClr>
              <a:buSzPts val="1200"/>
              <a:buFont typeface="Arial"/>
              <a:buChar char="•"/>
            </a:pPr>
            <a:r>
              <a:rPr b="1" lang="pt-BR" sz="1200">
                <a:solidFill>
                  <a:schemeClr val="dk1"/>
                </a:solidFill>
                <a:latin typeface="Arial"/>
                <a:ea typeface="Arial"/>
                <a:cs typeface="Arial"/>
                <a:sym typeface="Arial"/>
              </a:rPr>
              <a:t> Ajustar recuos</a:t>
            </a:r>
            <a:r>
              <a:rPr lang="pt-BR" sz="1200">
                <a:solidFill>
                  <a:schemeClr val="dk1"/>
                </a:solidFill>
                <a:latin typeface="Arial"/>
                <a:ea typeface="Arial"/>
                <a:cs typeface="Arial"/>
                <a:sym typeface="Arial"/>
              </a:rPr>
              <a:t> (avanço no início de cada parágrafo)</a:t>
            </a:r>
            <a:endParaRPr sz="1100"/>
          </a:p>
          <a:p>
            <a:pPr indent="-76200" lvl="0" marL="0" marR="0" rtl="0" algn="l">
              <a:spcBef>
                <a:spcPts val="0"/>
              </a:spcBef>
              <a:spcAft>
                <a:spcPts val="0"/>
              </a:spcAft>
              <a:buClr>
                <a:schemeClr val="dk1"/>
              </a:buClr>
              <a:buSzPts val="1200"/>
              <a:buFont typeface="Arial"/>
              <a:buChar char="•"/>
            </a:pPr>
            <a:r>
              <a:rPr b="1" lang="pt-BR" sz="1200">
                <a:solidFill>
                  <a:schemeClr val="dk1"/>
                </a:solidFill>
                <a:latin typeface="Arial"/>
                <a:ea typeface="Arial"/>
                <a:cs typeface="Arial"/>
                <a:sym typeface="Arial"/>
              </a:rPr>
              <a:t> Controlar o espaçamento entre linhas e parágrafos</a:t>
            </a:r>
            <a:endParaRPr sz="1200">
              <a:solidFill>
                <a:schemeClr val="dk1"/>
              </a:solidFill>
              <a:latin typeface="Arial"/>
              <a:ea typeface="Arial"/>
              <a:cs typeface="Arial"/>
              <a:sym typeface="Arial"/>
            </a:endParaRPr>
          </a:p>
          <a:p>
            <a:pPr indent="0" lvl="0" marL="0" marR="0" rtl="0" algn="l">
              <a:spcBef>
                <a:spcPts val="0"/>
              </a:spcBef>
              <a:spcAft>
                <a:spcPts val="0"/>
              </a:spcAft>
              <a:buClr>
                <a:schemeClr val="dk1"/>
              </a:buClr>
              <a:buSzPts val="1200"/>
              <a:buFont typeface="Arial"/>
              <a:buNone/>
            </a:pPr>
            <a:r>
              <a:rPr b="1" lang="pt-BR" sz="1200">
                <a:solidFill>
                  <a:schemeClr val="dk1"/>
                </a:solidFill>
                <a:latin typeface="Arial"/>
                <a:ea typeface="Arial"/>
                <a:cs typeface="Arial"/>
                <a:sym typeface="Arial"/>
              </a:rPr>
              <a:t> Estilo</a:t>
            </a:r>
            <a:endParaRPr sz="1100"/>
          </a:p>
          <a:p>
            <a:pPr indent="0" lvl="0" marL="0" marR="0" rtl="0" algn="l">
              <a:spcBef>
                <a:spcPts val="0"/>
              </a:spcBef>
              <a:spcAft>
                <a:spcPts val="0"/>
              </a:spcAft>
              <a:buClr>
                <a:schemeClr val="dk1"/>
              </a:buClr>
              <a:buSzPts val="1200"/>
              <a:buFont typeface="Arial"/>
              <a:buNone/>
            </a:pPr>
            <a:r>
              <a:rPr lang="pt-BR" sz="1200">
                <a:solidFill>
                  <a:schemeClr val="dk1"/>
                </a:solidFill>
                <a:latin typeface="Arial"/>
                <a:ea typeface="Arial"/>
                <a:cs typeface="Arial"/>
                <a:sym typeface="Arial"/>
              </a:rPr>
              <a:t>A seção de </a:t>
            </a:r>
            <a:r>
              <a:rPr b="1" lang="pt-BR" sz="1200">
                <a:solidFill>
                  <a:schemeClr val="dk1"/>
                </a:solidFill>
                <a:latin typeface="Arial"/>
                <a:ea typeface="Arial"/>
                <a:cs typeface="Arial"/>
                <a:sym typeface="Arial"/>
              </a:rPr>
              <a:t>estilos</a:t>
            </a:r>
            <a:r>
              <a:rPr lang="pt-BR" sz="1200">
                <a:solidFill>
                  <a:schemeClr val="dk1"/>
                </a:solidFill>
                <a:latin typeface="Arial"/>
                <a:ea typeface="Arial"/>
                <a:cs typeface="Arial"/>
                <a:sym typeface="Arial"/>
              </a:rPr>
              <a:t> traz modelos prontos de formatação, como:</a:t>
            </a:r>
            <a:endParaRPr sz="1100"/>
          </a:p>
          <a:p>
            <a:pPr indent="-76200" lvl="0" marL="0" marR="0" rtl="0" algn="l">
              <a:spcBef>
                <a:spcPts val="0"/>
              </a:spcBef>
              <a:spcAft>
                <a:spcPts val="0"/>
              </a:spcAft>
              <a:buClr>
                <a:schemeClr val="dk1"/>
              </a:buClr>
              <a:buSzPts val="1200"/>
              <a:buFont typeface="Arial"/>
              <a:buChar char="•"/>
            </a:pPr>
            <a:r>
              <a:rPr lang="pt-BR" sz="1200">
                <a:solidFill>
                  <a:schemeClr val="dk1"/>
                </a:solidFill>
                <a:latin typeface="Arial"/>
                <a:ea typeface="Arial"/>
                <a:cs typeface="Arial"/>
                <a:sym typeface="Arial"/>
              </a:rPr>
              <a:t> Título 1, Título 2, Corpo de texto, Ênfase, entre outros</a:t>
            </a:r>
            <a:endParaRPr sz="1100"/>
          </a:p>
          <a:p>
            <a:pPr indent="-76200" lvl="0" marL="0" marR="0" rtl="0" algn="l">
              <a:spcBef>
                <a:spcPts val="0"/>
              </a:spcBef>
              <a:spcAft>
                <a:spcPts val="0"/>
              </a:spcAft>
              <a:buClr>
                <a:schemeClr val="dk1"/>
              </a:buClr>
              <a:buSzPts val="1200"/>
              <a:buFont typeface="Arial"/>
              <a:buChar char="•"/>
            </a:pPr>
            <a:r>
              <a:rPr lang="pt-BR" sz="1200">
                <a:solidFill>
                  <a:schemeClr val="dk1"/>
                </a:solidFill>
                <a:latin typeface="Arial"/>
                <a:ea typeface="Arial"/>
                <a:cs typeface="Arial"/>
                <a:sym typeface="Arial"/>
              </a:rPr>
              <a:t> Esses estilos são úteis para </a:t>
            </a:r>
            <a:r>
              <a:rPr b="1" lang="pt-BR" sz="1200">
                <a:solidFill>
                  <a:schemeClr val="dk1"/>
                </a:solidFill>
                <a:latin typeface="Arial"/>
                <a:ea typeface="Arial"/>
                <a:cs typeface="Arial"/>
                <a:sym typeface="Arial"/>
              </a:rPr>
              <a:t>organizar visualmente</a:t>
            </a:r>
            <a:r>
              <a:rPr lang="pt-BR" sz="1200">
                <a:solidFill>
                  <a:schemeClr val="dk1"/>
                </a:solidFill>
                <a:latin typeface="Arial"/>
                <a:ea typeface="Arial"/>
                <a:cs typeface="Arial"/>
                <a:sym typeface="Arial"/>
              </a:rPr>
              <a:t> o documento e também para criar </a:t>
            </a:r>
            <a:r>
              <a:rPr b="1" lang="pt-BR" sz="1200">
                <a:solidFill>
                  <a:schemeClr val="dk1"/>
                </a:solidFill>
                <a:latin typeface="Arial"/>
                <a:ea typeface="Arial"/>
                <a:cs typeface="Arial"/>
                <a:sym typeface="Arial"/>
              </a:rPr>
              <a:t>sumários automáticos</a:t>
            </a:r>
            <a:endParaRPr sz="1200">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4"/>
          <p:cNvSpPr/>
          <p:nvPr/>
        </p:nvSpPr>
        <p:spPr>
          <a:xfrm>
            <a:off x="0" y="-104383"/>
            <a:ext cx="9144000" cy="793200"/>
          </a:xfrm>
          <a:prstGeom prst="rect">
            <a:avLst/>
          </a:prstGeom>
          <a:solidFill>
            <a:srgbClr val="2D83D4"/>
          </a:solidFill>
          <a:ln cap="flat" cmpd="sng" w="19050">
            <a:solidFill>
              <a:srgbClr val="2D83D4"/>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spcBef>
                <a:spcPts val="0"/>
              </a:spcBef>
              <a:spcAft>
                <a:spcPts val="0"/>
              </a:spcAft>
              <a:buNone/>
            </a:pPr>
            <a:r>
              <a:rPr b="1" lang="pt-BR" sz="1700">
                <a:solidFill>
                  <a:schemeClr val="lt1"/>
                </a:solidFill>
                <a:latin typeface="Arial"/>
                <a:ea typeface="Arial"/>
                <a:cs typeface="Arial"/>
                <a:sym typeface="Arial"/>
              </a:rPr>
              <a:t>NEGRITO, ITÁLICO E SUBLINHADO</a:t>
            </a:r>
            <a:endParaRPr sz="1100"/>
          </a:p>
        </p:txBody>
      </p:sp>
      <p:sp>
        <p:nvSpPr>
          <p:cNvPr id="110" name="Google Shape;110;p4"/>
          <p:cNvSpPr txBox="1"/>
          <p:nvPr/>
        </p:nvSpPr>
        <p:spPr>
          <a:xfrm>
            <a:off x="225860" y="801091"/>
            <a:ext cx="8692200" cy="17958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Clr>
                <a:schemeClr val="dk1"/>
              </a:buClr>
              <a:buSzPts val="1400"/>
              <a:buFont typeface="Arial"/>
              <a:buNone/>
            </a:pPr>
            <a:r>
              <a:rPr lang="pt-BR" sz="1400">
                <a:solidFill>
                  <a:schemeClr val="dk1"/>
                </a:solidFill>
                <a:latin typeface="Arial"/>
                <a:ea typeface="Arial"/>
                <a:cs typeface="Arial"/>
                <a:sym typeface="Arial"/>
              </a:rPr>
              <a:t>A formatação de </a:t>
            </a:r>
            <a:r>
              <a:rPr b="1" lang="pt-BR" sz="1400">
                <a:solidFill>
                  <a:schemeClr val="dk1"/>
                </a:solidFill>
                <a:latin typeface="Arial"/>
                <a:ea typeface="Arial"/>
                <a:cs typeface="Arial"/>
                <a:sym typeface="Arial"/>
              </a:rPr>
              <a:t>negrito</a:t>
            </a:r>
            <a:r>
              <a:rPr lang="pt-BR" sz="1400">
                <a:solidFill>
                  <a:schemeClr val="dk1"/>
                </a:solidFill>
                <a:latin typeface="Arial"/>
                <a:ea typeface="Arial"/>
                <a:cs typeface="Arial"/>
                <a:sym typeface="Arial"/>
              </a:rPr>
              <a:t>, </a:t>
            </a:r>
            <a:r>
              <a:rPr b="1" lang="pt-BR" sz="1400">
                <a:solidFill>
                  <a:schemeClr val="dk1"/>
                </a:solidFill>
                <a:latin typeface="Arial"/>
                <a:ea typeface="Arial"/>
                <a:cs typeface="Arial"/>
                <a:sym typeface="Arial"/>
              </a:rPr>
              <a:t>itálico</a:t>
            </a:r>
            <a:r>
              <a:rPr lang="pt-BR" sz="1400">
                <a:solidFill>
                  <a:schemeClr val="dk1"/>
                </a:solidFill>
                <a:latin typeface="Arial"/>
                <a:ea typeface="Arial"/>
                <a:cs typeface="Arial"/>
                <a:sym typeface="Arial"/>
              </a:rPr>
              <a:t> e </a:t>
            </a:r>
            <a:r>
              <a:rPr b="1" lang="pt-BR" sz="1400">
                <a:solidFill>
                  <a:schemeClr val="dk1"/>
                </a:solidFill>
                <a:latin typeface="Arial"/>
                <a:ea typeface="Arial"/>
                <a:cs typeface="Arial"/>
                <a:sym typeface="Arial"/>
              </a:rPr>
              <a:t>sublinhado</a:t>
            </a:r>
            <a:r>
              <a:rPr lang="pt-BR" sz="1400">
                <a:solidFill>
                  <a:schemeClr val="dk1"/>
                </a:solidFill>
                <a:latin typeface="Arial"/>
                <a:ea typeface="Arial"/>
                <a:cs typeface="Arial"/>
                <a:sym typeface="Arial"/>
              </a:rPr>
              <a:t> é feita pela guia </a:t>
            </a:r>
            <a:r>
              <a:rPr b="1" lang="pt-BR" sz="1400">
                <a:solidFill>
                  <a:schemeClr val="dk1"/>
                </a:solidFill>
                <a:latin typeface="Arial"/>
                <a:ea typeface="Arial"/>
                <a:cs typeface="Arial"/>
                <a:sym typeface="Arial"/>
              </a:rPr>
              <a:t>Página Inicial</a:t>
            </a:r>
            <a:r>
              <a:rPr lang="pt-BR" sz="1400">
                <a:solidFill>
                  <a:schemeClr val="dk1"/>
                </a:solidFill>
                <a:latin typeface="Arial"/>
                <a:ea typeface="Arial"/>
                <a:cs typeface="Arial"/>
                <a:sym typeface="Arial"/>
              </a:rPr>
              <a:t>, dentro do grupo </a:t>
            </a:r>
            <a:r>
              <a:rPr b="1" lang="pt-BR" sz="1400">
                <a:solidFill>
                  <a:schemeClr val="dk1"/>
                </a:solidFill>
                <a:latin typeface="Arial"/>
                <a:ea typeface="Arial"/>
                <a:cs typeface="Arial"/>
                <a:sym typeface="Arial"/>
              </a:rPr>
              <a:t>Fonte</a:t>
            </a:r>
            <a:r>
              <a:rPr lang="pt-BR" sz="1400">
                <a:solidFill>
                  <a:schemeClr val="dk1"/>
                </a:solidFill>
                <a:latin typeface="Arial"/>
                <a:ea typeface="Arial"/>
                <a:cs typeface="Arial"/>
                <a:sym typeface="Arial"/>
              </a:rPr>
              <a:t>.</a:t>
            </a:r>
            <a:endParaRPr sz="1100"/>
          </a:p>
          <a:p>
            <a:pPr indent="0" lvl="0" marL="0" marR="0" rtl="0" algn="l">
              <a:spcBef>
                <a:spcPts val="0"/>
              </a:spcBef>
              <a:spcAft>
                <a:spcPts val="0"/>
              </a:spcAft>
              <a:buClr>
                <a:schemeClr val="dk1"/>
              </a:buClr>
              <a:buSzPts val="1400"/>
              <a:buFont typeface="Arial"/>
              <a:buNone/>
            </a:pPr>
            <a:r>
              <a:rPr lang="pt-BR" sz="1400">
                <a:solidFill>
                  <a:schemeClr val="dk1"/>
                </a:solidFill>
                <a:latin typeface="Arial"/>
                <a:ea typeface="Arial"/>
                <a:cs typeface="Arial"/>
                <a:sym typeface="Arial"/>
              </a:rPr>
              <a:t>Para aplicar, basta:</a:t>
            </a:r>
            <a:endParaRPr sz="1100"/>
          </a:p>
          <a:p>
            <a:pPr indent="-88900" lvl="0" marL="0" marR="0" rtl="0" algn="l">
              <a:spcBef>
                <a:spcPts val="0"/>
              </a:spcBef>
              <a:spcAft>
                <a:spcPts val="0"/>
              </a:spcAft>
              <a:buClr>
                <a:schemeClr val="dk1"/>
              </a:buClr>
              <a:buSzPts val="1400"/>
              <a:buFont typeface="Play"/>
              <a:buAutoNum type="arabicPeriod"/>
            </a:pPr>
            <a:r>
              <a:rPr lang="pt-BR" sz="1400">
                <a:solidFill>
                  <a:schemeClr val="dk1"/>
                </a:solidFill>
                <a:latin typeface="Arial"/>
                <a:ea typeface="Arial"/>
                <a:cs typeface="Arial"/>
                <a:sym typeface="Arial"/>
              </a:rPr>
              <a:t>Selecionar a palavra ou trecho desejado.</a:t>
            </a:r>
            <a:endParaRPr sz="1100"/>
          </a:p>
          <a:p>
            <a:pPr indent="-88900" lvl="0" marL="0" marR="0" rtl="0" algn="l">
              <a:spcBef>
                <a:spcPts val="0"/>
              </a:spcBef>
              <a:spcAft>
                <a:spcPts val="0"/>
              </a:spcAft>
              <a:buClr>
                <a:schemeClr val="dk1"/>
              </a:buClr>
              <a:buSzPts val="1400"/>
              <a:buFont typeface="Play"/>
              <a:buAutoNum type="arabicPeriod"/>
            </a:pPr>
            <a:r>
              <a:rPr lang="pt-BR" sz="1400">
                <a:solidFill>
                  <a:schemeClr val="dk1"/>
                </a:solidFill>
                <a:latin typeface="Arial"/>
                <a:ea typeface="Arial"/>
                <a:cs typeface="Arial"/>
                <a:sym typeface="Arial"/>
              </a:rPr>
              <a:t>Clicar no ícone correspondente na barra:</a:t>
            </a:r>
            <a:endParaRPr sz="1100"/>
          </a:p>
          <a:p>
            <a:pPr indent="-228600" lvl="1" marL="584200" marR="0" rtl="0" algn="l">
              <a:spcBef>
                <a:spcPts val="0"/>
              </a:spcBef>
              <a:spcAft>
                <a:spcPts val="0"/>
              </a:spcAft>
              <a:buClr>
                <a:schemeClr val="dk1"/>
              </a:buClr>
              <a:buSzPts val="1400"/>
              <a:buAutoNum type="arabicPeriod"/>
            </a:pPr>
            <a:r>
              <a:rPr b="1" i="0" lang="pt-BR" sz="1400" u="none" cap="none" strike="noStrike">
                <a:solidFill>
                  <a:schemeClr val="dk1"/>
                </a:solidFill>
                <a:latin typeface="Arial"/>
                <a:ea typeface="Arial"/>
                <a:cs typeface="Arial"/>
                <a:sym typeface="Arial"/>
              </a:rPr>
              <a:t>B</a:t>
            </a:r>
            <a:r>
              <a:rPr b="0" i="0" lang="pt-BR" sz="1400" u="none" cap="none" strike="noStrike">
                <a:solidFill>
                  <a:schemeClr val="dk1"/>
                </a:solidFill>
                <a:latin typeface="Arial"/>
                <a:ea typeface="Arial"/>
                <a:cs typeface="Arial"/>
                <a:sym typeface="Arial"/>
              </a:rPr>
              <a:t> (negrito)</a:t>
            </a:r>
            <a:endParaRPr sz="1100"/>
          </a:p>
          <a:p>
            <a:pPr indent="-228600" lvl="1" marL="584200" marR="0" rtl="0" algn="l">
              <a:spcBef>
                <a:spcPts val="0"/>
              </a:spcBef>
              <a:spcAft>
                <a:spcPts val="0"/>
              </a:spcAft>
              <a:buClr>
                <a:schemeClr val="dk1"/>
              </a:buClr>
              <a:buSzPts val="1400"/>
              <a:buAutoNum type="arabicPeriod"/>
            </a:pPr>
            <a:r>
              <a:rPr b="0" i="1" lang="pt-BR" sz="1400" u="none" cap="none" strike="noStrike">
                <a:solidFill>
                  <a:schemeClr val="dk1"/>
                </a:solidFill>
                <a:latin typeface="Arial"/>
                <a:ea typeface="Arial"/>
                <a:cs typeface="Arial"/>
                <a:sym typeface="Arial"/>
              </a:rPr>
              <a:t>I</a:t>
            </a:r>
            <a:r>
              <a:rPr b="0" i="0" lang="pt-BR" sz="1400" u="none" cap="none" strike="noStrike">
                <a:solidFill>
                  <a:schemeClr val="dk1"/>
                </a:solidFill>
                <a:latin typeface="Arial"/>
                <a:ea typeface="Arial"/>
                <a:cs typeface="Arial"/>
                <a:sym typeface="Arial"/>
              </a:rPr>
              <a:t> (itálico)</a:t>
            </a:r>
            <a:endParaRPr sz="1100"/>
          </a:p>
          <a:p>
            <a:pPr indent="-228600" lvl="1" marL="584200" marR="0" rtl="0" algn="l">
              <a:spcBef>
                <a:spcPts val="0"/>
              </a:spcBef>
              <a:spcAft>
                <a:spcPts val="0"/>
              </a:spcAft>
              <a:buClr>
                <a:schemeClr val="dk1"/>
              </a:buClr>
              <a:buSzPts val="1400"/>
              <a:buAutoNum type="arabicPeriod"/>
            </a:pPr>
            <a:r>
              <a:rPr b="1" i="0" lang="pt-BR" sz="1400" u="none" cap="none" strike="noStrike">
                <a:solidFill>
                  <a:schemeClr val="dk1"/>
                </a:solidFill>
                <a:latin typeface="Arial"/>
                <a:ea typeface="Arial"/>
                <a:cs typeface="Arial"/>
                <a:sym typeface="Arial"/>
              </a:rPr>
              <a:t>U</a:t>
            </a:r>
            <a:r>
              <a:rPr b="0" i="0" lang="pt-BR" sz="1400" u="none" cap="none" strike="noStrike">
                <a:solidFill>
                  <a:schemeClr val="dk1"/>
                </a:solidFill>
                <a:latin typeface="Arial"/>
                <a:ea typeface="Arial"/>
                <a:cs typeface="Arial"/>
                <a:sym typeface="Arial"/>
              </a:rPr>
              <a:t> (sublinhado)</a:t>
            </a:r>
            <a:endParaRPr sz="1100"/>
          </a:p>
          <a:p>
            <a:pPr indent="0" lvl="0" marL="0" marR="0" rtl="0" algn="l">
              <a:spcBef>
                <a:spcPts val="0"/>
              </a:spcBef>
              <a:spcAft>
                <a:spcPts val="0"/>
              </a:spcAft>
              <a:buNone/>
            </a:pPr>
            <a:r>
              <a:rPr lang="pt-BR" sz="1400">
                <a:solidFill>
                  <a:schemeClr val="dk1"/>
                </a:solidFill>
                <a:latin typeface="Arial"/>
                <a:ea typeface="Arial"/>
                <a:cs typeface="Arial"/>
                <a:sym typeface="Arial"/>
              </a:rPr>
              <a:t>Você pode usar as três opções </a:t>
            </a:r>
            <a:r>
              <a:rPr b="1" lang="pt-BR" sz="1400">
                <a:solidFill>
                  <a:schemeClr val="dk1"/>
                </a:solidFill>
                <a:latin typeface="Arial"/>
                <a:ea typeface="Arial"/>
                <a:cs typeface="Arial"/>
                <a:sym typeface="Arial"/>
              </a:rPr>
              <a:t>juntas ou separadas</a:t>
            </a:r>
            <a:r>
              <a:rPr lang="pt-BR" sz="1400">
                <a:solidFill>
                  <a:schemeClr val="dk1"/>
                </a:solidFill>
                <a:latin typeface="Arial"/>
                <a:ea typeface="Arial"/>
                <a:cs typeface="Arial"/>
                <a:sym typeface="Arial"/>
              </a:rPr>
              <a:t>, conforme a necessidade do conteúdo.</a:t>
            </a:r>
            <a:endParaRPr sz="1100"/>
          </a:p>
        </p:txBody>
      </p:sp>
      <p:sp>
        <p:nvSpPr>
          <p:cNvPr id="111" name="Google Shape;111;p4"/>
          <p:cNvSpPr txBox="1"/>
          <p:nvPr/>
        </p:nvSpPr>
        <p:spPr>
          <a:xfrm>
            <a:off x="225860" y="2836853"/>
            <a:ext cx="8692200" cy="26115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Clr>
                <a:schemeClr val="dk1"/>
              </a:buClr>
              <a:buSzPts val="1100"/>
              <a:buFont typeface="Arial"/>
              <a:buNone/>
            </a:pPr>
            <a:r>
              <a:rPr b="1" lang="pt-BR" sz="1100">
                <a:solidFill>
                  <a:schemeClr val="dk1"/>
                </a:solidFill>
                <a:latin typeface="Arial"/>
                <a:ea typeface="Arial"/>
                <a:cs typeface="Arial"/>
                <a:sym typeface="Arial"/>
              </a:rPr>
              <a:t>Finalidade de cada um:</a:t>
            </a:r>
            <a:endParaRPr sz="1100"/>
          </a:p>
          <a:p>
            <a:pPr indent="0" lvl="0" marL="0" marR="0" rtl="0" algn="l">
              <a:spcBef>
                <a:spcPts val="0"/>
              </a:spcBef>
              <a:spcAft>
                <a:spcPts val="0"/>
              </a:spcAft>
              <a:buClr>
                <a:schemeClr val="dk1"/>
              </a:buClr>
              <a:buSzPts val="1100"/>
              <a:buFont typeface="Arial"/>
              <a:buNone/>
            </a:pPr>
            <a:r>
              <a:rPr b="1" lang="pt-BR" sz="1100">
                <a:solidFill>
                  <a:schemeClr val="dk1"/>
                </a:solidFill>
                <a:latin typeface="Arial"/>
                <a:ea typeface="Arial"/>
                <a:cs typeface="Arial"/>
                <a:sym typeface="Arial"/>
              </a:rPr>
              <a:t>Negrito (Ctrl + N):</a:t>
            </a:r>
            <a:endParaRPr sz="1100">
              <a:solidFill>
                <a:schemeClr val="dk1"/>
              </a:solidFill>
              <a:latin typeface="Arial"/>
              <a:ea typeface="Arial"/>
              <a:cs typeface="Arial"/>
              <a:sym typeface="Arial"/>
            </a:endParaRPr>
          </a:p>
          <a:p>
            <a:pPr indent="-69850" lvl="0" marL="0" marR="0" rtl="0" algn="l">
              <a:spcBef>
                <a:spcPts val="0"/>
              </a:spcBef>
              <a:spcAft>
                <a:spcPts val="0"/>
              </a:spcAft>
              <a:buClr>
                <a:schemeClr val="dk1"/>
              </a:buClr>
              <a:buSzPts val="1100"/>
              <a:buFont typeface="Arial"/>
              <a:buChar char="•"/>
            </a:pPr>
            <a:r>
              <a:rPr lang="pt-BR" sz="1100">
                <a:solidFill>
                  <a:schemeClr val="dk1"/>
                </a:solidFill>
                <a:latin typeface="Arial"/>
                <a:ea typeface="Arial"/>
                <a:cs typeface="Arial"/>
                <a:sym typeface="Arial"/>
              </a:rPr>
              <a:t> Destaca </a:t>
            </a:r>
            <a:r>
              <a:rPr b="1" lang="pt-BR" sz="1100">
                <a:solidFill>
                  <a:schemeClr val="dk1"/>
                </a:solidFill>
                <a:latin typeface="Arial"/>
                <a:ea typeface="Arial"/>
                <a:cs typeface="Arial"/>
                <a:sym typeface="Arial"/>
              </a:rPr>
              <a:t>palavras-chave</a:t>
            </a:r>
            <a:endParaRPr sz="1100">
              <a:solidFill>
                <a:schemeClr val="dk1"/>
              </a:solidFill>
              <a:latin typeface="Arial"/>
              <a:ea typeface="Arial"/>
              <a:cs typeface="Arial"/>
              <a:sym typeface="Arial"/>
            </a:endParaRPr>
          </a:p>
          <a:p>
            <a:pPr indent="-69850" lvl="0" marL="0" marR="0" rtl="0" algn="l">
              <a:spcBef>
                <a:spcPts val="0"/>
              </a:spcBef>
              <a:spcAft>
                <a:spcPts val="0"/>
              </a:spcAft>
              <a:buClr>
                <a:schemeClr val="dk1"/>
              </a:buClr>
              <a:buSzPts val="1100"/>
              <a:buFont typeface="Arial"/>
              <a:buChar char="•"/>
            </a:pPr>
            <a:r>
              <a:rPr lang="pt-BR" sz="1100">
                <a:solidFill>
                  <a:schemeClr val="dk1"/>
                </a:solidFill>
                <a:latin typeface="Arial"/>
                <a:ea typeface="Arial"/>
                <a:cs typeface="Arial"/>
                <a:sym typeface="Arial"/>
              </a:rPr>
              <a:t> Ajuda na </a:t>
            </a:r>
            <a:r>
              <a:rPr b="1" lang="pt-BR" sz="1100">
                <a:solidFill>
                  <a:schemeClr val="dk1"/>
                </a:solidFill>
                <a:latin typeface="Arial"/>
                <a:ea typeface="Arial"/>
                <a:cs typeface="Arial"/>
                <a:sym typeface="Arial"/>
              </a:rPr>
              <a:t>leitura rápida</a:t>
            </a:r>
            <a:endParaRPr sz="1100">
              <a:solidFill>
                <a:schemeClr val="dk1"/>
              </a:solidFill>
              <a:latin typeface="Arial"/>
              <a:ea typeface="Arial"/>
              <a:cs typeface="Arial"/>
              <a:sym typeface="Arial"/>
            </a:endParaRPr>
          </a:p>
          <a:p>
            <a:pPr indent="-69850" lvl="0" marL="0" marR="0" rtl="0" algn="l">
              <a:spcBef>
                <a:spcPts val="0"/>
              </a:spcBef>
              <a:spcAft>
                <a:spcPts val="0"/>
              </a:spcAft>
              <a:buClr>
                <a:schemeClr val="dk1"/>
              </a:buClr>
              <a:buSzPts val="1100"/>
              <a:buFont typeface="Arial"/>
              <a:buChar char="•"/>
            </a:pPr>
            <a:r>
              <a:rPr lang="pt-BR" sz="1100">
                <a:solidFill>
                  <a:schemeClr val="dk1"/>
                </a:solidFill>
                <a:latin typeface="Arial"/>
                <a:ea typeface="Arial"/>
                <a:cs typeface="Arial"/>
                <a:sym typeface="Arial"/>
              </a:rPr>
              <a:t> Use com moderação: </a:t>
            </a:r>
            <a:r>
              <a:rPr b="1" lang="pt-BR" sz="1100">
                <a:solidFill>
                  <a:schemeClr val="dk1"/>
                </a:solidFill>
                <a:latin typeface="Arial"/>
                <a:ea typeface="Arial"/>
                <a:cs typeface="Arial"/>
                <a:sym typeface="Arial"/>
              </a:rPr>
              <a:t>no máximo dois trechos por parágrafo</a:t>
            </a:r>
            <a:endParaRPr sz="1100">
              <a:solidFill>
                <a:schemeClr val="dk1"/>
              </a:solidFill>
              <a:latin typeface="Arial"/>
              <a:ea typeface="Arial"/>
              <a:cs typeface="Arial"/>
              <a:sym typeface="Arial"/>
            </a:endParaRPr>
          </a:p>
          <a:p>
            <a:pPr indent="0" lvl="0" marL="0" marR="0" rtl="0" algn="l">
              <a:spcBef>
                <a:spcPts val="0"/>
              </a:spcBef>
              <a:spcAft>
                <a:spcPts val="0"/>
              </a:spcAft>
              <a:buClr>
                <a:schemeClr val="dk1"/>
              </a:buClr>
              <a:buSzPts val="1100"/>
              <a:buFont typeface="Arial"/>
              <a:buNone/>
            </a:pPr>
            <a:r>
              <a:rPr b="1" lang="pt-BR" sz="1100">
                <a:solidFill>
                  <a:schemeClr val="dk1"/>
                </a:solidFill>
                <a:latin typeface="Arial"/>
                <a:ea typeface="Arial"/>
                <a:cs typeface="Arial"/>
                <a:sym typeface="Arial"/>
              </a:rPr>
              <a:t>Itálico (Ctrl + I):</a:t>
            </a:r>
            <a:endParaRPr sz="1100">
              <a:solidFill>
                <a:schemeClr val="dk1"/>
              </a:solidFill>
              <a:latin typeface="Arial"/>
              <a:ea typeface="Arial"/>
              <a:cs typeface="Arial"/>
              <a:sym typeface="Arial"/>
            </a:endParaRPr>
          </a:p>
          <a:p>
            <a:pPr indent="-69850" lvl="0" marL="0" marR="0" rtl="0" algn="l">
              <a:spcBef>
                <a:spcPts val="0"/>
              </a:spcBef>
              <a:spcAft>
                <a:spcPts val="0"/>
              </a:spcAft>
              <a:buClr>
                <a:schemeClr val="dk1"/>
              </a:buClr>
              <a:buSzPts val="1100"/>
              <a:buFont typeface="Arial"/>
              <a:buChar char="•"/>
            </a:pPr>
            <a:r>
              <a:rPr lang="pt-BR" sz="1100">
                <a:solidFill>
                  <a:schemeClr val="dk1"/>
                </a:solidFill>
                <a:latin typeface="Arial"/>
                <a:ea typeface="Arial"/>
                <a:cs typeface="Arial"/>
                <a:sym typeface="Arial"/>
              </a:rPr>
              <a:t> Enfatiza </a:t>
            </a:r>
            <a:r>
              <a:rPr b="1" lang="pt-BR" sz="1100">
                <a:solidFill>
                  <a:schemeClr val="dk1"/>
                </a:solidFill>
                <a:latin typeface="Arial"/>
                <a:ea typeface="Arial"/>
                <a:cs typeface="Arial"/>
                <a:sym typeface="Arial"/>
              </a:rPr>
              <a:t>ideias importantes</a:t>
            </a:r>
            <a:endParaRPr sz="1100">
              <a:solidFill>
                <a:schemeClr val="dk1"/>
              </a:solidFill>
              <a:latin typeface="Arial"/>
              <a:ea typeface="Arial"/>
              <a:cs typeface="Arial"/>
              <a:sym typeface="Arial"/>
            </a:endParaRPr>
          </a:p>
          <a:p>
            <a:pPr indent="-69850" lvl="0" marL="0" marR="0" rtl="0" algn="l">
              <a:spcBef>
                <a:spcPts val="0"/>
              </a:spcBef>
              <a:spcAft>
                <a:spcPts val="0"/>
              </a:spcAft>
              <a:buClr>
                <a:schemeClr val="dk1"/>
              </a:buClr>
              <a:buSzPts val="1100"/>
              <a:buFont typeface="Arial"/>
              <a:buChar char="•"/>
            </a:pPr>
            <a:r>
              <a:rPr lang="pt-BR" sz="1100">
                <a:solidFill>
                  <a:schemeClr val="dk1"/>
                </a:solidFill>
                <a:latin typeface="Arial"/>
                <a:ea typeface="Arial"/>
                <a:cs typeface="Arial"/>
                <a:sym typeface="Arial"/>
              </a:rPr>
              <a:t> Usado em:</a:t>
            </a:r>
            <a:endParaRPr sz="1100"/>
          </a:p>
          <a:p>
            <a:pPr indent="-234950" lvl="1" marL="584200" marR="0" rtl="0" algn="l">
              <a:spcBef>
                <a:spcPts val="0"/>
              </a:spcBef>
              <a:spcAft>
                <a:spcPts val="0"/>
              </a:spcAft>
              <a:buClr>
                <a:schemeClr val="dk1"/>
              </a:buClr>
              <a:buSzPts val="1100"/>
              <a:buFont typeface="Arial"/>
              <a:buChar char="•"/>
            </a:pPr>
            <a:r>
              <a:rPr b="0" i="0" lang="pt-BR" sz="1100" u="none" cap="none" strike="noStrike">
                <a:solidFill>
                  <a:schemeClr val="dk1"/>
                </a:solidFill>
                <a:latin typeface="Arial"/>
                <a:ea typeface="Arial"/>
                <a:cs typeface="Arial"/>
                <a:sym typeface="Arial"/>
              </a:rPr>
              <a:t>Palavras em </a:t>
            </a:r>
            <a:r>
              <a:rPr b="1" i="0" lang="pt-BR" sz="1100" u="none" cap="none" strike="noStrike">
                <a:solidFill>
                  <a:schemeClr val="dk1"/>
                </a:solidFill>
                <a:latin typeface="Arial"/>
                <a:ea typeface="Arial"/>
                <a:cs typeface="Arial"/>
                <a:sym typeface="Arial"/>
              </a:rPr>
              <a:t>língua estrangeira</a:t>
            </a:r>
            <a:endParaRPr b="0" i="0" sz="1100" u="none" cap="none" strike="noStrike">
              <a:solidFill>
                <a:schemeClr val="dk1"/>
              </a:solidFill>
              <a:latin typeface="Arial"/>
              <a:ea typeface="Arial"/>
              <a:cs typeface="Arial"/>
              <a:sym typeface="Arial"/>
            </a:endParaRPr>
          </a:p>
          <a:p>
            <a:pPr indent="-234950" lvl="1" marL="584200" marR="0" rtl="0" algn="l">
              <a:spcBef>
                <a:spcPts val="0"/>
              </a:spcBef>
              <a:spcAft>
                <a:spcPts val="0"/>
              </a:spcAft>
              <a:buClr>
                <a:schemeClr val="dk1"/>
              </a:buClr>
              <a:buSzPts val="1100"/>
              <a:buFont typeface="Arial"/>
              <a:buChar char="•"/>
            </a:pPr>
            <a:r>
              <a:rPr b="1" i="0" lang="pt-BR" sz="1100" u="none" cap="none" strike="noStrike">
                <a:solidFill>
                  <a:schemeClr val="dk1"/>
                </a:solidFill>
                <a:latin typeface="Arial"/>
                <a:ea typeface="Arial"/>
                <a:cs typeface="Arial"/>
                <a:sym typeface="Arial"/>
              </a:rPr>
              <a:t>Títulos de obras</a:t>
            </a:r>
            <a:endParaRPr b="0" i="0" sz="1100" u="none" cap="none" strike="noStrike">
              <a:solidFill>
                <a:schemeClr val="dk1"/>
              </a:solidFill>
              <a:latin typeface="Arial"/>
              <a:ea typeface="Arial"/>
              <a:cs typeface="Arial"/>
              <a:sym typeface="Arial"/>
            </a:endParaRPr>
          </a:p>
          <a:p>
            <a:pPr indent="-234950" lvl="1" marL="584200" marR="0" rtl="0" algn="l">
              <a:spcBef>
                <a:spcPts val="0"/>
              </a:spcBef>
              <a:spcAft>
                <a:spcPts val="0"/>
              </a:spcAft>
              <a:buClr>
                <a:schemeClr val="dk1"/>
              </a:buClr>
              <a:buSzPts val="1100"/>
              <a:buFont typeface="Arial"/>
              <a:buChar char="•"/>
            </a:pPr>
            <a:r>
              <a:rPr b="1" i="0" lang="pt-BR" sz="1100" u="none" cap="none" strike="noStrike">
                <a:solidFill>
                  <a:schemeClr val="dk1"/>
                </a:solidFill>
                <a:latin typeface="Arial"/>
                <a:ea typeface="Arial"/>
                <a:cs typeface="Arial"/>
                <a:sym typeface="Arial"/>
              </a:rPr>
              <a:t>Apelidos</a:t>
            </a:r>
            <a:r>
              <a:rPr b="0" i="0" lang="pt-BR" sz="1100" u="none" cap="none" strike="noStrike">
                <a:solidFill>
                  <a:schemeClr val="dk1"/>
                </a:solidFill>
                <a:latin typeface="Arial"/>
                <a:ea typeface="Arial"/>
                <a:cs typeface="Arial"/>
                <a:sym typeface="Arial"/>
              </a:rPr>
              <a:t>, </a:t>
            </a:r>
            <a:r>
              <a:rPr b="1" i="0" lang="pt-BR" sz="1100" u="none" cap="none" strike="noStrike">
                <a:solidFill>
                  <a:schemeClr val="dk1"/>
                </a:solidFill>
                <a:latin typeface="Arial"/>
                <a:ea typeface="Arial"/>
                <a:cs typeface="Arial"/>
                <a:sym typeface="Arial"/>
              </a:rPr>
              <a:t>nomes científicos</a:t>
            </a:r>
            <a:r>
              <a:rPr b="0" i="0" lang="pt-BR" sz="1100" u="none" cap="none" strike="noStrike">
                <a:solidFill>
                  <a:schemeClr val="dk1"/>
                </a:solidFill>
                <a:latin typeface="Arial"/>
                <a:ea typeface="Arial"/>
                <a:cs typeface="Arial"/>
                <a:sym typeface="Arial"/>
              </a:rPr>
              <a:t>, conceitos</a:t>
            </a:r>
            <a:endParaRPr sz="1100"/>
          </a:p>
          <a:p>
            <a:pPr indent="-234950" lvl="1" marL="584200" marR="0" rtl="0" algn="l">
              <a:spcBef>
                <a:spcPts val="0"/>
              </a:spcBef>
              <a:spcAft>
                <a:spcPts val="0"/>
              </a:spcAft>
              <a:buClr>
                <a:schemeClr val="dk1"/>
              </a:buClr>
              <a:buSzPts val="1100"/>
              <a:buFont typeface="Arial"/>
              <a:buChar char="•"/>
            </a:pPr>
            <a:r>
              <a:rPr b="0" i="0" lang="pt-BR" sz="1100" u="none" cap="none" strike="noStrike">
                <a:solidFill>
                  <a:schemeClr val="dk1"/>
                </a:solidFill>
                <a:latin typeface="Arial"/>
                <a:ea typeface="Arial"/>
                <a:cs typeface="Arial"/>
                <a:sym typeface="Arial"/>
              </a:rPr>
              <a:t>Expressões populares e palavras com sentido especial</a:t>
            </a:r>
            <a:endParaRPr sz="1100"/>
          </a:p>
          <a:p>
            <a:pPr indent="0" lvl="0" marL="0" marR="0" rtl="0" algn="l">
              <a:spcBef>
                <a:spcPts val="0"/>
              </a:spcBef>
              <a:spcAft>
                <a:spcPts val="0"/>
              </a:spcAft>
              <a:buClr>
                <a:schemeClr val="dk1"/>
              </a:buClr>
              <a:buSzPts val="1100"/>
              <a:buFont typeface="Arial"/>
              <a:buNone/>
            </a:pPr>
            <a:r>
              <a:rPr b="1" lang="pt-BR" sz="1100">
                <a:solidFill>
                  <a:schemeClr val="dk1"/>
                </a:solidFill>
                <a:latin typeface="Arial"/>
                <a:ea typeface="Arial"/>
                <a:cs typeface="Arial"/>
                <a:sym typeface="Arial"/>
              </a:rPr>
              <a:t>Sublinhado (Ctrl + S):</a:t>
            </a:r>
            <a:endParaRPr sz="1100">
              <a:solidFill>
                <a:schemeClr val="dk1"/>
              </a:solidFill>
              <a:latin typeface="Arial"/>
              <a:ea typeface="Arial"/>
              <a:cs typeface="Arial"/>
              <a:sym typeface="Arial"/>
            </a:endParaRPr>
          </a:p>
          <a:p>
            <a:pPr indent="-69850" lvl="0" marL="0" marR="0" rtl="0" algn="l">
              <a:spcBef>
                <a:spcPts val="0"/>
              </a:spcBef>
              <a:spcAft>
                <a:spcPts val="0"/>
              </a:spcAft>
              <a:buClr>
                <a:schemeClr val="dk1"/>
              </a:buClr>
              <a:buSzPts val="1100"/>
              <a:buFont typeface="Arial"/>
              <a:buChar char="•"/>
            </a:pPr>
            <a:r>
              <a:rPr lang="pt-BR" sz="1100">
                <a:solidFill>
                  <a:schemeClr val="dk1"/>
                </a:solidFill>
                <a:latin typeface="Arial"/>
                <a:ea typeface="Arial"/>
                <a:cs typeface="Arial"/>
                <a:sym typeface="Arial"/>
              </a:rPr>
              <a:t> Destaca palavras com </a:t>
            </a:r>
            <a:r>
              <a:rPr b="1" lang="pt-BR" sz="1100">
                <a:solidFill>
                  <a:schemeClr val="dk1"/>
                </a:solidFill>
                <a:latin typeface="Arial"/>
                <a:ea typeface="Arial"/>
                <a:cs typeface="Arial"/>
                <a:sym typeface="Arial"/>
              </a:rPr>
              <a:t>função visual</a:t>
            </a:r>
            <a:endParaRPr sz="1100">
              <a:solidFill>
                <a:schemeClr val="dk1"/>
              </a:solidFill>
              <a:latin typeface="Arial"/>
              <a:ea typeface="Arial"/>
              <a:cs typeface="Arial"/>
              <a:sym typeface="Arial"/>
            </a:endParaRPr>
          </a:p>
          <a:p>
            <a:pPr indent="-69850" lvl="0" marL="0" marR="0" rtl="0" algn="l">
              <a:spcBef>
                <a:spcPts val="0"/>
              </a:spcBef>
              <a:spcAft>
                <a:spcPts val="0"/>
              </a:spcAft>
              <a:buClr>
                <a:schemeClr val="dk1"/>
              </a:buClr>
              <a:buSzPts val="1100"/>
              <a:buFont typeface="Arial"/>
              <a:buChar char="•"/>
            </a:pPr>
            <a:r>
              <a:rPr lang="pt-BR" sz="1100">
                <a:solidFill>
                  <a:schemeClr val="dk1"/>
                </a:solidFill>
                <a:latin typeface="Arial"/>
                <a:ea typeface="Arial"/>
                <a:cs typeface="Arial"/>
                <a:sym typeface="Arial"/>
              </a:rPr>
              <a:t> Muito usado quando há </a:t>
            </a:r>
            <a:r>
              <a:rPr b="1" lang="pt-BR" sz="1100">
                <a:solidFill>
                  <a:schemeClr val="dk1"/>
                </a:solidFill>
                <a:latin typeface="Arial"/>
                <a:ea typeface="Arial"/>
                <a:cs typeface="Arial"/>
                <a:sym typeface="Arial"/>
              </a:rPr>
              <a:t>interação</a:t>
            </a:r>
            <a:r>
              <a:rPr lang="pt-BR" sz="1100">
                <a:solidFill>
                  <a:schemeClr val="dk1"/>
                </a:solidFill>
                <a:latin typeface="Arial"/>
                <a:ea typeface="Arial"/>
                <a:cs typeface="Arial"/>
                <a:sym typeface="Arial"/>
              </a:rPr>
              <a:t> (ex: links em documentos digitais ou palavras que o leitor deve observar com atenção)</a:t>
            </a:r>
            <a:endParaRPr sz="1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5"/>
          <p:cNvSpPr/>
          <p:nvPr/>
        </p:nvSpPr>
        <p:spPr>
          <a:xfrm>
            <a:off x="0" y="-104383"/>
            <a:ext cx="9144000" cy="793200"/>
          </a:xfrm>
          <a:prstGeom prst="rect">
            <a:avLst/>
          </a:prstGeom>
          <a:solidFill>
            <a:srgbClr val="2D83D4"/>
          </a:solidFill>
          <a:ln cap="flat" cmpd="sng" w="19050">
            <a:solidFill>
              <a:srgbClr val="2D83D4"/>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spcBef>
                <a:spcPts val="0"/>
              </a:spcBef>
              <a:spcAft>
                <a:spcPts val="0"/>
              </a:spcAft>
              <a:buNone/>
            </a:pPr>
            <a:r>
              <a:rPr b="1" lang="pt-BR" sz="1700">
                <a:solidFill>
                  <a:schemeClr val="lt1"/>
                </a:solidFill>
                <a:latin typeface="Arial"/>
                <a:ea typeface="Arial"/>
                <a:cs typeface="Arial"/>
                <a:sym typeface="Arial"/>
              </a:rPr>
              <a:t>ALTERANDO O TIPO, TAMANHO E COR DA FONTE</a:t>
            </a:r>
            <a:endParaRPr sz="1100"/>
          </a:p>
        </p:txBody>
      </p:sp>
      <p:sp>
        <p:nvSpPr>
          <p:cNvPr id="118" name="Google Shape;118;p5"/>
          <p:cNvSpPr txBox="1"/>
          <p:nvPr/>
        </p:nvSpPr>
        <p:spPr>
          <a:xfrm>
            <a:off x="295904" y="901690"/>
            <a:ext cx="8128500" cy="7182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lang="pt-BR" sz="1400">
                <a:solidFill>
                  <a:schemeClr val="dk1"/>
                </a:solidFill>
                <a:latin typeface="Arial"/>
                <a:ea typeface="Arial"/>
                <a:cs typeface="Arial"/>
                <a:sym typeface="Arial"/>
              </a:rPr>
              <a:t>Para personalizar a aparência do texto no Word, é possível alterar o </a:t>
            </a:r>
            <a:r>
              <a:rPr b="1" lang="pt-BR" sz="1400">
                <a:solidFill>
                  <a:schemeClr val="dk1"/>
                </a:solidFill>
                <a:latin typeface="Arial"/>
                <a:ea typeface="Arial"/>
                <a:cs typeface="Arial"/>
                <a:sym typeface="Arial"/>
              </a:rPr>
              <a:t>tipo</a:t>
            </a:r>
            <a:r>
              <a:rPr lang="pt-BR" sz="1400">
                <a:solidFill>
                  <a:schemeClr val="dk1"/>
                </a:solidFill>
                <a:latin typeface="Arial"/>
                <a:ea typeface="Arial"/>
                <a:cs typeface="Arial"/>
                <a:sym typeface="Arial"/>
              </a:rPr>
              <a:t>, o </a:t>
            </a:r>
            <a:r>
              <a:rPr b="1" lang="pt-BR" sz="1400">
                <a:solidFill>
                  <a:schemeClr val="dk1"/>
                </a:solidFill>
                <a:latin typeface="Arial"/>
                <a:ea typeface="Arial"/>
                <a:cs typeface="Arial"/>
                <a:sym typeface="Arial"/>
              </a:rPr>
              <a:t>tamanho</a:t>
            </a:r>
            <a:r>
              <a:rPr lang="pt-BR" sz="1400">
                <a:solidFill>
                  <a:schemeClr val="dk1"/>
                </a:solidFill>
                <a:latin typeface="Arial"/>
                <a:ea typeface="Arial"/>
                <a:cs typeface="Arial"/>
                <a:sym typeface="Arial"/>
              </a:rPr>
              <a:t> e a </a:t>
            </a:r>
            <a:r>
              <a:rPr b="1" lang="pt-BR" sz="1400">
                <a:solidFill>
                  <a:schemeClr val="dk1"/>
                </a:solidFill>
                <a:latin typeface="Arial"/>
                <a:ea typeface="Arial"/>
                <a:cs typeface="Arial"/>
                <a:sym typeface="Arial"/>
              </a:rPr>
              <a:t>cor da fonte</a:t>
            </a:r>
            <a:r>
              <a:rPr lang="pt-BR" sz="1400">
                <a:solidFill>
                  <a:schemeClr val="dk1"/>
                </a:solidFill>
                <a:latin typeface="Arial"/>
                <a:ea typeface="Arial"/>
                <a:cs typeface="Arial"/>
                <a:sym typeface="Arial"/>
              </a:rPr>
              <a:t>.</a:t>
            </a:r>
            <a:br>
              <a:rPr lang="pt-BR" sz="1400">
                <a:solidFill>
                  <a:schemeClr val="dk1"/>
                </a:solidFill>
                <a:latin typeface="Arial"/>
                <a:ea typeface="Arial"/>
                <a:cs typeface="Arial"/>
                <a:sym typeface="Arial"/>
              </a:rPr>
            </a:br>
            <a:r>
              <a:rPr lang="pt-BR" sz="1400">
                <a:solidFill>
                  <a:schemeClr val="dk1"/>
                </a:solidFill>
                <a:latin typeface="Arial"/>
                <a:ea typeface="Arial"/>
                <a:cs typeface="Arial"/>
                <a:sym typeface="Arial"/>
              </a:rPr>
              <a:t>Essas opções estão localizadas na </a:t>
            </a:r>
            <a:r>
              <a:rPr b="1" lang="pt-BR" sz="1400">
                <a:solidFill>
                  <a:schemeClr val="dk1"/>
                </a:solidFill>
                <a:latin typeface="Arial"/>
                <a:ea typeface="Arial"/>
                <a:cs typeface="Arial"/>
                <a:sym typeface="Arial"/>
              </a:rPr>
              <a:t>guia Página Inicial</a:t>
            </a:r>
            <a:r>
              <a:rPr lang="pt-BR" sz="1400">
                <a:solidFill>
                  <a:schemeClr val="dk1"/>
                </a:solidFill>
                <a:latin typeface="Arial"/>
                <a:ea typeface="Arial"/>
                <a:cs typeface="Arial"/>
                <a:sym typeface="Arial"/>
              </a:rPr>
              <a:t>, dentro do grupo </a:t>
            </a:r>
            <a:r>
              <a:rPr b="1" lang="pt-BR" sz="1400">
                <a:solidFill>
                  <a:schemeClr val="dk1"/>
                </a:solidFill>
                <a:latin typeface="Arial"/>
                <a:ea typeface="Arial"/>
                <a:cs typeface="Arial"/>
                <a:sym typeface="Arial"/>
              </a:rPr>
              <a:t>Fonte</a:t>
            </a:r>
            <a:endParaRPr sz="1400">
              <a:solidFill>
                <a:schemeClr val="dk1"/>
              </a:solidFill>
              <a:latin typeface="Arial"/>
              <a:ea typeface="Arial"/>
              <a:cs typeface="Arial"/>
              <a:sym typeface="Arial"/>
            </a:endParaRPr>
          </a:p>
        </p:txBody>
      </p:sp>
      <p:sp>
        <p:nvSpPr>
          <p:cNvPr id="119" name="Google Shape;119;p5"/>
          <p:cNvSpPr txBox="1"/>
          <p:nvPr/>
        </p:nvSpPr>
        <p:spPr>
          <a:xfrm>
            <a:off x="295904" y="1619899"/>
            <a:ext cx="8398200" cy="9339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Clr>
                <a:schemeClr val="dk1"/>
              </a:buClr>
              <a:buSzPts val="1400"/>
              <a:buFont typeface="Arial"/>
              <a:buNone/>
            </a:pPr>
            <a:r>
              <a:rPr b="1" lang="pt-BR" sz="1400">
                <a:solidFill>
                  <a:schemeClr val="dk1"/>
                </a:solidFill>
                <a:latin typeface="Arial"/>
                <a:ea typeface="Arial"/>
                <a:cs typeface="Arial"/>
                <a:sym typeface="Arial"/>
              </a:rPr>
              <a:t>Tipo da Fonte</a:t>
            </a:r>
            <a:endParaRPr sz="1100"/>
          </a:p>
          <a:p>
            <a:pPr indent="-88900" lvl="0" marL="0" marR="0" rtl="0" algn="l">
              <a:spcBef>
                <a:spcPts val="0"/>
              </a:spcBef>
              <a:spcAft>
                <a:spcPts val="0"/>
              </a:spcAft>
              <a:buClr>
                <a:schemeClr val="dk1"/>
              </a:buClr>
              <a:buSzPts val="1400"/>
              <a:buFont typeface="Arial"/>
              <a:buChar char="•"/>
            </a:pPr>
            <a:r>
              <a:rPr lang="pt-BR" sz="1400">
                <a:solidFill>
                  <a:schemeClr val="dk1"/>
                </a:solidFill>
                <a:latin typeface="Arial"/>
                <a:ea typeface="Arial"/>
                <a:cs typeface="Arial"/>
                <a:sym typeface="Arial"/>
              </a:rPr>
              <a:t> Espaço onde aparece o </a:t>
            </a:r>
            <a:r>
              <a:rPr b="1" lang="pt-BR" sz="1400">
                <a:solidFill>
                  <a:schemeClr val="dk1"/>
                </a:solidFill>
                <a:latin typeface="Arial"/>
                <a:ea typeface="Arial"/>
                <a:cs typeface="Arial"/>
                <a:sym typeface="Arial"/>
              </a:rPr>
              <a:t>nome da fonte atual</a:t>
            </a:r>
            <a:r>
              <a:rPr lang="pt-BR" sz="1400">
                <a:solidFill>
                  <a:schemeClr val="dk1"/>
                </a:solidFill>
                <a:latin typeface="Arial"/>
                <a:ea typeface="Arial"/>
                <a:cs typeface="Arial"/>
                <a:sym typeface="Arial"/>
              </a:rPr>
              <a:t> (ex: Calibri, Arial, Times New Roman).</a:t>
            </a:r>
            <a:endParaRPr sz="1100"/>
          </a:p>
          <a:p>
            <a:pPr indent="-88900" lvl="0" marL="0" marR="0" rtl="0" algn="l">
              <a:spcBef>
                <a:spcPts val="0"/>
              </a:spcBef>
              <a:spcAft>
                <a:spcPts val="0"/>
              </a:spcAft>
              <a:buClr>
                <a:schemeClr val="dk1"/>
              </a:buClr>
              <a:buSzPts val="1400"/>
              <a:buFont typeface="Arial"/>
              <a:buChar char="•"/>
            </a:pPr>
            <a:r>
              <a:rPr lang="pt-BR" sz="1400">
                <a:solidFill>
                  <a:schemeClr val="dk1"/>
                </a:solidFill>
                <a:latin typeface="Arial"/>
                <a:ea typeface="Arial"/>
                <a:cs typeface="Arial"/>
                <a:sym typeface="Arial"/>
              </a:rPr>
              <a:t> Para trocar, clique na </a:t>
            </a:r>
            <a:r>
              <a:rPr b="1" lang="pt-BR" sz="1400">
                <a:solidFill>
                  <a:schemeClr val="dk1"/>
                </a:solidFill>
                <a:latin typeface="Arial"/>
                <a:ea typeface="Arial"/>
                <a:cs typeface="Arial"/>
                <a:sym typeface="Arial"/>
              </a:rPr>
              <a:t>seta ao lado do nome</a:t>
            </a:r>
            <a:r>
              <a:rPr lang="pt-BR" sz="1400">
                <a:solidFill>
                  <a:schemeClr val="dk1"/>
                </a:solidFill>
                <a:latin typeface="Arial"/>
                <a:ea typeface="Arial"/>
                <a:cs typeface="Arial"/>
                <a:sym typeface="Arial"/>
              </a:rPr>
              <a:t> e selecione outra fonte da lista.</a:t>
            </a:r>
            <a:endParaRPr sz="1100"/>
          </a:p>
          <a:p>
            <a:pPr indent="-88900" lvl="0" marL="0" marR="0" rtl="0" algn="l">
              <a:spcBef>
                <a:spcPts val="0"/>
              </a:spcBef>
              <a:spcAft>
                <a:spcPts val="0"/>
              </a:spcAft>
              <a:buClr>
                <a:schemeClr val="dk1"/>
              </a:buClr>
              <a:buSzPts val="1400"/>
              <a:buFont typeface="Arial"/>
              <a:buChar char="•"/>
            </a:pPr>
            <a:r>
              <a:rPr lang="pt-BR" sz="1400">
                <a:solidFill>
                  <a:schemeClr val="dk1"/>
                </a:solidFill>
                <a:latin typeface="Arial"/>
                <a:ea typeface="Arial"/>
                <a:cs typeface="Arial"/>
                <a:sym typeface="Arial"/>
              </a:rPr>
              <a:t> O usuário também pode </a:t>
            </a:r>
            <a:r>
              <a:rPr b="1" lang="pt-BR" sz="1400">
                <a:solidFill>
                  <a:schemeClr val="dk1"/>
                </a:solidFill>
                <a:latin typeface="Arial"/>
                <a:ea typeface="Arial"/>
                <a:cs typeface="Arial"/>
                <a:sym typeface="Arial"/>
              </a:rPr>
              <a:t>digitar o nome da fonte</a:t>
            </a:r>
            <a:r>
              <a:rPr lang="pt-BR" sz="1400">
                <a:solidFill>
                  <a:schemeClr val="dk1"/>
                </a:solidFill>
                <a:latin typeface="Arial"/>
                <a:ea typeface="Arial"/>
                <a:cs typeface="Arial"/>
                <a:sym typeface="Arial"/>
              </a:rPr>
              <a:t> desejada diretamente no campo.</a:t>
            </a:r>
            <a:endParaRPr sz="1100"/>
          </a:p>
        </p:txBody>
      </p:sp>
      <p:sp>
        <p:nvSpPr>
          <p:cNvPr id="120" name="Google Shape;120;p5"/>
          <p:cNvSpPr txBox="1"/>
          <p:nvPr/>
        </p:nvSpPr>
        <p:spPr>
          <a:xfrm>
            <a:off x="295889" y="2762491"/>
            <a:ext cx="8128500" cy="11493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Clr>
                <a:schemeClr val="dk1"/>
              </a:buClr>
              <a:buSzPts val="1400"/>
              <a:buFont typeface="Arial"/>
              <a:buNone/>
            </a:pPr>
            <a:r>
              <a:rPr b="1" lang="pt-BR" sz="1400">
                <a:solidFill>
                  <a:schemeClr val="dk1"/>
                </a:solidFill>
                <a:latin typeface="Arial"/>
                <a:ea typeface="Arial"/>
                <a:cs typeface="Arial"/>
                <a:sym typeface="Arial"/>
              </a:rPr>
              <a:t>Tamanho da Fonte</a:t>
            </a:r>
            <a:endParaRPr sz="1100"/>
          </a:p>
          <a:p>
            <a:pPr indent="-88900" lvl="0" marL="0" marR="0" rtl="0" algn="l">
              <a:spcBef>
                <a:spcPts val="0"/>
              </a:spcBef>
              <a:spcAft>
                <a:spcPts val="0"/>
              </a:spcAft>
              <a:buClr>
                <a:schemeClr val="dk1"/>
              </a:buClr>
              <a:buSzPts val="1400"/>
              <a:buFont typeface="Arial"/>
              <a:buChar char="•"/>
            </a:pPr>
            <a:r>
              <a:rPr lang="pt-BR" sz="1400">
                <a:solidFill>
                  <a:schemeClr val="dk1"/>
                </a:solidFill>
                <a:latin typeface="Arial"/>
                <a:ea typeface="Arial"/>
                <a:cs typeface="Arial"/>
                <a:sym typeface="Arial"/>
              </a:rPr>
              <a:t> Localizado ao lado do nome da fonte.</a:t>
            </a:r>
            <a:endParaRPr sz="1100"/>
          </a:p>
          <a:p>
            <a:pPr indent="-88900" lvl="0" marL="0" marR="0" rtl="0" algn="l">
              <a:spcBef>
                <a:spcPts val="0"/>
              </a:spcBef>
              <a:spcAft>
                <a:spcPts val="0"/>
              </a:spcAft>
              <a:buClr>
                <a:schemeClr val="dk1"/>
              </a:buClr>
              <a:buSzPts val="1400"/>
              <a:buFont typeface="Arial"/>
              <a:buChar char="•"/>
            </a:pPr>
            <a:r>
              <a:rPr lang="pt-BR" sz="1400">
                <a:solidFill>
                  <a:schemeClr val="dk1"/>
                </a:solidFill>
                <a:latin typeface="Arial"/>
                <a:ea typeface="Arial"/>
                <a:cs typeface="Arial"/>
                <a:sym typeface="Arial"/>
              </a:rPr>
              <a:t> O usuário pode:</a:t>
            </a:r>
            <a:endParaRPr sz="1100"/>
          </a:p>
          <a:p>
            <a:pPr indent="-228600" lvl="1" marL="584200" marR="0" rtl="0" algn="l">
              <a:spcBef>
                <a:spcPts val="0"/>
              </a:spcBef>
              <a:spcAft>
                <a:spcPts val="0"/>
              </a:spcAft>
              <a:buClr>
                <a:schemeClr val="dk1"/>
              </a:buClr>
              <a:buSzPts val="1400"/>
              <a:buFont typeface="Arial"/>
              <a:buChar char="•"/>
            </a:pPr>
            <a:r>
              <a:rPr b="1" i="0" lang="pt-BR" sz="1400" u="none" cap="none" strike="noStrike">
                <a:solidFill>
                  <a:schemeClr val="dk1"/>
                </a:solidFill>
                <a:latin typeface="Arial"/>
                <a:ea typeface="Arial"/>
                <a:cs typeface="Arial"/>
                <a:sym typeface="Arial"/>
              </a:rPr>
              <a:t>Clicar na seta</a:t>
            </a:r>
            <a:r>
              <a:rPr b="0" i="0" lang="pt-BR" sz="1400" u="none" cap="none" strike="noStrike">
                <a:solidFill>
                  <a:schemeClr val="dk1"/>
                </a:solidFill>
                <a:latin typeface="Arial"/>
                <a:ea typeface="Arial"/>
                <a:cs typeface="Arial"/>
                <a:sym typeface="Arial"/>
              </a:rPr>
              <a:t> para escolher um tamanho da lista.</a:t>
            </a:r>
            <a:endParaRPr sz="1100"/>
          </a:p>
          <a:p>
            <a:pPr indent="-228600" lvl="1" marL="584200" marR="0" rtl="0" algn="l">
              <a:spcBef>
                <a:spcPts val="0"/>
              </a:spcBef>
              <a:spcAft>
                <a:spcPts val="0"/>
              </a:spcAft>
              <a:buClr>
                <a:schemeClr val="dk1"/>
              </a:buClr>
              <a:buSzPts val="1400"/>
              <a:buFont typeface="Arial"/>
              <a:buChar char="•"/>
            </a:pPr>
            <a:r>
              <a:rPr b="0" i="0" lang="pt-BR" sz="1400" u="none" cap="none" strike="noStrike">
                <a:solidFill>
                  <a:schemeClr val="dk1"/>
                </a:solidFill>
                <a:latin typeface="Arial"/>
                <a:ea typeface="Arial"/>
                <a:cs typeface="Arial"/>
                <a:sym typeface="Arial"/>
              </a:rPr>
              <a:t>Ou </a:t>
            </a:r>
            <a:r>
              <a:rPr b="1" i="0" lang="pt-BR" sz="1400" u="none" cap="none" strike="noStrike">
                <a:solidFill>
                  <a:schemeClr val="dk1"/>
                </a:solidFill>
                <a:latin typeface="Arial"/>
                <a:ea typeface="Arial"/>
                <a:cs typeface="Arial"/>
                <a:sym typeface="Arial"/>
              </a:rPr>
              <a:t>digitar um número</a:t>
            </a:r>
            <a:r>
              <a:rPr b="0" i="0" lang="pt-BR" sz="1400" u="none" cap="none" strike="noStrike">
                <a:solidFill>
                  <a:schemeClr val="dk1"/>
                </a:solidFill>
                <a:latin typeface="Arial"/>
                <a:ea typeface="Arial"/>
                <a:cs typeface="Arial"/>
                <a:sym typeface="Arial"/>
              </a:rPr>
              <a:t> manualmente (ex: 18, 24, 36).</a:t>
            </a:r>
            <a:endParaRPr sz="1100"/>
          </a:p>
        </p:txBody>
      </p:sp>
      <p:sp>
        <p:nvSpPr>
          <p:cNvPr id="121" name="Google Shape;121;p5"/>
          <p:cNvSpPr txBox="1"/>
          <p:nvPr/>
        </p:nvSpPr>
        <p:spPr>
          <a:xfrm>
            <a:off x="295888" y="4153765"/>
            <a:ext cx="8128500" cy="9339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Clr>
                <a:schemeClr val="dk1"/>
              </a:buClr>
              <a:buSzPts val="1400"/>
              <a:buFont typeface="Arial"/>
              <a:buNone/>
            </a:pPr>
            <a:r>
              <a:rPr b="1" lang="pt-BR" sz="1400">
                <a:solidFill>
                  <a:schemeClr val="dk1"/>
                </a:solidFill>
                <a:latin typeface="Arial"/>
                <a:ea typeface="Arial"/>
                <a:cs typeface="Arial"/>
                <a:sym typeface="Arial"/>
              </a:rPr>
              <a:t>Cor da Fonte</a:t>
            </a:r>
            <a:endParaRPr sz="1100"/>
          </a:p>
          <a:p>
            <a:pPr indent="-88900" lvl="0" marL="0" marR="0" rtl="0" algn="l">
              <a:spcBef>
                <a:spcPts val="0"/>
              </a:spcBef>
              <a:spcAft>
                <a:spcPts val="0"/>
              </a:spcAft>
              <a:buClr>
                <a:schemeClr val="dk1"/>
              </a:buClr>
              <a:buSzPts val="1400"/>
              <a:buFont typeface="Arial"/>
              <a:buChar char="•"/>
            </a:pPr>
            <a:r>
              <a:rPr lang="pt-BR" sz="1400">
                <a:solidFill>
                  <a:schemeClr val="dk1"/>
                </a:solidFill>
                <a:latin typeface="Arial"/>
                <a:ea typeface="Arial"/>
                <a:cs typeface="Arial"/>
                <a:sym typeface="Arial"/>
              </a:rPr>
              <a:t> Representada por uma letra </a:t>
            </a:r>
            <a:r>
              <a:rPr b="1" lang="pt-BR" sz="1400">
                <a:solidFill>
                  <a:schemeClr val="dk1"/>
                </a:solidFill>
                <a:latin typeface="Arial"/>
                <a:ea typeface="Arial"/>
                <a:cs typeface="Arial"/>
                <a:sym typeface="Arial"/>
              </a:rPr>
              <a:t>"A" colorida</a:t>
            </a:r>
            <a:r>
              <a:rPr lang="pt-BR" sz="1400">
                <a:solidFill>
                  <a:schemeClr val="dk1"/>
                </a:solidFill>
                <a:latin typeface="Arial"/>
                <a:ea typeface="Arial"/>
                <a:cs typeface="Arial"/>
                <a:sym typeface="Arial"/>
              </a:rPr>
              <a:t> com uma barrinha embaixo.</a:t>
            </a:r>
            <a:endParaRPr sz="1100"/>
          </a:p>
          <a:p>
            <a:pPr indent="-88900" lvl="0" marL="0" marR="0" rtl="0" algn="l">
              <a:spcBef>
                <a:spcPts val="0"/>
              </a:spcBef>
              <a:spcAft>
                <a:spcPts val="0"/>
              </a:spcAft>
              <a:buClr>
                <a:schemeClr val="dk1"/>
              </a:buClr>
              <a:buSzPts val="1400"/>
              <a:buFont typeface="Arial"/>
              <a:buChar char="•"/>
            </a:pPr>
            <a:r>
              <a:rPr lang="pt-BR" sz="1400">
                <a:solidFill>
                  <a:schemeClr val="dk1"/>
                </a:solidFill>
                <a:latin typeface="Arial"/>
                <a:ea typeface="Arial"/>
                <a:cs typeface="Arial"/>
                <a:sym typeface="Arial"/>
              </a:rPr>
              <a:t> Clique na </a:t>
            </a:r>
            <a:r>
              <a:rPr b="1" lang="pt-BR" sz="1400">
                <a:solidFill>
                  <a:schemeClr val="dk1"/>
                </a:solidFill>
                <a:latin typeface="Arial"/>
                <a:ea typeface="Arial"/>
                <a:cs typeface="Arial"/>
                <a:sym typeface="Arial"/>
              </a:rPr>
              <a:t>seta ao lado do ícone</a:t>
            </a:r>
            <a:r>
              <a:rPr lang="pt-BR" sz="1400">
                <a:solidFill>
                  <a:schemeClr val="dk1"/>
                </a:solidFill>
                <a:latin typeface="Arial"/>
                <a:ea typeface="Arial"/>
                <a:cs typeface="Arial"/>
                <a:sym typeface="Arial"/>
              </a:rPr>
              <a:t> para ver uma paleta de cores.</a:t>
            </a:r>
            <a:endParaRPr sz="1100"/>
          </a:p>
          <a:p>
            <a:pPr indent="-88900" lvl="0" marL="0" marR="0" rtl="0" algn="l">
              <a:spcBef>
                <a:spcPts val="0"/>
              </a:spcBef>
              <a:spcAft>
                <a:spcPts val="0"/>
              </a:spcAft>
              <a:buClr>
                <a:schemeClr val="dk1"/>
              </a:buClr>
              <a:buSzPts val="1400"/>
              <a:buFont typeface="Arial"/>
              <a:buChar char="•"/>
            </a:pPr>
            <a:r>
              <a:rPr lang="pt-BR" sz="1400">
                <a:solidFill>
                  <a:schemeClr val="dk1"/>
                </a:solidFill>
                <a:latin typeface="Arial"/>
                <a:ea typeface="Arial"/>
                <a:cs typeface="Arial"/>
                <a:sym typeface="Arial"/>
              </a:rPr>
              <a:t> Basta clicar na cor desejada para aplicá-la ao texto selecionado.</a:t>
            </a:r>
            <a:endParaRPr sz="11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6"/>
          <p:cNvSpPr/>
          <p:nvPr/>
        </p:nvSpPr>
        <p:spPr>
          <a:xfrm>
            <a:off x="0" y="-104383"/>
            <a:ext cx="9144000" cy="793200"/>
          </a:xfrm>
          <a:prstGeom prst="rect">
            <a:avLst/>
          </a:prstGeom>
          <a:solidFill>
            <a:srgbClr val="2D83D4"/>
          </a:solidFill>
          <a:ln cap="flat" cmpd="sng" w="19050">
            <a:solidFill>
              <a:srgbClr val="2D83D4"/>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spcBef>
                <a:spcPts val="0"/>
              </a:spcBef>
              <a:spcAft>
                <a:spcPts val="0"/>
              </a:spcAft>
              <a:buNone/>
            </a:pPr>
            <a:r>
              <a:rPr b="1" lang="pt-BR" sz="1700">
                <a:solidFill>
                  <a:schemeClr val="lt1"/>
                </a:solidFill>
                <a:latin typeface="Arial"/>
                <a:ea typeface="Arial"/>
                <a:cs typeface="Arial"/>
                <a:sym typeface="Arial"/>
              </a:rPr>
              <a:t>CAPITULAR – A LETRA GRANDE DO INÍCIO</a:t>
            </a:r>
            <a:endParaRPr b="1" sz="1700">
              <a:solidFill>
                <a:schemeClr val="lt1"/>
              </a:solidFill>
              <a:latin typeface="Arial"/>
              <a:ea typeface="Arial"/>
              <a:cs typeface="Arial"/>
              <a:sym typeface="Arial"/>
            </a:endParaRPr>
          </a:p>
        </p:txBody>
      </p:sp>
      <p:sp>
        <p:nvSpPr>
          <p:cNvPr id="128" name="Google Shape;128;p6"/>
          <p:cNvSpPr txBox="1"/>
          <p:nvPr/>
        </p:nvSpPr>
        <p:spPr>
          <a:xfrm>
            <a:off x="192979" y="834190"/>
            <a:ext cx="8757900" cy="11493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Clr>
                <a:schemeClr val="dk1"/>
              </a:buClr>
              <a:buSzPts val="1400"/>
              <a:buFont typeface="Arial"/>
              <a:buNone/>
            </a:pPr>
            <a:r>
              <a:rPr lang="pt-BR" sz="1400">
                <a:solidFill>
                  <a:schemeClr val="dk1"/>
                </a:solidFill>
                <a:latin typeface="Arial"/>
                <a:ea typeface="Arial"/>
                <a:cs typeface="Arial"/>
                <a:sym typeface="Arial"/>
              </a:rPr>
              <a:t>Você provavelmente já reparou que, em alguns </a:t>
            </a:r>
            <a:r>
              <a:rPr b="1" lang="pt-BR" sz="1400">
                <a:solidFill>
                  <a:schemeClr val="dk1"/>
                </a:solidFill>
                <a:latin typeface="Arial"/>
                <a:ea typeface="Arial"/>
                <a:cs typeface="Arial"/>
                <a:sym typeface="Arial"/>
              </a:rPr>
              <a:t>jornais</a:t>
            </a:r>
            <a:r>
              <a:rPr lang="pt-BR" sz="1400">
                <a:solidFill>
                  <a:schemeClr val="dk1"/>
                </a:solidFill>
                <a:latin typeface="Arial"/>
                <a:ea typeface="Arial"/>
                <a:cs typeface="Arial"/>
                <a:sym typeface="Arial"/>
              </a:rPr>
              <a:t>, </a:t>
            </a:r>
            <a:r>
              <a:rPr b="1" lang="pt-BR" sz="1400">
                <a:solidFill>
                  <a:schemeClr val="dk1"/>
                </a:solidFill>
                <a:latin typeface="Arial"/>
                <a:ea typeface="Arial"/>
                <a:cs typeface="Arial"/>
                <a:sym typeface="Arial"/>
              </a:rPr>
              <a:t>livros</a:t>
            </a:r>
            <a:r>
              <a:rPr lang="pt-BR" sz="1400">
                <a:solidFill>
                  <a:schemeClr val="dk1"/>
                </a:solidFill>
                <a:latin typeface="Arial"/>
                <a:ea typeface="Arial"/>
                <a:cs typeface="Arial"/>
                <a:sym typeface="Arial"/>
              </a:rPr>
              <a:t> ou </a:t>
            </a:r>
            <a:r>
              <a:rPr b="1" lang="pt-BR" sz="1400">
                <a:solidFill>
                  <a:schemeClr val="dk1"/>
                </a:solidFill>
                <a:latin typeface="Arial"/>
                <a:ea typeface="Arial"/>
                <a:cs typeface="Arial"/>
                <a:sym typeface="Arial"/>
              </a:rPr>
              <a:t>sites de notícia</a:t>
            </a:r>
            <a:r>
              <a:rPr lang="pt-BR" sz="1400">
                <a:solidFill>
                  <a:schemeClr val="dk1"/>
                </a:solidFill>
                <a:latin typeface="Arial"/>
                <a:ea typeface="Arial"/>
                <a:cs typeface="Arial"/>
                <a:sym typeface="Arial"/>
              </a:rPr>
              <a:t>, a </a:t>
            </a:r>
            <a:r>
              <a:rPr b="1" lang="pt-BR" sz="1400">
                <a:solidFill>
                  <a:schemeClr val="dk1"/>
                </a:solidFill>
                <a:latin typeface="Arial"/>
                <a:ea typeface="Arial"/>
                <a:cs typeface="Arial"/>
                <a:sym typeface="Arial"/>
              </a:rPr>
              <a:t>primeira letra</a:t>
            </a:r>
            <a:r>
              <a:rPr lang="pt-BR" sz="1400">
                <a:solidFill>
                  <a:schemeClr val="dk1"/>
                </a:solidFill>
                <a:latin typeface="Arial"/>
                <a:ea typeface="Arial"/>
                <a:cs typeface="Arial"/>
                <a:sym typeface="Arial"/>
              </a:rPr>
              <a:t> de um parágrafo aparece </a:t>
            </a:r>
            <a:r>
              <a:rPr b="1" lang="pt-BR" sz="1400">
                <a:solidFill>
                  <a:schemeClr val="dk1"/>
                </a:solidFill>
                <a:latin typeface="Arial"/>
                <a:ea typeface="Arial"/>
                <a:cs typeface="Arial"/>
                <a:sym typeface="Arial"/>
              </a:rPr>
              <a:t>bem maior e destacada</a:t>
            </a:r>
            <a:r>
              <a:rPr lang="pt-BR" sz="1400">
                <a:solidFill>
                  <a:schemeClr val="dk1"/>
                </a:solidFill>
                <a:latin typeface="Arial"/>
                <a:ea typeface="Arial"/>
                <a:cs typeface="Arial"/>
                <a:sym typeface="Arial"/>
              </a:rPr>
              <a:t> do que as demais.</a:t>
            </a:r>
            <a:br>
              <a:rPr lang="pt-BR" sz="1400">
                <a:solidFill>
                  <a:schemeClr val="dk1"/>
                </a:solidFill>
                <a:latin typeface="Arial"/>
                <a:ea typeface="Arial"/>
                <a:cs typeface="Arial"/>
                <a:sym typeface="Arial"/>
              </a:rPr>
            </a:br>
            <a:r>
              <a:rPr lang="pt-BR" sz="1400">
                <a:solidFill>
                  <a:schemeClr val="dk1"/>
                </a:solidFill>
                <a:latin typeface="Arial"/>
                <a:ea typeface="Arial"/>
                <a:cs typeface="Arial"/>
                <a:sym typeface="Arial"/>
              </a:rPr>
              <a:t>Esse efeito visual é chamado de </a:t>
            </a:r>
            <a:r>
              <a:rPr b="1" lang="pt-BR" sz="1400">
                <a:solidFill>
                  <a:schemeClr val="dk1"/>
                </a:solidFill>
                <a:latin typeface="Arial"/>
                <a:ea typeface="Arial"/>
                <a:cs typeface="Arial"/>
                <a:sym typeface="Arial"/>
              </a:rPr>
              <a:t>Letra Capitular</a:t>
            </a:r>
            <a:r>
              <a:rPr lang="pt-BR" sz="1400">
                <a:solidFill>
                  <a:schemeClr val="dk1"/>
                </a:solidFill>
                <a:latin typeface="Arial"/>
                <a:ea typeface="Arial"/>
                <a:cs typeface="Arial"/>
                <a:sym typeface="Arial"/>
              </a:rPr>
              <a:t>.</a:t>
            </a:r>
            <a:endParaRPr sz="1100"/>
          </a:p>
          <a:p>
            <a:pPr indent="0" lvl="0" marL="0" marR="0" rtl="0" algn="l">
              <a:spcBef>
                <a:spcPts val="0"/>
              </a:spcBef>
              <a:spcAft>
                <a:spcPts val="0"/>
              </a:spcAft>
              <a:buNone/>
            </a:pPr>
            <a:r>
              <a:rPr lang="pt-BR" sz="1400">
                <a:solidFill>
                  <a:schemeClr val="dk1"/>
                </a:solidFill>
                <a:latin typeface="Arial"/>
                <a:ea typeface="Arial"/>
                <a:cs typeface="Arial"/>
                <a:sym typeface="Arial"/>
              </a:rPr>
              <a:t>O termo vem da </a:t>
            </a:r>
            <a:r>
              <a:rPr b="1" lang="pt-BR" sz="1400">
                <a:solidFill>
                  <a:schemeClr val="dk1"/>
                </a:solidFill>
                <a:latin typeface="Arial"/>
                <a:ea typeface="Arial"/>
                <a:cs typeface="Arial"/>
                <a:sym typeface="Arial"/>
              </a:rPr>
              <a:t>Idade Média</a:t>
            </a:r>
            <a:r>
              <a:rPr lang="pt-BR" sz="1400">
                <a:solidFill>
                  <a:schemeClr val="dk1"/>
                </a:solidFill>
                <a:latin typeface="Arial"/>
                <a:ea typeface="Arial"/>
                <a:cs typeface="Arial"/>
                <a:sym typeface="Arial"/>
              </a:rPr>
              <a:t>, quando os manuscritos eram feitos à mão e os capítulos começavam com letras desenhadas, coloridas e ornamentadas.</a:t>
            </a:r>
            <a:endParaRPr sz="1100"/>
          </a:p>
        </p:txBody>
      </p:sp>
      <p:sp>
        <p:nvSpPr>
          <p:cNvPr id="129" name="Google Shape;129;p6"/>
          <p:cNvSpPr txBox="1"/>
          <p:nvPr/>
        </p:nvSpPr>
        <p:spPr>
          <a:xfrm>
            <a:off x="192977" y="2137926"/>
            <a:ext cx="8757900" cy="15804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Clr>
                <a:schemeClr val="dk1"/>
              </a:buClr>
              <a:buSzPts val="1400"/>
              <a:buFont typeface="Arial"/>
              <a:buNone/>
            </a:pPr>
            <a:r>
              <a:rPr b="1" lang="pt-BR" sz="1400">
                <a:solidFill>
                  <a:schemeClr val="dk1"/>
                </a:solidFill>
                <a:latin typeface="Arial"/>
                <a:ea typeface="Arial"/>
                <a:cs typeface="Arial"/>
                <a:sym typeface="Arial"/>
              </a:rPr>
              <a:t>Como inserir uma Letra Capitular no Word:</a:t>
            </a:r>
            <a:endParaRPr sz="1100"/>
          </a:p>
          <a:p>
            <a:pPr indent="-88900" lvl="0" marL="0" marR="0" rtl="0" algn="l">
              <a:spcBef>
                <a:spcPts val="0"/>
              </a:spcBef>
              <a:spcAft>
                <a:spcPts val="0"/>
              </a:spcAft>
              <a:buClr>
                <a:schemeClr val="dk1"/>
              </a:buClr>
              <a:buSzPts val="1400"/>
              <a:buAutoNum type="arabicPeriod"/>
            </a:pPr>
            <a:r>
              <a:rPr lang="pt-BR" sz="1400">
                <a:solidFill>
                  <a:schemeClr val="dk1"/>
                </a:solidFill>
                <a:latin typeface="Arial"/>
                <a:ea typeface="Arial"/>
                <a:cs typeface="Arial"/>
                <a:sym typeface="Arial"/>
              </a:rPr>
              <a:t>Digite o parágrafo normalmente.</a:t>
            </a:r>
            <a:endParaRPr sz="1100"/>
          </a:p>
          <a:p>
            <a:pPr indent="-88900" lvl="0" marL="0" marR="0" rtl="0" algn="l">
              <a:spcBef>
                <a:spcPts val="0"/>
              </a:spcBef>
              <a:spcAft>
                <a:spcPts val="0"/>
              </a:spcAft>
              <a:buClr>
                <a:schemeClr val="dk1"/>
              </a:buClr>
              <a:buSzPts val="1400"/>
              <a:buAutoNum type="arabicPeriod"/>
            </a:pPr>
            <a:r>
              <a:rPr lang="pt-BR" sz="1400">
                <a:solidFill>
                  <a:schemeClr val="dk1"/>
                </a:solidFill>
                <a:latin typeface="Arial"/>
                <a:ea typeface="Arial"/>
                <a:cs typeface="Arial"/>
                <a:sym typeface="Arial"/>
              </a:rPr>
              <a:t>Vá até a </a:t>
            </a:r>
            <a:r>
              <a:rPr b="1" lang="pt-BR" sz="1400">
                <a:solidFill>
                  <a:schemeClr val="dk1"/>
                </a:solidFill>
                <a:latin typeface="Arial"/>
                <a:ea typeface="Arial"/>
                <a:cs typeface="Arial"/>
                <a:sym typeface="Arial"/>
              </a:rPr>
              <a:t>guia “Inserir”</a:t>
            </a:r>
            <a:r>
              <a:rPr lang="pt-BR" sz="1400">
                <a:solidFill>
                  <a:schemeClr val="dk1"/>
                </a:solidFill>
                <a:latin typeface="Arial"/>
                <a:ea typeface="Arial"/>
                <a:cs typeface="Arial"/>
                <a:sym typeface="Arial"/>
              </a:rPr>
              <a:t>.</a:t>
            </a:r>
            <a:endParaRPr sz="1100"/>
          </a:p>
          <a:p>
            <a:pPr indent="-88900" lvl="0" marL="0" marR="0" rtl="0" algn="l">
              <a:spcBef>
                <a:spcPts val="0"/>
              </a:spcBef>
              <a:spcAft>
                <a:spcPts val="0"/>
              </a:spcAft>
              <a:buClr>
                <a:schemeClr val="dk1"/>
              </a:buClr>
              <a:buSzPts val="1400"/>
              <a:buAutoNum type="arabicPeriod"/>
            </a:pPr>
            <a:r>
              <a:rPr lang="pt-BR" sz="1400">
                <a:solidFill>
                  <a:schemeClr val="dk1"/>
                </a:solidFill>
                <a:latin typeface="Arial"/>
                <a:ea typeface="Arial"/>
                <a:cs typeface="Arial"/>
                <a:sym typeface="Arial"/>
              </a:rPr>
              <a:t>No grupo </a:t>
            </a:r>
            <a:r>
              <a:rPr b="1" lang="pt-BR" sz="1400">
                <a:solidFill>
                  <a:schemeClr val="dk1"/>
                </a:solidFill>
                <a:latin typeface="Arial"/>
                <a:ea typeface="Arial"/>
                <a:cs typeface="Arial"/>
                <a:sym typeface="Arial"/>
              </a:rPr>
              <a:t>Texto</a:t>
            </a:r>
            <a:r>
              <a:rPr lang="pt-BR" sz="1400">
                <a:solidFill>
                  <a:schemeClr val="dk1"/>
                </a:solidFill>
                <a:latin typeface="Arial"/>
                <a:ea typeface="Arial"/>
                <a:cs typeface="Arial"/>
                <a:sym typeface="Arial"/>
              </a:rPr>
              <a:t>, clique em </a:t>
            </a:r>
            <a:r>
              <a:rPr b="1" lang="pt-BR" sz="1400">
                <a:solidFill>
                  <a:schemeClr val="dk1"/>
                </a:solidFill>
                <a:latin typeface="Arial"/>
                <a:ea typeface="Arial"/>
                <a:cs typeface="Arial"/>
                <a:sym typeface="Arial"/>
              </a:rPr>
              <a:t>“Letra Capitular”</a:t>
            </a:r>
            <a:r>
              <a:rPr lang="pt-BR" sz="1400">
                <a:solidFill>
                  <a:schemeClr val="dk1"/>
                </a:solidFill>
                <a:latin typeface="Arial"/>
                <a:ea typeface="Arial"/>
                <a:cs typeface="Arial"/>
                <a:sym typeface="Arial"/>
              </a:rPr>
              <a:t>.</a:t>
            </a:r>
            <a:endParaRPr sz="1100"/>
          </a:p>
          <a:p>
            <a:pPr indent="-88900" lvl="0" marL="0" marR="0" rtl="0" algn="l">
              <a:spcBef>
                <a:spcPts val="0"/>
              </a:spcBef>
              <a:spcAft>
                <a:spcPts val="0"/>
              </a:spcAft>
              <a:buClr>
                <a:schemeClr val="dk1"/>
              </a:buClr>
              <a:buSzPts val="1400"/>
              <a:buAutoNum type="arabicPeriod"/>
            </a:pPr>
            <a:r>
              <a:rPr lang="pt-BR" sz="1400">
                <a:solidFill>
                  <a:schemeClr val="dk1"/>
                </a:solidFill>
                <a:latin typeface="Arial"/>
                <a:ea typeface="Arial"/>
                <a:cs typeface="Arial"/>
                <a:sym typeface="Arial"/>
              </a:rPr>
              <a:t>Escolha entre:</a:t>
            </a:r>
            <a:endParaRPr sz="1100"/>
          </a:p>
          <a:p>
            <a:pPr indent="-228600" lvl="1" marL="584200" marR="0" rtl="0" algn="l">
              <a:spcBef>
                <a:spcPts val="0"/>
              </a:spcBef>
              <a:spcAft>
                <a:spcPts val="0"/>
              </a:spcAft>
              <a:buClr>
                <a:schemeClr val="dk1"/>
              </a:buClr>
              <a:buSzPts val="1400"/>
              <a:buAutoNum type="arabicPeriod"/>
            </a:pPr>
            <a:r>
              <a:rPr b="1" i="0" lang="pt-BR" sz="1400" u="none" cap="none" strike="noStrike">
                <a:solidFill>
                  <a:schemeClr val="dk1"/>
                </a:solidFill>
                <a:latin typeface="Arial"/>
                <a:ea typeface="Arial"/>
                <a:cs typeface="Arial"/>
                <a:sym typeface="Arial"/>
              </a:rPr>
              <a:t>Margem</a:t>
            </a:r>
            <a:r>
              <a:rPr b="0" i="0" lang="pt-BR" sz="1400" u="none" cap="none" strike="noStrike">
                <a:solidFill>
                  <a:schemeClr val="dk1"/>
                </a:solidFill>
                <a:latin typeface="Arial"/>
                <a:ea typeface="Arial"/>
                <a:cs typeface="Arial"/>
                <a:sym typeface="Arial"/>
              </a:rPr>
              <a:t> (letra ao lado do parágrafo)</a:t>
            </a:r>
            <a:endParaRPr sz="1100"/>
          </a:p>
          <a:p>
            <a:pPr indent="-228600" lvl="1" marL="584200" marR="0" rtl="0" algn="l">
              <a:spcBef>
                <a:spcPts val="0"/>
              </a:spcBef>
              <a:spcAft>
                <a:spcPts val="0"/>
              </a:spcAft>
              <a:buClr>
                <a:schemeClr val="dk1"/>
              </a:buClr>
              <a:buSzPts val="1400"/>
              <a:buAutoNum type="arabicPeriod"/>
            </a:pPr>
            <a:r>
              <a:rPr b="1" i="0" lang="pt-BR" sz="1400" u="none" cap="none" strike="noStrike">
                <a:solidFill>
                  <a:schemeClr val="dk1"/>
                </a:solidFill>
                <a:latin typeface="Arial"/>
                <a:ea typeface="Arial"/>
                <a:cs typeface="Arial"/>
                <a:sym typeface="Arial"/>
              </a:rPr>
              <a:t>No texto</a:t>
            </a:r>
            <a:r>
              <a:rPr b="0" i="0" lang="pt-BR" sz="1400" u="none" cap="none" strike="noStrike">
                <a:solidFill>
                  <a:schemeClr val="dk1"/>
                </a:solidFill>
                <a:latin typeface="Arial"/>
                <a:ea typeface="Arial"/>
                <a:cs typeface="Arial"/>
                <a:sym typeface="Arial"/>
              </a:rPr>
              <a:t> (letra grande dentro do próprio parágrafo)</a:t>
            </a:r>
            <a:endParaRPr sz="1100"/>
          </a:p>
        </p:txBody>
      </p:sp>
      <p:sp>
        <p:nvSpPr>
          <p:cNvPr id="130" name="Google Shape;130;p6"/>
          <p:cNvSpPr txBox="1"/>
          <p:nvPr/>
        </p:nvSpPr>
        <p:spPr>
          <a:xfrm>
            <a:off x="192977" y="3868328"/>
            <a:ext cx="8757900" cy="7182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Clr>
                <a:schemeClr val="dk1"/>
              </a:buClr>
              <a:buSzPts val="1400"/>
              <a:buFont typeface="Arial"/>
              <a:buNone/>
            </a:pPr>
            <a:r>
              <a:rPr b="1" lang="pt-BR" sz="1400">
                <a:solidFill>
                  <a:schemeClr val="dk1"/>
                </a:solidFill>
                <a:latin typeface="Arial"/>
                <a:ea typeface="Arial"/>
                <a:cs typeface="Arial"/>
                <a:sym typeface="Arial"/>
              </a:rPr>
              <a:t>Atenção:</a:t>
            </a:r>
            <a:endParaRPr sz="1100"/>
          </a:p>
          <a:p>
            <a:pPr indent="0" lvl="0" marL="0" marR="0" rtl="0" algn="l">
              <a:spcBef>
                <a:spcPts val="0"/>
              </a:spcBef>
              <a:spcAft>
                <a:spcPts val="0"/>
              </a:spcAft>
              <a:buNone/>
            </a:pPr>
            <a:r>
              <a:rPr lang="pt-BR" sz="1400">
                <a:solidFill>
                  <a:schemeClr val="dk1"/>
                </a:solidFill>
                <a:latin typeface="Arial"/>
                <a:ea typeface="Arial"/>
                <a:cs typeface="Arial"/>
                <a:sym typeface="Arial"/>
              </a:rPr>
              <a:t>Se você for usar </a:t>
            </a:r>
            <a:r>
              <a:rPr b="1" lang="pt-BR" sz="1400">
                <a:solidFill>
                  <a:schemeClr val="dk1"/>
                </a:solidFill>
                <a:latin typeface="Arial"/>
                <a:ea typeface="Arial"/>
                <a:cs typeface="Arial"/>
                <a:sym typeface="Arial"/>
              </a:rPr>
              <a:t>colunas</a:t>
            </a:r>
            <a:r>
              <a:rPr lang="pt-BR" sz="1400">
                <a:solidFill>
                  <a:schemeClr val="dk1"/>
                </a:solidFill>
                <a:latin typeface="Arial"/>
                <a:ea typeface="Arial"/>
                <a:cs typeface="Arial"/>
                <a:sym typeface="Arial"/>
              </a:rPr>
              <a:t>, é importante </a:t>
            </a:r>
            <a:r>
              <a:rPr b="1" lang="pt-BR" sz="1400">
                <a:solidFill>
                  <a:schemeClr val="dk1"/>
                </a:solidFill>
                <a:latin typeface="Arial"/>
                <a:ea typeface="Arial"/>
                <a:cs typeface="Arial"/>
                <a:sym typeface="Arial"/>
              </a:rPr>
              <a:t>dividir o texto em colunas primeiro</a:t>
            </a:r>
            <a:r>
              <a:rPr lang="pt-BR" sz="1400">
                <a:solidFill>
                  <a:schemeClr val="dk1"/>
                </a:solidFill>
                <a:latin typeface="Arial"/>
                <a:ea typeface="Arial"/>
                <a:cs typeface="Arial"/>
                <a:sym typeface="Arial"/>
              </a:rPr>
              <a:t> e só depois aplicar a letra capitular.</a:t>
            </a:r>
            <a:endParaRPr sz="1100"/>
          </a:p>
        </p:txBody>
      </p:sp>
      <p:sp>
        <p:nvSpPr>
          <p:cNvPr id="131" name="Google Shape;131;p6"/>
          <p:cNvSpPr/>
          <p:nvPr/>
        </p:nvSpPr>
        <p:spPr>
          <a:xfrm>
            <a:off x="192977" y="4673103"/>
            <a:ext cx="8757900" cy="692400"/>
          </a:xfrm>
          <a:prstGeom prst="rect">
            <a:avLst/>
          </a:prstGeom>
          <a:noFill/>
          <a:ln>
            <a:noFill/>
          </a:ln>
        </p:spPr>
        <p:txBody>
          <a:bodyPr anchorCtr="0" anchor="ctr" bIns="35550" lIns="71100" spcFirstLastPara="1" rIns="71100" wrap="square" tIns="35550">
            <a:spAutoFit/>
          </a:bodyPr>
          <a:lstStyle/>
          <a:p>
            <a:pPr indent="0" lvl="0" marL="0" marR="0" rtl="0" algn="l">
              <a:lnSpc>
                <a:spcPct val="100000"/>
              </a:lnSpc>
              <a:spcBef>
                <a:spcPts val="0"/>
              </a:spcBef>
              <a:spcAft>
                <a:spcPts val="0"/>
              </a:spcAft>
              <a:buClr>
                <a:schemeClr val="dk1"/>
              </a:buClr>
              <a:buSzPts val="1200"/>
              <a:buFont typeface="Arial"/>
              <a:buNone/>
            </a:pPr>
            <a:r>
              <a:rPr b="1" i="0" lang="pt-BR" sz="1200" u="none" cap="none" strike="noStrike">
                <a:solidFill>
                  <a:schemeClr val="dk1"/>
                </a:solidFill>
                <a:latin typeface="Arial"/>
                <a:ea typeface="Arial"/>
                <a:cs typeface="Arial"/>
                <a:sym typeface="Arial"/>
              </a:rPr>
              <a:t>Texto para digitação e prática:</a:t>
            </a:r>
            <a:endParaRPr sz="1100"/>
          </a:p>
          <a:p>
            <a:pPr indent="0" lvl="0" marL="0" marR="0" rtl="0" algn="l">
              <a:lnSpc>
                <a:spcPct val="100000"/>
              </a:lnSpc>
              <a:spcBef>
                <a:spcPts val="0"/>
              </a:spcBef>
              <a:spcAft>
                <a:spcPts val="0"/>
              </a:spcAft>
              <a:buClr>
                <a:schemeClr val="dk1"/>
              </a:buClr>
              <a:buSzPts val="1200"/>
              <a:buFont typeface="Arial"/>
              <a:buNone/>
            </a:pPr>
            <a:r>
              <a:rPr b="0" i="0" lang="pt-BR" sz="1200" u="none" cap="none" strike="noStrike">
                <a:solidFill>
                  <a:schemeClr val="dk1"/>
                </a:solidFill>
                <a:latin typeface="Arial"/>
                <a:ea typeface="Arial"/>
                <a:cs typeface="Arial"/>
                <a:sym typeface="Arial"/>
              </a:rPr>
              <a:t>O estágio é uma bela porta de entrada para o mercado de trabalho. Atualmente, de cada dez estudantes universitários brasileiros, dois já estão fazendo estágio.</a:t>
            </a:r>
            <a:endParaRPr sz="11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7"/>
          <p:cNvSpPr/>
          <p:nvPr/>
        </p:nvSpPr>
        <p:spPr>
          <a:xfrm>
            <a:off x="0" y="-104383"/>
            <a:ext cx="9144000" cy="793200"/>
          </a:xfrm>
          <a:prstGeom prst="rect">
            <a:avLst/>
          </a:prstGeom>
          <a:solidFill>
            <a:srgbClr val="2D83D4"/>
          </a:solidFill>
          <a:ln cap="flat" cmpd="sng" w="19050">
            <a:solidFill>
              <a:srgbClr val="2D83D4"/>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spcBef>
                <a:spcPts val="0"/>
              </a:spcBef>
              <a:spcAft>
                <a:spcPts val="0"/>
              </a:spcAft>
              <a:buNone/>
            </a:pPr>
            <a:r>
              <a:rPr b="1" lang="pt-BR" sz="1700">
                <a:solidFill>
                  <a:schemeClr val="lt1"/>
                </a:solidFill>
                <a:latin typeface="Arial"/>
                <a:ea typeface="Arial"/>
                <a:cs typeface="Arial"/>
                <a:sym typeface="Arial"/>
              </a:rPr>
              <a:t>AJUSTANDO A LETRA CAPITULAR – OPÇÕES E CUIDADOS</a:t>
            </a:r>
            <a:endParaRPr b="1" sz="1700">
              <a:solidFill>
                <a:schemeClr val="lt1"/>
              </a:solidFill>
              <a:latin typeface="Arial"/>
              <a:ea typeface="Arial"/>
              <a:cs typeface="Arial"/>
              <a:sym typeface="Arial"/>
            </a:endParaRPr>
          </a:p>
        </p:txBody>
      </p:sp>
      <p:sp>
        <p:nvSpPr>
          <p:cNvPr id="138" name="Google Shape;138;p7"/>
          <p:cNvSpPr txBox="1"/>
          <p:nvPr/>
        </p:nvSpPr>
        <p:spPr>
          <a:xfrm>
            <a:off x="305713" y="841656"/>
            <a:ext cx="8532600" cy="20112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Clr>
                <a:schemeClr val="dk1"/>
              </a:buClr>
              <a:buSzPts val="1400"/>
              <a:buFont typeface="Arial"/>
              <a:buNone/>
            </a:pPr>
            <a:r>
              <a:rPr lang="pt-BR" sz="1400">
                <a:solidFill>
                  <a:schemeClr val="dk1"/>
                </a:solidFill>
                <a:latin typeface="Arial"/>
                <a:ea typeface="Arial"/>
                <a:cs typeface="Arial"/>
                <a:sym typeface="Arial"/>
              </a:rPr>
              <a:t>Depois de aplicar a letra capitular, o Word permite </a:t>
            </a:r>
            <a:r>
              <a:rPr b="1" lang="pt-BR" sz="1400">
                <a:solidFill>
                  <a:schemeClr val="dk1"/>
                </a:solidFill>
                <a:latin typeface="Arial"/>
                <a:ea typeface="Arial"/>
                <a:cs typeface="Arial"/>
                <a:sym typeface="Arial"/>
              </a:rPr>
              <a:t>personalizar ainda mais</a:t>
            </a:r>
            <a:r>
              <a:rPr lang="pt-BR" sz="1400">
                <a:solidFill>
                  <a:schemeClr val="dk1"/>
                </a:solidFill>
                <a:latin typeface="Arial"/>
                <a:ea typeface="Arial"/>
                <a:cs typeface="Arial"/>
                <a:sym typeface="Arial"/>
              </a:rPr>
              <a:t> esse efeito.</a:t>
            </a:r>
            <a:endParaRPr sz="1100"/>
          </a:p>
          <a:p>
            <a:pPr indent="0" lvl="0" marL="0" marR="0" rtl="0" algn="l">
              <a:spcBef>
                <a:spcPts val="0"/>
              </a:spcBef>
              <a:spcAft>
                <a:spcPts val="0"/>
              </a:spcAft>
              <a:buClr>
                <a:schemeClr val="dk1"/>
              </a:buClr>
              <a:buSzPts val="1400"/>
              <a:buFont typeface="Arial"/>
              <a:buNone/>
            </a:pPr>
            <a:r>
              <a:rPr lang="pt-BR" sz="1400">
                <a:solidFill>
                  <a:schemeClr val="dk1"/>
                </a:solidFill>
                <a:latin typeface="Arial"/>
                <a:ea typeface="Arial"/>
                <a:cs typeface="Arial"/>
                <a:sym typeface="Arial"/>
              </a:rPr>
              <a:t>Para isso:</a:t>
            </a:r>
            <a:endParaRPr sz="1100"/>
          </a:p>
          <a:p>
            <a:pPr indent="-88900" lvl="0" marL="0" marR="0" rtl="0" algn="l">
              <a:spcBef>
                <a:spcPts val="0"/>
              </a:spcBef>
              <a:spcAft>
                <a:spcPts val="0"/>
              </a:spcAft>
              <a:buClr>
                <a:schemeClr val="dk1"/>
              </a:buClr>
              <a:buSzPts val="1400"/>
              <a:buAutoNum type="arabicPeriod"/>
            </a:pPr>
            <a:r>
              <a:rPr lang="pt-BR" sz="1400">
                <a:solidFill>
                  <a:schemeClr val="dk1"/>
                </a:solidFill>
                <a:latin typeface="Arial"/>
                <a:ea typeface="Arial"/>
                <a:cs typeface="Arial"/>
                <a:sym typeface="Arial"/>
              </a:rPr>
              <a:t>Vá até a </a:t>
            </a:r>
            <a:r>
              <a:rPr b="1" lang="pt-BR" sz="1400">
                <a:solidFill>
                  <a:schemeClr val="dk1"/>
                </a:solidFill>
                <a:latin typeface="Arial"/>
                <a:ea typeface="Arial"/>
                <a:cs typeface="Arial"/>
                <a:sym typeface="Arial"/>
              </a:rPr>
              <a:t>guia Inserir</a:t>
            </a:r>
            <a:r>
              <a:rPr lang="pt-BR" sz="1400">
                <a:solidFill>
                  <a:schemeClr val="dk1"/>
                </a:solidFill>
                <a:latin typeface="Arial"/>
                <a:ea typeface="Arial"/>
                <a:cs typeface="Arial"/>
                <a:sym typeface="Arial"/>
              </a:rPr>
              <a:t>.</a:t>
            </a:r>
            <a:endParaRPr sz="1100"/>
          </a:p>
          <a:p>
            <a:pPr indent="-88900" lvl="0" marL="0" marR="0" rtl="0" algn="l">
              <a:spcBef>
                <a:spcPts val="0"/>
              </a:spcBef>
              <a:spcAft>
                <a:spcPts val="0"/>
              </a:spcAft>
              <a:buClr>
                <a:schemeClr val="dk1"/>
              </a:buClr>
              <a:buSzPts val="1400"/>
              <a:buAutoNum type="arabicPeriod"/>
            </a:pPr>
            <a:r>
              <a:rPr lang="pt-BR" sz="1400">
                <a:solidFill>
                  <a:schemeClr val="dk1"/>
                </a:solidFill>
                <a:latin typeface="Arial"/>
                <a:ea typeface="Arial"/>
                <a:cs typeface="Arial"/>
                <a:sym typeface="Arial"/>
              </a:rPr>
              <a:t>Clique em </a:t>
            </a:r>
            <a:r>
              <a:rPr b="1" lang="pt-BR" sz="1400">
                <a:solidFill>
                  <a:schemeClr val="dk1"/>
                </a:solidFill>
                <a:latin typeface="Arial"/>
                <a:ea typeface="Arial"/>
                <a:cs typeface="Arial"/>
                <a:sym typeface="Arial"/>
              </a:rPr>
              <a:t>Letra Capitular</a:t>
            </a:r>
            <a:r>
              <a:rPr lang="pt-BR" sz="1400">
                <a:solidFill>
                  <a:schemeClr val="dk1"/>
                </a:solidFill>
                <a:latin typeface="Arial"/>
                <a:ea typeface="Arial"/>
                <a:cs typeface="Arial"/>
                <a:sym typeface="Arial"/>
              </a:rPr>
              <a:t>.</a:t>
            </a:r>
            <a:endParaRPr sz="1100"/>
          </a:p>
          <a:p>
            <a:pPr indent="-88900" lvl="0" marL="0" marR="0" rtl="0" algn="l">
              <a:spcBef>
                <a:spcPts val="0"/>
              </a:spcBef>
              <a:spcAft>
                <a:spcPts val="0"/>
              </a:spcAft>
              <a:buClr>
                <a:schemeClr val="dk1"/>
              </a:buClr>
              <a:buSzPts val="1400"/>
              <a:buAutoNum type="arabicPeriod"/>
            </a:pPr>
            <a:r>
              <a:rPr lang="pt-BR" sz="1400">
                <a:solidFill>
                  <a:schemeClr val="dk1"/>
                </a:solidFill>
                <a:latin typeface="Arial"/>
                <a:ea typeface="Arial"/>
                <a:cs typeface="Arial"/>
                <a:sym typeface="Arial"/>
              </a:rPr>
              <a:t>Em seguida, selecione </a:t>
            </a:r>
            <a:r>
              <a:rPr b="1" lang="pt-BR" sz="1400">
                <a:solidFill>
                  <a:schemeClr val="dk1"/>
                </a:solidFill>
                <a:latin typeface="Arial"/>
                <a:ea typeface="Arial"/>
                <a:cs typeface="Arial"/>
                <a:sym typeface="Arial"/>
              </a:rPr>
              <a:t>“Opções de Letra Capitular…”</a:t>
            </a:r>
            <a:r>
              <a:rPr lang="pt-BR" sz="1400">
                <a:solidFill>
                  <a:schemeClr val="dk1"/>
                </a:solidFill>
                <a:latin typeface="Arial"/>
                <a:ea typeface="Arial"/>
                <a:cs typeface="Arial"/>
                <a:sym typeface="Arial"/>
              </a:rPr>
              <a:t>.</a:t>
            </a:r>
            <a:endParaRPr sz="1100"/>
          </a:p>
          <a:p>
            <a:pPr indent="0" lvl="0" marL="0" marR="0" rtl="0" algn="l">
              <a:spcBef>
                <a:spcPts val="0"/>
              </a:spcBef>
              <a:spcAft>
                <a:spcPts val="0"/>
              </a:spcAft>
              <a:buClr>
                <a:schemeClr val="dk1"/>
              </a:buClr>
              <a:buSzPts val="1400"/>
              <a:buFont typeface="Arial"/>
              <a:buNone/>
            </a:pPr>
            <a:r>
              <a:rPr lang="pt-BR" sz="1400">
                <a:solidFill>
                  <a:schemeClr val="dk1"/>
                </a:solidFill>
                <a:latin typeface="Arial"/>
                <a:ea typeface="Arial"/>
                <a:cs typeface="Arial"/>
                <a:sym typeface="Arial"/>
              </a:rPr>
              <a:t>Uma janela será exibida com as opções:</a:t>
            </a:r>
            <a:endParaRPr sz="1100"/>
          </a:p>
          <a:p>
            <a:pPr indent="-88900" lvl="0" marL="0" marR="0" rtl="0" algn="l">
              <a:spcBef>
                <a:spcPts val="0"/>
              </a:spcBef>
              <a:spcAft>
                <a:spcPts val="0"/>
              </a:spcAft>
              <a:buClr>
                <a:schemeClr val="dk1"/>
              </a:buClr>
              <a:buSzPts val="1400"/>
              <a:buFont typeface="Arial"/>
              <a:buChar char="•"/>
            </a:pPr>
            <a:r>
              <a:rPr b="1" lang="pt-BR" sz="1400">
                <a:solidFill>
                  <a:schemeClr val="dk1"/>
                </a:solidFill>
                <a:latin typeface="Arial"/>
                <a:ea typeface="Arial"/>
                <a:cs typeface="Arial"/>
                <a:sym typeface="Arial"/>
              </a:rPr>
              <a:t> Fonte da letra capitular</a:t>
            </a:r>
            <a:r>
              <a:rPr lang="pt-BR" sz="1400">
                <a:solidFill>
                  <a:schemeClr val="dk1"/>
                </a:solidFill>
                <a:latin typeface="Arial"/>
                <a:ea typeface="Arial"/>
                <a:cs typeface="Arial"/>
                <a:sym typeface="Arial"/>
              </a:rPr>
              <a:t> (pode ser diferente do restante do texto)</a:t>
            </a:r>
            <a:endParaRPr sz="1100"/>
          </a:p>
          <a:p>
            <a:pPr indent="-88900" lvl="0" marL="0" marR="0" rtl="0" algn="l">
              <a:spcBef>
                <a:spcPts val="0"/>
              </a:spcBef>
              <a:spcAft>
                <a:spcPts val="0"/>
              </a:spcAft>
              <a:buClr>
                <a:schemeClr val="dk1"/>
              </a:buClr>
              <a:buSzPts val="1400"/>
              <a:buFont typeface="Arial"/>
              <a:buChar char="•"/>
            </a:pPr>
            <a:r>
              <a:rPr b="1" lang="pt-BR" sz="1400">
                <a:solidFill>
                  <a:schemeClr val="dk1"/>
                </a:solidFill>
                <a:latin typeface="Arial"/>
                <a:ea typeface="Arial"/>
                <a:cs typeface="Arial"/>
                <a:sym typeface="Arial"/>
              </a:rPr>
              <a:t> Altura em linhas</a:t>
            </a:r>
            <a:r>
              <a:rPr lang="pt-BR" sz="1400">
                <a:solidFill>
                  <a:schemeClr val="dk1"/>
                </a:solidFill>
                <a:latin typeface="Arial"/>
                <a:ea typeface="Arial"/>
                <a:cs typeface="Arial"/>
                <a:sym typeface="Arial"/>
              </a:rPr>
              <a:t> (tamanho vertical da letra)</a:t>
            </a:r>
            <a:endParaRPr sz="1100"/>
          </a:p>
          <a:p>
            <a:pPr indent="-88900" lvl="0" marL="0" marR="0" rtl="0" algn="l">
              <a:spcBef>
                <a:spcPts val="0"/>
              </a:spcBef>
              <a:spcAft>
                <a:spcPts val="0"/>
              </a:spcAft>
              <a:buClr>
                <a:schemeClr val="dk1"/>
              </a:buClr>
              <a:buSzPts val="1400"/>
              <a:buFont typeface="Arial"/>
              <a:buChar char="•"/>
            </a:pPr>
            <a:r>
              <a:rPr b="1" lang="pt-BR" sz="1400">
                <a:solidFill>
                  <a:schemeClr val="dk1"/>
                </a:solidFill>
                <a:latin typeface="Arial"/>
                <a:ea typeface="Arial"/>
                <a:cs typeface="Arial"/>
                <a:sym typeface="Arial"/>
              </a:rPr>
              <a:t> Distância do texto</a:t>
            </a:r>
            <a:r>
              <a:rPr lang="pt-BR" sz="1400">
                <a:solidFill>
                  <a:schemeClr val="dk1"/>
                </a:solidFill>
                <a:latin typeface="Arial"/>
                <a:ea typeface="Arial"/>
                <a:cs typeface="Arial"/>
                <a:sym typeface="Arial"/>
              </a:rPr>
              <a:t> (espaço entre a letra capitular e o parágrafo)</a:t>
            </a:r>
            <a:endParaRPr sz="1100"/>
          </a:p>
        </p:txBody>
      </p:sp>
      <p:sp>
        <p:nvSpPr>
          <p:cNvPr id="139" name="Google Shape;139;p7"/>
          <p:cNvSpPr txBox="1"/>
          <p:nvPr/>
        </p:nvSpPr>
        <p:spPr>
          <a:xfrm>
            <a:off x="305713" y="3148816"/>
            <a:ext cx="8532600" cy="15804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Clr>
                <a:schemeClr val="dk1"/>
              </a:buClr>
              <a:buSzPts val="1400"/>
              <a:buFont typeface="Arial"/>
              <a:buNone/>
            </a:pPr>
            <a:r>
              <a:rPr b="1" lang="pt-BR" sz="1400">
                <a:solidFill>
                  <a:schemeClr val="dk1"/>
                </a:solidFill>
                <a:latin typeface="Arial"/>
                <a:ea typeface="Arial"/>
                <a:cs typeface="Arial"/>
                <a:sym typeface="Arial"/>
              </a:rPr>
              <a:t>Atenção aos detalhes:</a:t>
            </a:r>
            <a:endParaRPr sz="1100"/>
          </a:p>
          <a:p>
            <a:pPr indent="-88900" lvl="0" marL="0" marR="0" rtl="0" algn="l">
              <a:spcBef>
                <a:spcPts val="0"/>
              </a:spcBef>
              <a:spcAft>
                <a:spcPts val="0"/>
              </a:spcAft>
              <a:buClr>
                <a:schemeClr val="dk1"/>
              </a:buClr>
              <a:buSzPts val="1400"/>
              <a:buFont typeface="Arial"/>
              <a:buChar char="•"/>
            </a:pPr>
            <a:r>
              <a:rPr b="1" lang="pt-BR" sz="1400">
                <a:solidFill>
                  <a:schemeClr val="dk1"/>
                </a:solidFill>
                <a:latin typeface="Arial"/>
                <a:ea typeface="Arial"/>
                <a:cs typeface="Arial"/>
                <a:sym typeface="Arial"/>
              </a:rPr>
              <a:t> A letra capitular não deve ser usada em currículos, documentos jurídicos ou ofícios oficiais.</a:t>
            </a:r>
            <a:br>
              <a:rPr lang="pt-BR" sz="1400">
                <a:solidFill>
                  <a:schemeClr val="dk1"/>
                </a:solidFill>
                <a:latin typeface="Arial"/>
                <a:ea typeface="Arial"/>
                <a:cs typeface="Arial"/>
                <a:sym typeface="Arial"/>
              </a:rPr>
            </a:br>
            <a:r>
              <a:rPr lang="pt-BR" sz="1400">
                <a:solidFill>
                  <a:schemeClr val="dk1"/>
                </a:solidFill>
                <a:latin typeface="Arial"/>
                <a:ea typeface="Arial"/>
                <a:cs typeface="Arial"/>
                <a:sym typeface="Arial"/>
              </a:rPr>
              <a:t>Ela é apenas um </a:t>
            </a:r>
            <a:r>
              <a:rPr b="1" lang="pt-BR" sz="1400">
                <a:solidFill>
                  <a:schemeClr val="dk1"/>
                </a:solidFill>
                <a:latin typeface="Arial"/>
                <a:ea typeface="Arial"/>
                <a:cs typeface="Arial"/>
                <a:sym typeface="Arial"/>
              </a:rPr>
              <a:t>recurso visual decorativo</a:t>
            </a:r>
            <a:r>
              <a:rPr lang="pt-BR" sz="1400">
                <a:solidFill>
                  <a:schemeClr val="dk1"/>
                </a:solidFill>
                <a:latin typeface="Arial"/>
                <a:ea typeface="Arial"/>
                <a:cs typeface="Arial"/>
                <a:sym typeface="Arial"/>
              </a:rPr>
              <a:t>, usado em textos informativos ou literários.</a:t>
            </a:r>
            <a:endParaRPr sz="1100"/>
          </a:p>
          <a:p>
            <a:pPr indent="-88900" lvl="0" marL="0" marR="0" rtl="0" algn="l">
              <a:spcBef>
                <a:spcPts val="0"/>
              </a:spcBef>
              <a:spcAft>
                <a:spcPts val="0"/>
              </a:spcAft>
              <a:buClr>
                <a:schemeClr val="dk1"/>
              </a:buClr>
              <a:buSzPts val="1400"/>
              <a:buFont typeface="Arial"/>
              <a:buChar char="•"/>
            </a:pPr>
            <a:r>
              <a:rPr lang="pt-BR" sz="1400">
                <a:solidFill>
                  <a:schemeClr val="dk1"/>
                </a:solidFill>
                <a:latin typeface="Arial"/>
                <a:ea typeface="Arial"/>
                <a:cs typeface="Arial"/>
                <a:sym typeface="Arial"/>
              </a:rPr>
              <a:t> Em alguns casos, o botão de </a:t>
            </a:r>
            <a:r>
              <a:rPr b="1" lang="pt-BR" sz="1400">
                <a:solidFill>
                  <a:schemeClr val="dk1"/>
                </a:solidFill>
                <a:latin typeface="Arial"/>
                <a:ea typeface="Arial"/>
                <a:cs typeface="Arial"/>
                <a:sym typeface="Arial"/>
              </a:rPr>
              <a:t>Letra Capitular aparece desativado</a:t>
            </a:r>
            <a:r>
              <a:rPr lang="pt-BR" sz="1400">
                <a:solidFill>
                  <a:schemeClr val="dk1"/>
                </a:solidFill>
                <a:latin typeface="Arial"/>
                <a:ea typeface="Arial"/>
                <a:cs typeface="Arial"/>
                <a:sym typeface="Arial"/>
              </a:rPr>
              <a:t> (cinza). Isso geralmente acontece se:</a:t>
            </a:r>
            <a:endParaRPr sz="1100"/>
          </a:p>
          <a:p>
            <a:pPr indent="-228600" lvl="1" marL="584200" marR="0" rtl="0" algn="l">
              <a:spcBef>
                <a:spcPts val="0"/>
              </a:spcBef>
              <a:spcAft>
                <a:spcPts val="0"/>
              </a:spcAft>
              <a:buClr>
                <a:schemeClr val="dk1"/>
              </a:buClr>
              <a:buSzPts val="1400"/>
              <a:buFont typeface="Arial"/>
              <a:buChar char="•"/>
            </a:pPr>
            <a:r>
              <a:rPr b="0" i="0" lang="pt-BR" sz="1400" u="none" cap="none" strike="noStrike">
                <a:solidFill>
                  <a:schemeClr val="dk1"/>
                </a:solidFill>
                <a:latin typeface="Arial"/>
                <a:ea typeface="Arial"/>
                <a:cs typeface="Arial"/>
                <a:sym typeface="Arial"/>
              </a:rPr>
              <a:t>Houver </a:t>
            </a:r>
            <a:r>
              <a:rPr b="1" i="0" lang="pt-BR" sz="1400" u="none" cap="none" strike="noStrike">
                <a:solidFill>
                  <a:schemeClr val="dk1"/>
                </a:solidFill>
                <a:latin typeface="Arial"/>
                <a:ea typeface="Arial"/>
                <a:cs typeface="Arial"/>
                <a:sym typeface="Arial"/>
              </a:rPr>
              <a:t>espaço ou caractere especial antes da primeira letra</a:t>
            </a:r>
            <a:endParaRPr b="0" i="0" sz="1400" u="none" cap="none" strike="noStrike">
              <a:solidFill>
                <a:schemeClr val="dk1"/>
              </a:solidFill>
              <a:latin typeface="Arial"/>
              <a:ea typeface="Arial"/>
              <a:cs typeface="Arial"/>
              <a:sym typeface="Arial"/>
            </a:endParaRPr>
          </a:p>
          <a:p>
            <a:pPr indent="-228600" lvl="1" marL="584200" marR="0" rtl="0" algn="l">
              <a:spcBef>
                <a:spcPts val="0"/>
              </a:spcBef>
              <a:spcAft>
                <a:spcPts val="0"/>
              </a:spcAft>
              <a:buClr>
                <a:schemeClr val="dk1"/>
              </a:buClr>
              <a:buSzPts val="1400"/>
              <a:buFont typeface="Arial"/>
              <a:buChar char="•"/>
            </a:pPr>
            <a:r>
              <a:rPr b="0" i="0" lang="pt-BR" sz="1400" u="none" cap="none" strike="noStrike">
                <a:solidFill>
                  <a:schemeClr val="dk1"/>
                </a:solidFill>
                <a:latin typeface="Arial"/>
                <a:ea typeface="Arial"/>
                <a:cs typeface="Arial"/>
                <a:sym typeface="Arial"/>
              </a:rPr>
              <a:t>O cursor não estiver posicionado corretamente no </a:t>
            </a:r>
            <a:r>
              <a:rPr b="1" i="0" lang="pt-BR" sz="1400" u="none" cap="none" strike="noStrike">
                <a:solidFill>
                  <a:schemeClr val="dk1"/>
                </a:solidFill>
                <a:latin typeface="Arial"/>
                <a:ea typeface="Arial"/>
                <a:cs typeface="Arial"/>
                <a:sym typeface="Arial"/>
              </a:rPr>
              <a:t>início do parágrafo</a:t>
            </a:r>
            <a:endParaRPr b="0" i="0" sz="14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rPr i="1" lang="pt-BR" sz="1400">
                <a:solidFill>
                  <a:schemeClr val="dk1"/>
                </a:solidFill>
                <a:latin typeface="Arial"/>
                <a:ea typeface="Arial"/>
                <a:cs typeface="Arial"/>
                <a:sym typeface="Arial"/>
              </a:rPr>
              <a:t>Dica: sempre verifique se não há espaços antes da primeira letra antes de aplicar o recurso.</a:t>
            </a:r>
            <a:endParaRPr sz="1400">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8"/>
          <p:cNvSpPr/>
          <p:nvPr/>
        </p:nvSpPr>
        <p:spPr>
          <a:xfrm>
            <a:off x="0" y="-104383"/>
            <a:ext cx="9144000" cy="793200"/>
          </a:xfrm>
          <a:prstGeom prst="rect">
            <a:avLst/>
          </a:prstGeom>
          <a:solidFill>
            <a:srgbClr val="2D83D4"/>
          </a:solidFill>
          <a:ln cap="flat" cmpd="sng" w="19050">
            <a:solidFill>
              <a:srgbClr val="2D83D4"/>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spcBef>
                <a:spcPts val="0"/>
              </a:spcBef>
              <a:spcAft>
                <a:spcPts val="0"/>
              </a:spcAft>
              <a:buNone/>
            </a:pPr>
            <a:r>
              <a:rPr b="1" lang="pt-BR" sz="1700">
                <a:solidFill>
                  <a:schemeClr val="lt1"/>
                </a:solidFill>
                <a:latin typeface="Arial"/>
                <a:ea typeface="Arial"/>
                <a:cs typeface="Arial"/>
                <a:sym typeface="Arial"/>
              </a:rPr>
              <a:t>VOLTAR E REFAZER OPERAÇÕES</a:t>
            </a:r>
            <a:endParaRPr sz="1100"/>
          </a:p>
        </p:txBody>
      </p:sp>
      <p:sp>
        <p:nvSpPr>
          <p:cNvPr id="146" name="Google Shape;146;p8"/>
          <p:cNvSpPr txBox="1"/>
          <p:nvPr/>
        </p:nvSpPr>
        <p:spPr>
          <a:xfrm>
            <a:off x="371475" y="928728"/>
            <a:ext cx="8401200" cy="9339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Clr>
                <a:schemeClr val="dk1"/>
              </a:buClr>
              <a:buSzPts val="1400"/>
              <a:buFont typeface="Arial"/>
              <a:buNone/>
            </a:pPr>
            <a:r>
              <a:rPr lang="pt-BR" sz="1400">
                <a:solidFill>
                  <a:schemeClr val="dk1"/>
                </a:solidFill>
                <a:latin typeface="Arial"/>
                <a:ea typeface="Arial"/>
                <a:cs typeface="Arial"/>
                <a:sym typeface="Arial"/>
              </a:rPr>
              <a:t>Durante a edição de um documento, é comum cometer </a:t>
            </a:r>
            <a:r>
              <a:rPr b="1" lang="pt-BR" sz="1400">
                <a:solidFill>
                  <a:schemeClr val="dk1"/>
                </a:solidFill>
                <a:latin typeface="Arial"/>
                <a:ea typeface="Arial"/>
                <a:cs typeface="Arial"/>
                <a:sym typeface="Arial"/>
              </a:rPr>
              <a:t>erros acidentais</a:t>
            </a:r>
            <a:r>
              <a:rPr lang="pt-BR" sz="1400">
                <a:solidFill>
                  <a:schemeClr val="dk1"/>
                </a:solidFill>
                <a:latin typeface="Arial"/>
                <a:ea typeface="Arial"/>
                <a:cs typeface="Arial"/>
                <a:sym typeface="Arial"/>
              </a:rPr>
              <a:t>, como apagar um parágrafo inteiro ou aplicar uma formatação indesejada.</a:t>
            </a:r>
            <a:endParaRPr sz="1100"/>
          </a:p>
          <a:p>
            <a:pPr indent="0" lvl="0" marL="0" marR="0" rtl="0" algn="l">
              <a:spcBef>
                <a:spcPts val="0"/>
              </a:spcBef>
              <a:spcAft>
                <a:spcPts val="0"/>
              </a:spcAft>
              <a:buNone/>
            </a:pPr>
            <a:r>
              <a:rPr b="1" lang="pt-BR" sz="1400">
                <a:solidFill>
                  <a:schemeClr val="dk1"/>
                </a:solidFill>
                <a:latin typeface="Arial"/>
                <a:ea typeface="Arial"/>
                <a:cs typeface="Arial"/>
                <a:sym typeface="Arial"/>
              </a:rPr>
              <a:t>Não precisa entrar em pânico!</a:t>
            </a:r>
            <a:r>
              <a:rPr lang="pt-BR" sz="1400">
                <a:solidFill>
                  <a:schemeClr val="dk1"/>
                </a:solidFill>
                <a:latin typeface="Arial"/>
                <a:ea typeface="Arial"/>
                <a:cs typeface="Arial"/>
                <a:sym typeface="Arial"/>
              </a:rPr>
              <a:t> O Word possui ferramentas simples para </a:t>
            </a:r>
            <a:r>
              <a:rPr b="1" lang="pt-BR" sz="1400">
                <a:solidFill>
                  <a:schemeClr val="dk1"/>
                </a:solidFill>
                <a:latin typeface="Arial"/>
                <a:ea typeface="Arial"/>
                <a:cs typeface="Arial"/>
                <a:sym typeface="Arial"/>
              </a:rPr>
              <a:t>desfazer</a:t>
            </a:r>
            <a:r>
              <a:rPr lang="pt-BR" sz="1400">
                <a:solidFill>
                  <a:schemeClr val="dk1"/>
                </a:solidFill>
                <a:latin typeface="Arial"/>
                <a:ea typeface="Arial"/>
                <a:cs typeface="Arial"/>
                <a:sym typeface="Arial"/>
              </a:rPr>
              <a:t> ou </a:t>
            </a:r>
            <a:r>
              <a:rPr b="1" lang="pt-BR" sz="1400">
                <a:solidFill>
                  <a:schemeClr val="dk1"/>
                </a:solidFill>
                <a:latin typeface="Arial"/>
                <a:ea typeface="Arial"/>
                <a:cs typeface="Arial"/>
                <a:sym typeface="Arial"/>
              </a:rPr>
              <a:t>refazer</a:t>
            </a:r>
            <a:r>
              <a:rPr lang="pt-BR" sz="1400">
                <a:solidFill>
                  <a:schemeClr val="dk1"/>
                </a:solidFill>
                <a:latin typeface="Arial"/>
                <a:ea typeface="Arial"/>
                <a:cs typeface="Arial"/>
                <a:sym typeface="Arial"/>
              </a:rPr>
              <a:t> ações rapidamente.</a:t>
            </a:r>
            <a:endParaRPr sz="1100"/>
          </a:p>
        </p:txBody>
      </p:sp>
      <p:sp>
        <p:nvSpPr>
          <p:cNvPr id="147" name="Google Shape;147;p8"/>
          <p:cNvSpPr txBox="1"/>
          <p:nvPr/>
        </p:nvSpPr>
        <p:spPr>
          <a:xfrm>
            <a:off x="371474" y="1988971"/>
            <a:ext cx="8562600" cy="17958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Clr>
                <a:schemeClr val="dk1"/>
              </a:buClr>
              <a:buSzPts val="1400"/>
              <a:buFont typeface="Arial"/>
              <a:buNone/>
            </a:pPr>
            <a:r>
              <a:rPr b="1" lang="pt-BR" sz="1400">
                <a:solidFill>
                  <a:schemeClr val="dk1"/>
                </a:solidFill>
                <a:latin typeface="Arial"/>
                <a:ea typeface="Arial"/>
                <a:cs typeface="Arial"/>
                <a:sym typeface="Arial"/>
              </a:rPr>
              <a:t>DESFAZER OPERAÇÕES</a:t>
            </a:r>
            <a:endParaRPr sz="1100"/>
          </a:p>
          <a:p>
            <a:pPr indent="0" lvl="0" marL="0" marR="0" rtl="0" algn="l">
              <a:spcBef>
                <a:spcPts val="0"/>
              </a:spcBef>
              <a:spcAft>
                <a:spcPts val="0"/>
              </a:spcAft>
              <a:buClr>
                <a:schemeClr val="dk1"/>
              </a:buClr>
              <a:buSzPts val="1400"/>
              <a:buFont typeface="Arial"/>
              <a:buNone/>
            </a:pPr>
            <a:r>
              <a:rPr lang="pt-BR" sz="1400">
                <a:solidFill>
                  <a:schemeClr val="dk1"/>
                </a:solidFill>
                <a:latin typeface="Arial"/>
                <a:ea typeface="Arial"/>
                <a:cs typeface="Arial"/>
                <a:sym typeface="Arial"/>
              </a:rPr>
              <a:t>Se você cometeu um erro, pode </a:t>
            </a:r>
            <a:r>
              <a:rPr b="1" lang="pt-BR" sz="1400">
                <a:solidFill>
                  <a:schemeClr val="dk1"/>
                </a:solidFill>
                <a:latin typeface="Arial"/>
                <a:ea typeface="Arial"/>
                <a:cs typeface="Arial"/>
                <a:sym typeface="Arial"/>
              </a:rPr>
              <a:t>cancelar a última ação</a:t>
            </a:r>
            <a:r>
              <a:rPr lang="pt-BR" sz="1400">
                <a:solidFill>
                  <a:schemeClr val="dk1"/>
                </a:solidFill>
                <a:latin typeface="Arial"/>
                <a:ea typeface="Arial"/>
                <a:cs typeface="Arial"/>
                <a:sym typeface="Arial"/>
              </a:rPr>
              <a:t> com facilidade:</a:t>
            </a:r>
            <a:endParaRPr sz="1100"/>
          </a:p>
          <a:p>
            <a:pPr indent="-88900" lvl="0" marL="0" marR="0" rtl="0" algn="l">
              <a:spcBef>
                <a:spcPts val="0"/>
              </a:spcBef>
              <a:spcAft>
                <a:spcPts val="0"/>
              </a:spcAft>
              <a:buClr>
                <a:schemeClr val="dk1"/>
              </a:buClr>
              <a:buSzPts val="1400"/>
              <a:buFont typeface="Arial"/>
              <a:buChar char="•"/>
            </a:pPr>
            <a:r>
              <a:rPr lang="pt-BR" sz="1400">
                <a:solidFill>
                  <a:schemeClr val="dk1"/>
                </a:solidFill>
                <a:latin typeface="Arial"/>
                <a:ea typeface="Arial"/>
                <a:cs typeface="Arial"/>
                <a:sym typeface="Arial"/>
              </a:rPr>
              <a:t> Clique no botão </a:t>
            </a:r>
            <a:r>
              <a:rPr b="1" lang="pt-BR" sz="1400">
                <a:solidFill>
                  <a:schemeClr val="dk1"/>
                </a:solidFill>
                <a:latin typeface="Arial"/>
                <a:ea typeface="Arial"/>
                <a:cs typeface="Arial"/>
                <a:sym typeface="Arial"/>
              </a:rPr>
              <a:t>Desfazer</a:t>
            </a:r>
            <a:r>
              <a:rPr lang="pt-BR" sz="1400">
                <a:solidFill>
                  <a:schemeClr val="dk1"/>
                </a:solidFill>
                <a:latin typeface="Arial"/>
                <a:ea typeface="Arial"/>
                <a:cs typeface="Arial"/>
                <a:sym typeface="Arial"/>
              </a:rPr>
              <a:t> (seta curva para a esquerda) localizado na </a:t>
            </a:r>
            <a:r>
              <a:rPr b="1" lang="pt-BR" sz="1400">
                <a:solidFill>
                  <a:schemeClr val="dk1"/>
                </a:solidFill>
                <a:latin typeface="Arial"/>
                <a:ea typeface="Arial"/>
                <a:cs typeface="Arial"/>
                <a:sym typeface="Arial"/>
              </a:rPr>
              <a:t>barra de acesso rápido</a:t>
            </a:r>
            <a:r>
              <a:rPr lang="pt-BR" sz="1400">
                <a:solidFill>
                  <a:schemeClr val="dk1"/>
                </a:solidFill>
                <a:latin typeface="Arial"/>
                <a:ea typeface="Arial"/>
                <a:cs typeface="Arial"/>
                <a:sym typeface="Arial"/>
              </a:rPr>
              <a:t> no topo da janela.</a:t>
            </a:r>
            <a:endParaRPr sz="1100"/>
          </a:p>
          <a:p>
            <a:pPr indent="-88900" lvl="0" marL="0" marR="0" rtl="0" algn="l">
              <a:spcBef>
                <a:spcPts val="0"/>
              </a:spcBef>
              <a:spcAft>
                <a:spcPts val="0"/>
              </a:spcAft>
              <a:buClr>
                <a:schemeClr val="dk1"/>
              </a:buClr>
              <a:buSzPts val="1400"/>
              <a:buFont typeface="Arial"/>
              <a:buChar char="•"/>
            </a:pPr>
            <a:r>
              <a:rPr lang="pt-BR" sz="1400">
                <a:solidFill>
                  <a:schemeClr val="dk1"/>
                </a:solidFill>
                <a:latin typeface="Arial"/>
                <a:ea typeface="Arial"/>
                <a:cs typeface="Arial"/>
                <a:sym typeface="Arial"/>
              </a:rPr>
              <a:t> Ou use o </a:t>
            </a:r>
            <a:r>
              <a:rPr b="1" lang="pt-BR" sz="1400">
                <a:solidFill>
                  <a:schemeClr val="dk1"/>
                </a:solidFill>
                <a:latin typeface="Arial"/>
                <a:ea typeface="Arial"/>
                <a:cs typeface="Arial"/>
                <a:sym typeface="Arial"/>
              </a:rPr>
              <a:t>atalho Ctrl + Z</a:t>
            </a:r>
            <a:r>
              <a:rPr lang="pt-BR" sz="1400">
                <a:solidFill>
                  <a:schemeClr val="dk1"/>
                </a:solidFill>
                <a:latin typeface="Arial"/>
                <a:ea typeface="Arial"/>
                <a:cs typeface="Arial"/>
                <a:sym typeface="Arial"/>
              </a:rPr>
              <a:t> no teclado.</a:t>
            </a:r>
            <a:endParaRPr sz="1100"/>
          </a:p>
          <a:p>
            <a:pPr indent="0" lvl="0" marL="0" marR="0" rtl="0" algn="l">
              <a:spcBef>
                <a:spcPts val="0"/>
              </a:spcBef>
              <a:spcAft>
                <a:spcPts val="0"/>
              </a:spcAft>
              <a:buNone/>
            </a:pPr>
            <a:r>
              <a:rPr lang="pt-BR" sz="1400">
                <a:solidFill>
                  <a:schemeClr val="dk1"/>
                </a:solidFill>
                <a:latin typeface="Arial"/>
                <a:ea typeface="Arial"/>
                <a:cs typeface="Arial"/>
                <a:sym typeface="Arial"/>
              </a:rPr>
              <a:t>Dica: Ao clicar na </a:t>
            </a:r>
            <a:r>
              <a:rPr b="1" lang="pt-BR" sz="1400">
                <a:solidFill>
                  <a:schemeClr val="dk1"/>
                </a:solidFill>
                <a:latin typeface="Arial"/>
                <a:ea typeface="Arial"/>
                <a:cs typeface="Arial"/>
                <a:sym typeface="Arial"/>
              </a:rPr>
              <a:t>setinha ao lado do botão Desfazer</a:t>
            </a:r>
            <a:r>
              <a:rPr lang="pt-BR" sz="1400">
                <a:solidFill>
                  <a:schemeClr val="dk1"/>
                </a:solidFill>
                <a:latin typeface="Arial"/>
                <a:ea typeface="Arial"/>
                <a:cs typeface="Arial"/>
                <a:sym typeface="Arial"/>
              </a:rPr>
              <a:t>, aparece uma </a:t>
            </a:r>
            <a:r>
              <a:rPr b="1" lang="pt-BR" sz="1400">
                <a:solidFill>
                  <a:schemeClr val="dk1"/>
                </a:solidFill>
                <a:latin typeface="Arial"/>
                <a:ea typeface="Arial"/>
                <a:cs typeface="Arial"/>
                <a:sym typeface="Arial"/>
              </a:rPr>
              <a:t>lista com as últimas ações realizadas</a:t>
            </a:r>
            <a:r>
              <a:rPr lang="pt-BR" sz="1400">
                <a:solidFill>
                  <a:schemeClr val="dk1"/>
                </a:solidFill>
                <a:latin typeface="Arial"/>
                <a:ea typeface="Arial"/>
                <a:cs typeface="Arial"/>
                <a:sym typeface="Arial"/>
              </a:rPr>
              <a:t>.</a:t>
            </a:r>
            <a:br>
              <a:rPr lang="pt-BR" sz="1400">
                <a:solidFill>
                  <a:schemeClr val="dk1"/>
                </a:solidFill>
                <a:latin typeface="Arial"/>
                <a:ea typeface="Arial"/>
                <a:cs typeface="Arial"/>
                <a:sym typeface="Arial"/>
              </a:rPr>
            </a:br>
            <a:r>
              <a:rPr lang="pt-BR" sz="1400">
                <a:solidFill>
                  <a:schemeClr val="dk1"/>
                </a:solidFill>
                <a:latin typeface="Arial"/>
                <a:ea typeface="Arial"/>
                <a:cs typeface="Arial"/>
                <a:sym typeface="Arial"/>
              </a:rPr>
              <a:t>Você pode </a:t>
            </a:r>
            <a:r>
              <a:rPr b="1" lang="pt-BR" sz="1400">
                <a:solidFill>
                  <a:schemeClr val="dk1"/>
                </a:solidFill>
                <a:latin typeface="Arial"/>
                <a:ea typeface="Arial"/>
                <a:cs typeface="Arial"/>
                <a:sym typeface="Arial"/>
              </a:rPr>
              <a:t>selecionar várias ações ao mesmo tempo</a:t>
            </a:r>
            <a:r>
              <a:rPr lang="pt-BR" sz="1400">
                <a:solidFill>
                  <a:schemeClr val="dk1"/>
                </a:solidFill>
                <a:latin typeface="Arial"/>
                <a:ea typeface="Arial"/>
                <a:cs typeface="Arial"/>
                <a:sym typeface="Arial"/>
              </a:rPr>
              <a:t> e reverter tudo de uma vez só.</a:t>
            </a:r>
            <a:endParaRPr sz="1100"/>
          </a:p>
        </p:txBody>
      </p:sp>
      <p:sp>
        <p:nvSpPr>
          <p:cNvPr id="148" name="Google Shape;148;p8"/>
          <p:cNvSpPr txBox="1"/>
          <p:nvPr/>
        </p:nvSpPr>
        <p:spPr>
          <a:xfrm>
            <a:off x="371475" y="3905307"/>
            <a:ext cx="8401200" cy="13647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Clr>
                <a:schemeClr val="dk1"/>
              </a:buClr>
              <a:buSzPts val="1400"/>
              <a:buFont typeface="Arial"/>
              <a:buNone/>
            </a:pPr>
            <a:r>
              <a:rPr b="1" lang="pt-BR" sz="1400">
                <a:solidFill>
                  <a:schemeClr val="dk1"/>
                </a:solidFill>
                <a:latin typeface="Arial"/>
                <a:ea typeface="Arial"/>
                <a:cs typeface="Arial"/>
                <a:sym typeface="Arial"/>
              </a:rPr>
              <a:t>REFAZER OPERAÇÕES</a:t>
            </a:r>
            <a:endParaRPr sz="1100"/>
          </a:p>
          <a:p>
            <a:pPr indent="0" lvl="0" marL="0" marR="0" rtl="0" algn="l">
              <a:spcBef>
                <a:spcPts val="0"/>
              </a:spcBef>
              <a:spcAft>
                <a:spcPts val="0"/>
              </a:spcAft>
              <a:buClr>
                <a:schemeClr val="dk1"/>
              </a:buClr>
              <a:buSzPts val="1400"/>
              <a:buFont typeface="Arial"/>
              <a:buNone/>
            </a:pPr>
            <a:r>
              <a:rPr lang="pt-BR" sz="1400">
                <a:solidFill>
                  <a:schemeClr val="dk1"/>
                </a:solidFill>
                <a:latin typeface="Arial"/>
                <a:ea typeface="Arial"/>
                <a:cs typeface="Arial"/>
                <a:sym typeface="Arial"/>
              </a:rPr>
              <a:t>Se você se arrependeu de ter desfeito algo ou quer aplicar novamente a última ação:</a:t>
            </a:r>
            <a:endParaRPr sz="1100"/>
          </a:p>
          <a:p>
            <a:pPr indent="-88900" lvl="0" marL="0" marR="0" rtl="0" algn="l">
              <a:spcBef>
                <a:spcPts val="0"/>
              </a:spcBef>
              <a:spcAft>
                <a:spcPts val="0"/>
              </a:spcAft>
              <a:buClr>
                <a:schemeClr val="dk1"/>
              </a:buClr>
              <a:buSzPts val="1400"/>
              <a:buFont typeface="Arial"/>
              <a:buChar char="•"/>
            </a:pPr>
            <a:r>
              <a:rPr lang="pt-BR" sz="1400">
                <a:solidFill>
                  <a:schemeClr val="dk1"/>
                </a:solidFill>
                <a:latin typeface="Arial"/>
                <a:ea typeface="Arial"/>
                <a:cs typeface="Arial"/>
                <a:sym typeface="Arial"/>
              </a:rPr>
              <a:t> Clique no botão </a:t>
            </a:r>
            <a:r>
              <a:rPr b="1" lang="pt-BR" sz="1400">
                <a:solidFill>
                  <a:schemeClr val="dk1"/>
                </a:solidFill>
                <a:latin typeface="Arial"/>
                <a:ea typeface="Arial"/>
                <a:cs typeface="Arial"/>
                <a:sym typeface="Arial"/>
              </a:rPr>
              <a:t>Refazer</a:t>
            </a:r>
            <a:r>
              <a:rPr lang="pt-BR" sz="1400">
                <a:solidFill>
                  <a:schemeClr val="dk1"/>
                </a:solidFill>
                <a:latin typeface="Arial"/>
                <a:ea typeface="Arial"/>
                <a:cs typeface="Arial"/>
                <a:sym typeface="Arial"/>
              </a:rPr>
              <a:t> (seta curva para a direita) na </a:t>
            </a:r>
            <a:r>
              <a:rPr b="1" lang="pt-BR" sz="1400">
                <a:solidFill>
                  <a:schemeClr val="dk1"/>
                </a:solidFill>
                <a:latin typeface="Arial"/>
                <a:ea typeface="Arial"/>
                <a:cs typeface="Arial"/>
                <a:sym typeface="Arial"/>
              </a:rPr>
              <a:t>barra de acesso rápido</a:t>
            </a:r>
            <a:r>
              <a:rPr lang="pt-BR" sz="1400">
                <a:solidFill>
                  <a:schemeClr val="dk1"/>
                </a:solidFill>
                <a:latin typeface="Arial"/>
                <a:ea typeface="Arial"/>
                <a:cs typeface="Arial"/>
                <a:sym typeface="Arial"/>
              </a:rPr>
              <a:t>.</a:t>
            </a:r>
            <a:endParaRPr sz="1100"/>
          </a:p>
          <a:p>
            <a:pPr indent="-88900" lvl="0" marL="0" marR="0" rtl="0" algn="l">
              <a:spcBef>
                <a:spcPts val="0"/>
              </a:spcBef>
              <a:spcAft>
                <a:spcPts val="0"/>
              </a:spcAft>
              <a:buClr>
                <a:schemeClr val="dk1"/>
              </a:buClr>
              <a:buSzPts val="1400"/>
              <a:buFont typeface="Arial"/>
              <a:buChar char="•"/>
            </a:pPr>
            <a:r>
              <a:rPr lang="pt-BR" sz="1400">
                <a:solidFill>
                  <a:schemeClr val="dk1"/>
                </a:solidFill>
                <a:latin typeface="Arial"/>
                <a:ea typeface="Arial"/>
                <a:cs typeface="Arial"/>
                <a:sym typeface="Arial"/>
              </a:rPr>
              <a:t> Ou use o </a:t>
            </a:r>
            <a:r>
              <a:rPr b="1" lang="pt-BR" sz="1400">
                <a:solidFill>
                  <a:schemeClr val="dk1"/>
                </a:solidFill>
                <a:latin typeface="Arial"/>
                <a:ea typeface="Arial"/>
                <a:cs typeface="Arial"/>
                <a:sym typeface="Arial"/>
              </a:rPr>
              <a:t>atalho Ctrl + Y</a:t>
            </a:r>
            <a:r>
              <a:rPr lang="pt-BR" sz="1400">
                <a:solidFill>
                  <a:schemeClr val="dk1"/>
                </a:solidFill>
                <a:latin typeface="Arial"/>
                <a:ea typeface="Arial"/>
                <a:cs typeface="Arial"/>
                <a:sym typeface="Arial"/>
              </a:rPr>
              <a:t> no teclado.</a:t>
            </a:r>
            <a:endParaRPr sz="1100"/>
          </a:p>
          <a:p>
            <a:pPr indent="0" lvl="0" marL="0" marR="0" rtl="0" algn="l">
              <a:spcBef>
                <a:spcPts val="0"/>
              </a:spcBef>
              <a:spcAft>
                <a:spcPts val="0"/>
              </a:spcAft>
              <a:buNone/>
            </a:pPr>
            <a:r>
              <a:rPr lang="pt-BR" sz="1400">
                <a:solidFill>
                  <a:schemeClr val="dk1"/>
                </a:solidFill>
                <a:latin typeface="Arial"/>
                <a:ea typeface="Arial"/>
                <a:cs typeface="Arial"/>
                <a:sym typeface="Arial"/>
              </a:rPr>
              <a:t>Isso é útil, por exemplo, quando você desfaz algo por engano e decide que, na verdade, aquilo deveria continuar.</a:t>
            </a:r>
            <a:endParaRPr sz="11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9"/>
          <p:cNvSpPr/>
          <p:nvPr/>
        </p:nvSpPr>
        <p:spPr>
          <a:xfrm>
            <a:off x="0" y="-104383"/>
            <a:ext cx="9144000" cy="793200"/>
          </a:xfrm>
          <a:prstGeom prst="rect">
            <a:avLst/>
          </a:prstGeom>
          <a:solidFill>
            <a:srgbClr val="2D83D4"/>
          </a:solidFill>
          <a:ln cap="flat" cmpd="sng" w="19050">
            <a:solidFill>
              <a:srgbClr val="2D83D4"/>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spcBef>
                <a:spcPts val="0"/>
              </a:spcBef>
              <a:spcAft>
                <a:spcPts val="0"/>
              </a:spcAft>
              <a:buNone/>
            </a:pPr>
            <a:r>
              <a:rPr b="1" lang="pt-BR" sz="1900">
                <a:solidFill>
                  <a:schemeClr val="lt1"/>
                </a:solidFill>
                <a:latin typeface="Arial"/>
                <a:ea typeface="Arial"/>
                <a:cs typeface="Arial"/>
                <a:sym typeface="Arial"/>
              </a:rPr>
              <a:t>BORDAS E SOMBREAMENTO NO WORD</a:t>
            </a:r>
            <a:endParaRPr b="1" sz="1700">
              <a:solidFill>
                <a:schemeClr val="lt1"/>
              </a:solidFill>
              <a:latin typeface="Arial"/>
              <a:ea typeface="Arial"/>
              <a:cs typeface="Arial"/>
              <a:sym typeface="Arial"/>
            </a:endParaRPr>
          </a:p>
        </p:txBody>
      </p:sp>
      <p:sp>
        <p:nvSpPr>
          <p:cNvPr id="155" name="Google Shape;155;p9"/>
          <p:cNvSpPr txBox="1"/>
          <p:nvPr/>
        </p:nvSpPr>
        <p:spPr>
          <a:xfrm>
            <a:off x="213724" y="764117"/>
            <a:ext cx="8711100" cy="9339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Clr>
                <a:schemeClr val="dk1"/>
              </a:buClr>
              <a:buSzPts val="1400"/>
              <a:buFont typeface="Arial"/>
              <a:buNone/>
            </a:pPr>
            <a:r>
              <a:rPr lang="pt-BR" sz="1400">
                <a:solidFill>
                  <a:schemeClr val="dk1"/>
                </a:solidFill>
                <a:latin typeface="Arial"/>
                <a:ea typeface="Arial"/>
                <a:cs typeface="Arial"/>
                <a:sym typeface="Arial"/>
              </a:rPr>
              <a:t>Adicionar </a:t>
            </a:r>
            <a:r>
              <a:rPr b="1" lang="pt-BR" sz="1400">
                <a:solidFill>
                  <a:schemeClr val="dk1"/>
                </a:solidFill>
                <a:latin typeface="Arial"/>
                <a:ea typeface="Arial"/>
                <a:cs typeface="Arial"/>
                <a:sym typeface="Arial"/>
              </a:rPr>
              <a:t>bordas</a:t>
            </a:r>
            <a:r>
              <a:rPr lang="pt-BR" sz="1400">
                <a:solidFill>
                  <a:schemeClr val="dk1"/>
                </a:solidFill>
                <a:latin typeface="Arial"/>
                <a:ea typeface="Arial"/>
                <a:cs typeface="Arial"/>
                <a:sym typeface="Arial"/>
              </a:rPr>
              <a:t> ou </a:t>
            </a:r>
            <a:r>
              <a:rPr b="1" lang="pt-BR" sz="1400">
                <a:solidFill>
                  <a:schemeClr val="dk1"/>
                </a:solidFill>
                <a:latin typeface="Arial"/>
                <a:ea typeface="Arial"/>
                <a:cs typeface="Arial"/>
                <a:sym typeface="Arial"/>
              </a:rPr>
              <a:t>sombras</a:t>
            </a:r>
            <a:r>
              <a:rPr lang="pt-BR" sz="1400">
                <a:solidFill>
                  <a:schemeClr val="dk1"/>
                </a:solidFill>
                <a:latin typeface="Arial"/>
                <a:ea typeface="Arial"/>
                <a:cs typeface="Arial"/>
                <a:sym typeface="Arial"/>
              </a:rPr>
              <a:t> em um texto pode deixar o documento mais atrativo e organizado. Esses recursos são muito usados em </a:t>
            </a:r>
            <a:r>
              <a:rPr b="1" lang="pt-BR" sz="1400">
                <a:solidFill>
                  <a:schemeClr val="dk1"/>
                </a:solidFill>
                <a:latin typeface="Arial"/>
                <a:ea typeface="Arial"/>
                <a:cs typeface="Arial"/>
                <a:sym typeface="Arial"/>
              </a:rPr>
              <a:t>trabalhos escolares, convites, capas de trabalhos ou avisos internos</a:t>
            </a:r>
            <a:r>
              <a:rPr lang="pt-BR" sz="1400">
                <a:solidFill>
                  <a:schemeClr val="dk1"/>
                </a:solidFill>
                <a:latin typeface="Arial"/>
                <a:ea typeface="Arial"/>
                <a:cs typeface="Arial"/>
                <a:sym typeface="Arial"/>
              </a:rPr>
              <a:t>.</a:t>
            </a:r>
            <a:endParaRPr sz="1100"/>
          </a:p>
          <a:p>
            <a:pPr indent="0" lvl="0" marL="0" marR="0" rtl="0" algn="l">
              <a:spcBef>
                <a:spcPts val="0"/>
              </a:spcBef>
              <a:spcAft>
                <a:spcPts val="0"/>
              </a:spcAft>
              <a:buNone/>
            </a:pPr>
            <a:r>
              <a:rPr lang="pt-BR" sz="1400">
                <a:solidFill>
                  <a:schemeClr val="dk1"/>
                </a:solidFill>
                <a:latin typeface="Arial"/>
                <a:ea typeface="Arial"/>
                <a:cs typeface="Arial"/>
                <a:sym typeface="Arial"/>
              </a:rPr>
              <a:t>Além de embelezar o conteúdo, também ajudam a </a:t>
            </a:r>
            <a:r>
              <a:rPr b="1" lang="pt-BR" sz="1400">
                <a:solidFill>
                  <a:schemeClr val="dk1"/>
                </a:solidFill>
                <a:latin typeface="Arial"/>
                <a:ea typeface="Arial"/>
                <a:cs typeface="Arial"/>
                <a:sym typeface="Arial"/>
              </a:rPr>
              <a:t>destacar informações importantes</a:t>
            </a:r>
            <a:r>
              <a:rPr lang="pt-BR" sz="1400">
                <a:solidFill>
                  <a:schemeClr val="dk1"/>
                </a:solidFill>
                <a:latin typeface="Arial"/>
                <a:ea typeface="Arial"/>
                <a:cs typeface="Arial"/>
                <a:sym typeface="Arial"/>
              </a:rPr>
              <a:t> e a reforçar um estilo visual.</a:t>
            </a:r>
            <a:endParaRPr sz="1100"/>
          </a:p>
        </p:txBody>
      </p:sp>
      <p:sp>
        <p:nvSpPr>
          <p:cNvPr id="156" name="Google Shape;156;p9"/>
          <p:cNvSpPr txBox="1"/>
          <p:nvPr/>
        </p:nvSpPr>
        <p:spPr>
          <a:xfrm>
            <a:off x="213724" y="1764391"/>
            <a:ext cx="8711100" cy="9339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Clr>
                <a:schemeClr val="dk1"/>
              </a:buClr>
              <a:buSzPts val="1400"/>
              <a:buFont typeface="Arial"/>
              <a:buNone/>
            </a:pPr>
            <a:r>
              <a:rPr b="1" lang="pt-BR" sz="1400">
                <a:solidFill>
                  <a:schemeClr val="dk1"/>
                </a:solidFill>
                <a:latin typeface="Arial"/>
                <a:ea typeface="Arial"/>
                <a:cs typeface="Arial"/>
                <a:sym typeface="Arial"/>
              </a:rPr>
              <a:t>COMO INSERIR BORDAS</a:t>
            </a:r>
            <a:endParaRPr sz="1100"/>
          </a:p>
          <a:p>
            <a:pPr indent="-88900" lvl="0" marL="0" marR="0" rtl="0" algn="l">
              <a:spcBef>
                <a:spcPts val="0"/>
              </a:spcBef>
              <a:spcAft>
                <a:spcPts val="0"/>
              </a:spcAft>
              <a:buClr>
                <a:schemeClr val="dk1"/>
              </a:buClr>
              <a:buSzPts val="1400"/>
              <a:buAutoNum type="arabicPeriod"/>
            </a:pPr>
            <a:r>
              <a:rPr lang="pt-BR" sz="1400">
                <a:solidFill>
                  <a:schemeClr val="dk1"/>
                </a:solidFill>
                <a:latin typeface="Arial"/>
                <a:ea typeface="Arial"/>
                <a:cs typeface="Arial"/>
                <a:sym typeface="Arial"/>
              </a:rPr>
              <a:t>Vá até a </a:t>
            </a:r>
            <a:r>
              <a:rPr b="1" lang="pt-BR" sz="1400">
                <a:solidFill>
                  <a:schemeClr val="dk1"/>
                </a:solidFill>
                <a:latin typeface="Arial"/>
                <a:ea typeface="Arial"/>
                <a:cs typeface="Arial"/>
                <a:sym typeface="Arial"/>
              </a:rPr>
              <a:t>guia “Design”</a:t>
            </a:r>
            <a:r>
              <a:rPr lang="pt-BR" sz="1400">
                <a:solidFill>
                  <a:schemeClr val="dk1"/>
                </a:solidFill>
                <a:latin typeface="Arial"/>
                <a:ea typeface="Arial"/>
                <a:cs typeface="Arial"/>
                <a:sym typeface="Arial"/>
              </a:rPr>
              <a:t>.</a:t>
            </a:r>
            <a:endParaRPr sz="1100"/>
          </a:p>
          <a:p>
            <a:pPr indent="-88900" lvl="0" marL="0" marR="0" rtl="0" algn="l">
              <a:spcBef>
                <a:spcPts val="0"/>
              </a:spcBef>
              <a:spcAft>
                <a:spcPts val="0"/>
              </a:spcAft>
              <a:buClr>
                <a:schemeClr val="dk1"/>
              </a:buClr>
              <a:buSzPts val="1400"/>
              <a:buAutoNum type="arabicPeriod"/>
            </a:pPr>
            <a:r>
              <a:rPr lang="pt-BR" sz="1400">
                <a:solidFill>
                  <a:schemeClr val="dk1"/>
                </a:solidFill>
                <a:latin typeface="Arial"/>
                <a:ea typeface="Arial"/>
                <a:cs typeface="Arial"/>
                <a:sym typeface="Arial"/>
              </a:rPr>
              <a:t>No grupo </a:t>
            </a:r>
            <a:r>
              <a:rPr b="1" lang="pt-BR" sz="1400">
                <a:solidFill>
                  <a:schemeClr val="dk1"/>
                </a:solidFill>
                <a:latin typeface="Arial"/>
                <a:ea typeface="Arial"/>
                <a:cs typeface="Arial"/>
                <a:sym typeface="Arial"/>
              </a:rPr>
              <a:t>“Plano de Fundo da Página”</a:t>
            </a:r>
            <a:r>
              <a:rPr lang="pt-BR" sz="1400">
                <a:solidFill>
                  <a:schemeClr val="dk1"/>
                </a:solidFill>
                <a:latin typeface="Arial"/>
                <a:ea typeface="Arial"/>
                <a:cs typeface="Arial"/>
                <a:sym typeface="Arial"/>
              </a:rPr>
              <a:t>, clique em </a:t>
            </a:r>
            <a:r>
              <a:rPr b="1" lang="pt-BR" sz="1400">
                <a:solidFill>
                  <a:schemeClr val="dk1"/>
                </a:solidFill>
                <a:latin typeface="Arial"/>
                <a:ea typeface="Arial"/>
                <a:cs typeface="Arial"/>
                <a:sym typeface="Arial"/>
              </a:rPr>
              <a:t>“Bordas de Página”</a:t>
            </a:r>
            <a:r>
              <a:rPr lang="pt-BR" sz="1400">
                <a:solidFill>
                  <a:schemeClr val="dk1"/>
                </a:solidFill>
                <a:latin typeface="Arial"/>
                <a:ea typeface="Arial"/>
                <a:cs typeface="Arial"/>
                <a:sym typeface="Arial"/>
              </a:rPr>
              <a:t>.</a:t>
            </a:r>
            <a:endParaRPr sz="1100"/>
          </a:p>
          <a:p>
            <a:pPr indent="-88900" lvl="0" marL="0" marR="0" rtl="0" algn="l">
              <a:spcBef>
                <a:spcPts val="0"/>
              </a:spcBef>
              <a:spcAft>
                <a:spcPts val="0"/>
              </a:spcAft>
              <a:buClr>
                <a:schemeClr val="dk1"/>
              </a:buClr>
              <a:buSzPts val="1400"/>
              <a:buAutoNum type="arabicPeriod"/>
            </a:pPr>
            <a:r>
              <a:rPr lang="pt-BR" sz="1400">
                <a:solidFill>
                  <a:schemeClr val="dk1"/>
                </a:solidFill>
                <a:latin typeface="Arial"/>
                <a:ea typeface="Arial"/>
                <a:cs typeface="Arial"/>
                <a:sym typeface="Arial"/>
              </a:rPr>
              <a:t>Uma </a:t>
            </a:r>
            <a:r>
              <a:rPr b="1" lang="pt-BR" sz="1400">
                <a:solidFill>
                  <a:schemeClr val="dk1"/>
                </a:solidFill>
                <a:latin typeface="Arial"/>
                <a:ea typeface="Arial"/>
                <a:cs typeface="Arial"/>
                <a:sym typeface="Arial"/>
              </a:rPr>
              <a:t>caixa de diálogo</a:t>
            </a:r>
            <a:r>
              <a:rPr lang="pt-BR" sz="1400">
                <a:solidFill>
                  <a:schemeClr val="dk1"/>
                </a:solidFill>
                <a:latin typeface="Arial"/>
                <a:ea typeface="Arial"/>
                <a:cs typeface="Arial"/>
                <a:sym typeface="Arial"/>
              </a:rPr>
              <a:t> será aberta com várias opções.</a:t>
            </a:r>
            <a:endParaRPr sz="1100"/>
          </a:p>
        </p:txBody>
      </p:sp>
      <p:sp>
        <p:nvSpPr>
          <p:cNvPr id="157" name="Google Shape;157;p9"/>
          <p:cNvSpPr txBox="1"/>
          <p:nvPr/>
        </p:nvSpPr>
        <p:spPr>
          <a:xfrm>
            <a:off x="213724" y="2814248"/>
            <a:ext cx="8711100" cy="24729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Clr>
                <a:schemeClr val="dk1"/>
              </a:buClr>
              <a:buSzPts val="1200"/>
              <a:buFont typeface="Arial"/>
              <a:buNone/>
            </a:pPr>
            <a:r>
              <a:rPr b="1" lang="pt-BR" sz="1200">
                <a:solidFill>
                  <a:schemeClr val="dk1"/>
                </a:solidFill>
                <a:latin typeface="Arial"/>
                <a:ea typeface="Arial"/>
                <a:cs typeface="Arial"/>
                <a:sym typeface="Arial"/>
              </a:rPr>
              <a:t>O que cada opção faz:</a:t>
            </a:r>
            <a:endParaRPr sz="1100"/>
          </a:p>
          <a:p>
            <a:pPr indent="0" lvl="0" marL="0" marR="0" rtl="0" algn="l">
              <a:spcBef>
                <a:spcPts val="0"/>
              </a:spcBef>
              <a:spcAft>
                <a:spcPts val="0"/>
              </a:spcAft>
              <a:buClr>
                <a:schemeClr val="dk1"/>
              </a:buClr>
              <a:buSzPts val="1200"/>
              <a:buFont typeface="Arial"/>
              <a:buNone/>
            </a:pPr>
            <a:r>
              <a:rPr b="1" lang="pt-BR" sz="1200">
                <a:solidFill>
                  <a:schemeClr val="dk1"/>
                </a:solidFill>
                <a:latin typeface="Arial"/>
                <a:ea typeface="Arial"/>
                <a:cs typeface="Arial"/>
                <a:sym typeface="Arial"/>
              </a:rPr>
              <a:t>1 Borda de Texto (Guia “Borda”):</a:t>
            </a:r>
            <a:endParaRPr sz="1200">
              <a:solidFill>
                <a:schemeClr val="dk1"/>
              </a:solidFill>
              <a:latin typeface="Arial"/>
              <a:ea typeface="Arial"/>
              <a:cs typeface="Arial"/>
              <a:sym typeface="Arial"/>
            </a:endParaRPr>
          </a:p>
          <a:p>
            <a:pPr indent="-76200" lvl="0" marL="0" marR="0" rtl="0" algn="l">
              <a:spcBef>
                <a:spcPts val="0"/>
              </a:spcBef>
              <a:spcAft>
                <a:spcPts val="0"/>
              </a:spcAft>
              <a:buClr>
                <a:schemeClr val="dk1"/>
              </a:buClr>
              <a:buSzPts val="1200"/>
              <a:buFont typeface="Arial"/>
              <a:buChar char="•"/>
            </a:pPr>
            <a:r>
              <a:rPr lang="pt-BR" sz="1200">
                <a:solidFill>
                  <a:schemeClr val="dk1"/>
                </a:solidFill>
                <a:latin typeface="Arial"/>
                <a:ea typeface="Arial"/>
                <a:cs typeface="Arial"/>
                <a:sym typeface="Arial"/>
              </a:rPr>
              <a:t> Aplica borda </a:t>
            </a:r>
            <a:r>
              <a:rPr b="1" lang="pt-BR" sz="1200">
                <a:solidFill>
                  <a:schemeClr val="dk1"/>
                </a:solidFill>
                <a:latin typeface="Arial"/>
                <a:ea typeface="Arial"/>
                <a:cs typeface="Arial"/>
                <a:sym typeface="Arial"/>
              </a:rPr>
              <a:t>somente no parágrafo selecionado</a:t>
            </a:r>
            <a:r>
              <a:rPr lang="pt-BR" sz="1200">
                <a:solidFill>
                  <a:schemeClr val="dk1"/>
                </a:solidFill>
                <a:latin typeface="Arial"/>
                <a:ea typeface="Arial"/>
                <a:cs typeface="Arial"/>
                <a:sym typeface="Arial"/>
              </a:rPr>
              <a:t>.</a:t>
            </a:r>
            <a:endParaRPr sz="1100"/>
          </a:p>
          <a:p>
            <a:pPr indent="-76200" lvl="0" marL="0" marR="0" rtl="0" algn="l">
              <a:spcBef>
                <a:spcPts val="0"/>
              </a:spcBef>
              <a:spcAft>
                <a:spcPts val="0"/>
              </a:spcAft>
              <a:buClr>
                <a:schemeClr val="dk1"/>
              </a:buClr>
              <a:buSzPts val="1200"/>
              <a:buFont typeface="Arial"/>
              <a:buChar char="•"/>
            </a:pPr>
            <a:r>
              <a:rPr lang="pt-BR" sz="1200">
                <a:solidFill>
                  <a:schemeClr val="dk1"/>
                </a:solidFill>
                <a:latin typeface="Arial"/>
                <a:ea typeface="Arial"/>
                <a:cs typeface="Arial"/>
                <a:sym typeface="Arial"/>
              </a:rPr>
              <a:t> Pode escolher: </a:t>
            </a:r>
            <a:r>
              <a:rPr b="1" lang="pt-BR" sz="1200">
                <a:solidFill>
                  <a:schemeClr val="dk1"/>
                </a:solidFill>
                <a:latin typeface="Arial"/>
                <a:ea typeface="Arial"/>
                <a:cs typeface="Arial"/>
                <a:sym typeface="Arial"/>
              </a:rPr>
              <a:t>linha simples</a:t>
            </a:r>
            <a:r>
              <a:rPr lang="pt-BR" sz="1200">
                <a:solidFill>
                  <a:schemeClr val="dk1"/>
                </a:solidFill>
                <a:latin typeface="Arial"/>
                <a:ea typeface="Arial"/>
                <a:cs typeface="Arial"/>
                <a:sym typeface="Arial"/>
              </a:rPr>
              <a:t>, </a:t>
            </a:r>
            <a:r>
              <a:rPr b="1" lang="pt-BR" sz="1200">
                <a:solidFill>
                  <a:schemeClr val="dk1"/>
                </a:solidFill>
                <a:latin typeface="Arial"/>
                <a:ea typeface="Arial"/>
                <a:cs typeface="Arial"/>
                <a:sym typeface="Arial"/>
              </a:rPr>
              <a:t>tracejada</a:t>
            </a:r>
            <a:r>
              <a:rPr lang="pt-BR" sz="1200">
                <a:solidFill>
                  <a:schemeClr val="dk1"/>
                </a:solidFill>
                <a:latin typeface="Arial"/>
                <a:ea typeface="Arial"/>
                <a:cs typeface="Arial"/>
                <a:sym typeface="Arial"/>
              </a:rPr>
              <a:t>, </a:t>
            </a:r>
            <a:r>
              <a:rPr b="1" lang="pt-BR" sz="1200">
                <a:solidFill>
                  <a:schemeClr val="dk1"/>
                </a:solidFill>
                <a:latin typeface="Arial"/>
                <a:ea typeface="Arial"/>
                <a:cs typeface="Arial"/>
                <a:sym typeface="Arial"/>
              </a:rPr>
              <a:t>com sombra</a:t>
            </a:r>
            <a:r>
              <a:rPr lang="pt-BR" sz="1200">
                <a:solidFill>
                  <a:schemeClr val="dk1"/>
                </a:solidFill>
                <a:latin typeface="Arial"/>
                <a:ea typeface="Arial"/>
                <a:cs typeface="Arial"/>
                <a:sym typeface="Arial"/>
              </a:rPr>
              <a:t>, </a:t>
            </a:r>
            <a:r>
              <a:rPr b="1" lang="pt-BR" sz="1200">
                <a:solidFill>
                  <a:schemeClr val="dk1"/>
                </a:solidFill>
                <a:latin typeface="Arial"/>
                <a:ea typeface="Arial"/>
                <a:cs typeface="Arial"/>
                <a:sym typeface="Arial"/>
              </a:rPr>
              <a:t>3D</a:t>
            </a:r>
            <a:r>
              <a:rPr lang="pt-BR" sz="1200">
                <a:solidFill>
                  <a:schemeClr val="dk1"/>
                </a:solidFill>
                <a:latin typeface="Arial"/>
                <a:ea typeface="Arial"/>
                <a:cs typeface="Arial"/>
                <a:sym typeface="Arial"/>
              </a:rPr>
              <a:t>, entre outras.</a:t>
            </a:r>
            <a:endParaRPr sz="1100"/>
          </a:p>
          <a:p>
            <a:pPr indent="-76200" lvl="0" marL="0" marR="0" rtl="0" algn="l">
              <a:spcBef>
                <a:spcPts val="0"/>
              </a:spcBef>
              <a:spcAft>
                <a:spcPts val="0"/>
              </a:spcAft>
              <a:buClr>
                <a:schemeClr val="dk1"/>
              </a:buClr>
              <a:buSzPts val="1200"/>
              <a:buFont typeface="Arial"/>
              <a:buChar char="•"/>
            </a:pPr>
            <a:r>
              <a:rPr lang="pt-BR" sz="1200">
                <a:solidFill>
                  <a:schemeClr val="dk1"/>
                </a:solidFill>
                <a:latin typeface="Arial"/>
                <a:ea typeface="Arial"/>
                <a:cs typeface="Arial"/>
                <a:sym typeface="Arial"/>
              </a:rPr>
              <a:t> Ideal para </a:t>
            </a:r>
            <a:r>
              <a:rPr b="1" lang="pt-BR" sz="1200">
                <a:solidFill>
                  <a:schemeClr val="dk1"/>
                </a:solidFill>
                <a:latin typeface="Arial"/>
                <a:ea typeface="Arial"/>
                <a:cs typeface="Arial"/>
                <a:sym typeface="Arial"/>
              </a:rPr>
              <a:t>chamadas de atenção, frases importantes ou blocos de citação</a:t>
            </a:r>
            <a:r>
              <a:rPr lang="pt-BR" sz="1200">
                <a:solidFill>
                  <a:schemeClr val="dk1"/>
                </a:solidFill>
                <a:latin typeface="Arial"/>
                <a:ea typeface="Arial"/>
                <a:cs typeface="Arial"/>
                <a:sym typeface="Arial"/>
              </a:rPr>
              <a:t>.</a:t>
            </a:r>
            <a:endParaRPr sz="1100"/>
          </a:p>
          <a:p>
            <a:pPr indent="0" lvl="0" marL="0" marR="0" rtl="0" algn="l">
              <a:spcBef>
                <a:spcPts val="0"/>
              </a:spcBef>
              <a:spcAft>
                <a:spcPts val="0"/>
              </a:spcAft>
              <a:buClr>
                <a:schemeClr val="dk1"/>
              </a:buClr>
              <a:buSzPts val="1200"/>
              <a:buFont typeface="Arial"/>
              <a:buNone/>
            </a:pPr>
            <a:r>
              <a:rPr b="1" lang="pt-BR" sz="1200">
                <a:solidFill>
                  <a:schemeClr val="dk1"/>
                </a:solidFill>
                <a:latin typeface="Arial"/>
                <a:ea typeface="Arial"/>
                <a:cs typeface="Arial"/>
                <a:sym typeface="Arial"/>
              </a:rPr>
              <a:t>2 Borda de Página (Guia “Borda da Página”):</a:t>
            </a:r>
            <a:endParaRPr sz="1200">
              <a:solidFill>
                <a:schemeClr val="dk1"/>
              </a:solidFill>
              <a:latin typeface="Arial"/>
              <a:ea typeface="Arial"/>
              <a:cs typeface="Arial"/>
              <a:sym typeface="Arial"/>
            </a:endParaRPr>
          </a:p>
          <a:p>
            <a:pPr indent="-76200" lvl="0" marL="0" marR="0" rtl="0" algn="l">
              <a:spcBef>
                <a:spcPts val="0"/>
              </a:spcBef>
              <a:spcAft>
                <a:spcPts val="0"/>
              </a:spcAft>
              <a:buClr>
                <a:schemeClr val="dk1"/>
              </a:buClr>
              <a:buSzPts val="1200"/>
              <a:buFont typeface="Arial"/>
              <a:buChar char="•"/>
            </a:pPr>
            <a:r>
              <a:rPr lang="pt-BR" sz="1200">
                <a:solidFill>
                  <a:schemeClr val="dk1"/>
                </a:solidFill>
                <a:latin typeface="Arial"/>
                <a:ea typeface="Arial"/>
                <a:cs typeface="Arial"/>
                <a:sym typeface="Arial"/>
              </a:rPr>
              <a:t> Cria uma </a:t>
            </a:r>
            <a:r>
              <a:rPr b="1" lang="pt-BR" sz="1200">
                <a:solidFill>
                  <a:schemeClr val="dk1"/>
                </a:solidFill>
                <a:latin typeface="Arial"/>
                <a:ea typeface="Arial"/>
                <a:cs typeface="Arial"/>
                <a:sym typeface="Arial"/>
              </a:rPr>
              <a:t>moldura ao redor de toda a página</a:t>
            </a:r>
            <a:r>
              <a:rPr lang="pt-BR" sz="1200">
                <a:solidFill>
                  <a:schemeClr val="dk1"/>
                </a:solidFill>
                <a:latin typeface="Arial"/>
                <a:ea typeface="Arial"/>
                <a:cs typeface="Arial"/>
                <a:sym typeface="Arial"/>
              </a:rPr>
              <a:t>.</a:t>
            </a:r>
            <a:endParaRPr sz="1100"/>
          </a:p>
          <a:p>
            <a:pPr indent="-76200" lvl="0" marL="0" marR="0" rtl="0" algn="l">
              <a:spcBef>
                <a:spcPts val="0"/>
              </a:spcBef>
              <a:spcAft>
                <a:spcPts val="0"/>
              </a:spcAft>
              <a:buClr>
                <a:schemeClr val="dk1"/>
              </a:buClr>
              <a:buSzPts val="1200"/>
              <a:buFont typeface="Arial"/>
              <a:buChar char="•"/>
            </a:pPr>
            <a:r>
              <a:rPr lang="pt-BR" sz="1200">
                <a:solidFill>
                  <a:schemeClr val="dk1"/>
                </a:solidFill>
                <a:latin typeface="Arial"/>
                <a:ea typeface="Arial"/>
                <a:cs typeface="Arial"/>
                <a:sym typeface="Arial"/>
              </a:rPr>
              <a:t> Pode personalizar o </a:t>
            </a:r>
            <a:r>
              <a:rPr b="1" lang="pt-BR" sz="1200">
                <a:solidFill>
                  <a:schemeClr val="dk1"/>
                </a:solidFill>
                <a:latin typeface="Arial"/>
                <a:ea typeface="Arial"/>
                <a:cs typeface="Arial"/>
                <a:sym typeface="Arial"/>
              </a:rPr>
              <a:t>estilo, cor, espessura</a:t>
            </a:r>
            <a:r>
              <a:rPr lang="pt-BR" sz="1200">
                <a:solidFill>
                  <a:schemeClr val="dk1"/>
                </a:solidFill>
                <a:latin typeface="Arial"/>
                <a:ea typeface="Arial"/>
                <a:cs typeface="Arial"/>
                <a:sym typeface="Arial"/>
              </a:rPr>
              <a:t> e até usar </a:t>
            </a:r>
            <a:r>
              <a:rPr b="1" lang="pt-BR" sz="1200">
                <a:solidFill>
                  <a:schemeClr val="dk1"/>
                </a:solidFill>
                <a:latin typeface="Arial"/>
                <a:ea typeface="Arial"/>
                <a:cs typeface="Arial"/>
                <a:sym typeface="Arial"/>
              </a:rPr>
              <a:t>desenhos decorativos</a:t>
            </a:r>
            <a:r>
              <a:rPr lang="pt-BR" sz="1200">
                <a:solidFill>
                  <a:schemeClr val="dk1"/>
                </a:solidFill>
                <a:latin typeface="Arial"/>
                <a:ea typeface="Arial"/>
                <a:cs typeface="Arial"/>
                <a:sym typeface="Arial"/>
              </a:rPr>
              <a:t> (como corações, árvores, estrelas).</a:t>
            </a:r>
            <a:endParaRPr sz="1100"/>
          </a:p>
          <a:p>
            <a:pPr indent="-76200" lvl="0" marL="0" marR="0" rtl="0" algn="l">
              <a:spcBef>
                <a:spcPts val="0"/>
              </a:spcBef>
              <a:spcAft>
                <a:spcPts val="0"/>
              </a:spcAft>
              <a:buClr>
                <a:schemeClr val="dk1"/>
              </a:buClr>
              <a:buSzPts val="1200"/>
              <a:buFont typeface="Arial"/>
              <a:buChar char="•"/>
            </a:pPr>
            <a:r>
              <a:rPr lang="pt-BR" sz="1200">
                <a:solidFill>
                  <a:schemeClr val="dk1"/>
                </a:solidFill>
                <a:latin typeface="Arial"/>
                <a:ea typeface="Arial"/>
                <a:cs typeface="Arial"/>
                <a:sym typeface="Arial"/>
              </a:rPr>
              <a:t> Muito útil para </a:t>
            </a:r>
            <a:r>
              <a:rPr b="1" lang="pt-BR" sz="1200">
                <a:solidFill>
                  <a:schemeClr val="dk1"/>
                </a:solidFill>
                <a:latin typeface="Arial"/>
                <a:ea typeface="Arial"/>
                <a:cs typeface="Arial"/>
                <a:sym typeface="Arial"/>
              </a:rPr>
              <a:t>capas, avisos e materiais visuais</a:t>
            </a:r>
            <a:r>
              <a:rPr lang="pt-BR" sz="1200">
                <a:solidFill>
                  <a:schemeClr val="dk1"/>
                </a:solidFill>
                <a:latin typeface="Arial"/>
                <a:ea typeface="Arial"/>
                <a:cs typeface="Arial"/>
                <a:sym typeface="Arial"/>
              </a:rPr>
              <a:t>.</a:t>
            </a:r>
            <a:endParaRPr sz="1100"/>
          </a:p>
          <a:p>
            <a:pPr indent="0" lvl="0" marL="0" marR="0" rtl="0" algn="l">
              <a:spcBef>
                <a:spcPts val="0"/>
              </a:spcBef>
              <a:spcAft>
                <a:spcPts val="0"/>
              </a:spcAft>
              <a:buClr>
                <a:schemeClr val="dk1"/>
              </a:buClr>
              <a:buSzPts val="1200"/>
              <a:buFont typeface="Arial"/>
              <a:buNone/>
            </a:pPr>
            <a:r>
              <a:rPr b="1" lang="pt-BR" sz="1200">
                <a:solidFill>
                  <a:schemeClr val="dk1"/>
                </a:solidFill>
                <a:latin typeface="Arial"/>
                <a:ea typeface="Arial"/>
                <a:cs typeface="Arial"/>
                <a:sym typeface="Arial"/>
              </a:rPr>
              <a:t>3 Sombreamento (Guia “Sombreamento”):</a:t>
            </a:r>
            <a:endParaRPr sz="1200">
              <a:solidFill>
                <a:schemeClr val="dk1"/>
              </a:solidFill>
              <a:latin typeface="Arial"/>
              <a:ea typeface="Arial"/>
              <a:cs typeface="Arial"/>
              <a:sym typeface="Arial"/>
            </a:endParaRPr>
          </a:p>
          <a:p>
            <a:pPr indent="-76200" lvl="0" marL="0" marR="0" rtl="0" algn="l">
              <a:spcBef>
                <a:spcPts val="0"/>
              </a:spcBef>
              <a:spcAft>
                <a:spcPts val="0"/>
              </a:spcAft>
              <a:buClr>
                <a:schemeClr val="dk1"/>
              </a:buClr>
              <a:buSzPts val="1200"/>
              <a:buFont typeface="Arial"/>
              <a:buChar char="•"/>
            </a:pPr>
            <a:r>
              <a:rPr lang="pt-BR" sz="1200">
                <a:solidFill>
                  <a:schemeClr val="dk1"/>
                </a:solidFill>
                <a:latin typeface="Arial"/>
                <a:ea typeface="Arial"/>
                <a:cs typeface="Arial"/>
                <a:sym typeface="Arial"/>
              </a:rPr>
              <a:t> Aplica uma </a:t>
            </a:r>
            <a:r>
              <a:rPr b="1" lang="pt-BR" sz="1200">
                <a:solidFill>
                  <a:schemeClr val="dk1"/>
                </a:solidFill>
                <a:latin typeface="Arial"/>
                <a:ea typeface="Arial"/>
                <a:cs typeface="Arial"/>
                <a:sym typeface="Arial"/>
              </a:rPr>
              <a:t>cor de fundo</a:t>
            </a:r>
            <a:r>
              <a:rPr lang="pt-BR" sz="1200">
                <a:solidFill>
                  <a:schemeClr val="dk1"/>
                </a:solidFill>
                <a:latin typeface="Arial"/>
                <a:ea typeface="Arial"/>
                <a:cs typeface="Arial"/>
                <a:sym typeface="Arial"/>
              </a:rPr>
              <a:t> no texto ou no parágrafo.</a:t>
            </a:r>
            <a:endParaRPr sz="1100"/>
          </a:p>
          <a:p>
            <a:pPr indent="-76200" lvl="0" marL="0" marR="0" rtl="0" algn="l">
              <a:spcBef>
                <a:spcPts val="0"/>
              </a:spcBef>
              <a:spcAft>
                <a:spcPts val="0"/>
              </a:spcAft>
              <a:buClr>
                <a:schemeClr val="dk1"/>
              </a:buClr>
              <a:buSzPts val="1200"/>
              <a:buFont typeface="Arial"/>
              <a:buChar char="•"/>
            </a:pPr>
            <a:r>
              <a:rPr lang="pt-BR" sz="1200">
                <a:solidFill>
                  <a:schemeClr val="dk1"/>
                </a:solidFill>
                <a:latin typeface="Arial"/>
                <a:ea typeface="Arial"/>
                <a:cs typeface="Arial"/>
                <a:sym typeface="Arial"/>
              </a:rPr>
              <a:t> Pode usar para </a:t>
            </a:r>
            <a:r>
              <a:rPr b="1" lang="pt-BR" sz="1200">
                <a:solidFill>
                  <a:schemeClr val="dk1"/>
                </a:solidFill>
                <a:latin typeface="Arial"/>
                <a:ea typeface="Arial"/>
                <a:cs typeface="Arial"/>
                <a:sym typeface="Arial"/>
              </a:rPr>
              <a:t>destaques suaves</a:t>
            </a:r>
            <a:r>
              <a:rPr lang="pt-BR" sz="1200">
                <a:solidFill>
                  <a:schemeClr val="dk1"/>
                </a:solidFill>
                <a:latin typeface="Arial"/>
                <a:ea typeface="Arial"/>
                <a:cs typeface="Arial"/>
                <a:sym typeface="Arial"/>
              </a:rPr>
              <a:t>, chamadas de atenção ou </a:t>
            </a:r>
            <a:r>
              <a:rPr b="1" lang="pt-BR" sz="1200">
                <a:solidFill>
                  <a:schemeClr val="dk1"/>
                </a:solidFill>
                <a:latin typeface="Arial"/>
                <a:ea typeface="Arial"/>
                <a:cs typeface="Arial"/>
                <a:sym typeface="Arial"/>
              </a:rPr>
              <a:t>estética visual</a:t>
            </a:r>
            <a:r>
              <a:rPr lang="pt-BR" sz="1200">
                <a:solidFill>
                  <a:schemeClr val="dk1"/>
                </a:solidFill>
                <a:latin typeface="Arial"/>
                <a:ea typeface="Arial"/>
                <a:cs typeface="Arial"/>
                <a:sym typeface="Arial"/>
              </a:rPr>
              <a:t>.</a:t>
            </a:r>
            <a:endParaRPr sz="1100"/>
          </a:p>
          <a:p>
            <a:pPr indent="-76200" lvl="0" marL="0" marR="0" rtl="0" algn="l">
              <a:spcBef>
                <a:spcPts val="0"/>
              </a:spcBef>
              <a:spcAft>
                <a:spcPts val="0"/>
              </a:spcAft>
              <a:buClr>
                <a:schemeClr val="dk1"/>
              </a:buClr>
              <a:buSzPts val="1200"/>
              <a:buFont typeface="Arial"/>
              <a:buChar char="•"/>
            </a:pPr>
            <a:r>
              <a:rPr lang="pt-BR" sz="1200">
                <a:solidFill>
                  <a:schemeClr val="dk1"/>
                </a:solidFill>
                <a:latin typeface="Arial"/>
                <a:ea typeface="Arial"/>
                <a:cs typeface="Arial"/>
                <a:sym typeface="Arial"/>
              </a:rPr>
              <a:t> É possível escolher a cor e o estilo do preenchimento.</a:t>
            </a:r>
            <a:endParaRPr sz="11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0"/>
          <p:cNvSpPr/>
          <p:nvPr/>
        </p:nvSpPr>
        <p:spPr>
          <a:xfrm>
            <a:off x="0" y="-104383"/>
            <a:ext cx="9144000" cy="793200"/>
          </a:xfrm>
          <a:prstGeom prst="rect">
            <a:avLst/>
          </a:prstGeom>
          <a:solidFill>
            <a:srgbClr val="2D83D4"/>
          </a:solidFill>
          <a:ln cap="flat" cmpd="sng" w="19050">
            <a:solidFill>
              <a:srgbClr val="2D83D4"/>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spcBef>
                <a:spcPts val="0"/>
              </a:spcBef>
              <a:spcAft>
                <a:spcPts val="0"/>
              </a:spcAft>
              <a:buNone/>
            </a:pPr>
            <a:r>
              <a:rPr b="1" lang="pt-BR" sz="1900">
                <a:solidFill>
                  <a:schemeClr val="lt1"/>
                </a:solidFill>
                <a:latin typeface="Arial"/>
                <a:ea typeface="Arial"/>
                <a:cs typeface="Arial"/>
                <a:sym typeface="Arial"/>
              </a:rPr>
              <a:t>MARCADORES E NUMERAÇÃO</a:t>
            </a:r>
            <a:endParaRPr b="1" sz="1700">
              <a:solidFill>
                <a:schemeClr val="lt1"/>
              </a:solidFill>
              <a:latin typeface="Arial"/>
              <a:ea typeface="Arial"/>
              <a:cs typeface="Arial"/>
              <a:sym typeface="Arial"/>
            </a:endParaRPr>
          </a:p>
        </p:txBody>
      </p:sp>
      <p:sp>
        <p:nvSpPr>
          <p:cNvPr id="164" name="Google Shape;164;p10"/>
          <p:cNvSpPr txBox="1"/>
          <p:nvPr/>
        </p:nvSpPr>
        <p:spPr>
          <a:xfrm>
            <a:off x="190100" y="816497"/>
            <a:ext cx="8626500" cy="7182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lang="pt-BR" sz="1400">
                <a:solidFill>
                  <a:schemeClr val="dk1"/>
                </a:solidFill>
                <a:latin typeface="Arial"/>
                <a:ea typeface="Arial"/>
                <a:cs typeface="Arial"/>
                <a:sym typeface="Arial"/>
              </a:rPr>
              <a:t>Os recursos de </a:t>
            </a:r>
            <a:r>
              <a:rPr b="1" lang="pt-BR" sz="1400">
                <a:solidFill>
                  <a:schemeClr val="dk1"/>
                </a:solidFill>
                <a:latin typeface="Arial"/>
                <a:ea typeface="Arial"/>
                <a:cs typeface="Arial"/>
                <a:sym typeface="Arial"/>
              </a:rPr>
              <a:t>marcadores</a:t>
            </a:r>
            <a:r>
              <a:rPr lang="pt-BR" sz="1400">
                <a:solidFill>
                  <a:schemeClr val="dk1"/>
                </a:solidFill>
                <a:latin typeface="Arial"/>
                <a:ea typeface="Arial"/>
                <a:cs typeface="Arial"/>
                <a:sym typeface="Arial"/>
              </a:rPr>
              <a:t> e </a:t>
            </a:r>
            <a:r>
              <a:rPr b="1" lang="pt-BR" sz="1400">
                <a:solidFill>
                  <a:schemeClr val="dk1"/>
                </a:solidFill>
                <a:latin typeface="Arial"/>
                <a:ea typeface="Arial"/>
                <a:cs typeface="Arial"/>
                <a:sym typeface="Arial"/>
              </a:rPr>
              <a:t>numeração</a:t>
            </a:r>
            <a:r>
              <a:rPr lang="pt-BR" sz="1400">
                <a:solidFill>
                  <a:schemeClr val="dk1"/>
                </a:solidFill>
                <a:latin typeface="Arial"/>
                <a:ea typeface="Arial"/>
                <a:cs typeface="Arial"/>
                <a:sym typeface="Arial"/>
              </a:rPr>
              <a:t> ajudam a </a:t>
            </a:r>
            <a:r>
              <a:rPr b="1" lang="pt-BR" sz="1400">
                <a:solidFill>
                  <a:schemeClr val="dk1"/>
                </a:solidFill>
                <a:latin typeface="Arial"/>
                <a:ea typeface="Arial"/>
                <a:cs typeface="Arial"/>
                <a:sym typeface="Arial"/>
              </a:rPr>
              <a:t>organizar informações em listas</a:t>
            </a:r>
            <a:r>
              <a:rPr lang="pt-BR" sz="1400">
                <a:solidFill>
                  <a:schemeClr val="dk1"/>
                </a:solidFill>
                <a:latin typeface="Arial"/>
                <a:ea typeface="Arial"/>
                <a:cs typeface="Arial"/>
                <a:sym typeface="Arial"/>
              </a:rPr>
              <a:t>, facilitando a leitura e o entendimento do conteúdo.</a:t>
            </a:r>
            <a:br>
              <a:rPr lang="pt-BR" sz="1400">
                <a:solidFill>
                  <a:schemeClr val="dk1"/>
                </a:solidFill>
                <a:latin typeface="Arial"/>
                <a:ea typeface="Arial"/>
                <a:cs typeface="Arial"/>
                <a:sym typeface="Arial"/>
              </a:rPr>
            </a:br>
            <a:r>
              <a:rPr lang="pt-BR" sz="1400">
                <a:solidFill>
                  <a:schemeClr val="dk1"/>
                </a:solidFill>
                <a:latin typeface="Arial"/>
                <a:ea typeface="Arial"/>
                <a:cs typeface="Arial"/>
                <a:sym typeface="Arial"/>
              </a:rPr>
              <a:t>Eles são muito úteis em </a:t>
            </a:r>
            <a:r>
              <a:rPr b="1" lang="pt-BR" sz="1400">
                <a:solidFill>
                  <a:schemeClr val="dk1"/>
                </a:solidFill>
                <a:latin typeface="Arial"/>
                <a:ea typeface="Arial"/>
                <a:cs typeface="Arial"/>
                <a:sym typeface="Arial"/>
              </a:rPr>
              <a:t>passo a passo, tópicos, instruções ou listas de itens</a:t>
            </a:r>
            <a:r>
              <a:rPr lang="pt-BR" sz="1400">
                <a:solidFill>
                  <a:schemeClr val="dk1"/>
                </a:solidFill>
                <a:latin typeface="Arial"/>
                <a:ea typeface="Arial"/>
                <a:cs typeface="Arial"/>
                <a:sym typeface="Arial"/>
              </a:rPr>
              <a:t>.</a:t>
            </a:r>
            <a:endParaRPr sz="1100"/>
          </a:p>
        </p:txBody>
      </p:sp>
      <p:sp>
        <p:nvSpPr>
          <p:cNvPr id="165" name="Google Shape;165;p10"/>
          <p:cNvSpPr txBox="1"/>
          <p:nvPr/>
        </p:nvSpPr>
        <p:spPr>
          <a:xfrm>
            <a:off x="190100" y="1673371"/>
            <a:ext cx="8739300" cy="34581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Clr>
                <a:schemeClr val="dk1"/>
              </a:buClr>
              <a:buSzPts val="1100"/>
              <a:buFont typeface="Arial"/>
              <a:buNone/>
            </a:pPr>
            <a:r>
              <a:rPr b="1" lang="pt-BR" sz="1100">
                <a:solidFill>
                  <a:schemeClr val="dk1"/>
                </a:solidFill>
                <a:latin typeface="Arial"/>
                <a:ea typeface="Arial"/>
                <a:cs typeface="Arial"/>
                <a:sym typeface="Arial"/>
              </a:rPr>
              <a:t>COMO USAR MARCADORES E NUMERAÇÃO</a:t>
            </a:r>
            <a:endParaRPr sz="1100"/>
          </a:p>
          <a:p>
            <a:pPr indent="-69850" lvl="0" marL="0" marR="0" rtl="0" algn="l">
              <a:spcBef>
                <a:spcPts val="0"/>
              </a:spcBef>
              <a:spcAft>
                <a:spcPts val="0"/>
              </a:spcAft>
              <a:buClr>
                <a:schemeClr val="dk1"/>
              </a:buClr>
              <a:buSzPts val="1100"/>
              <a:buAutoNum type="arabicPeriod"/>
            </a:pPr>
            <a:r>
              <a:rPr lang="pt-BR" sz="1100">
                <a:solidFill>
                  <a:schemeClr val="dk1"/>
                </a:solidFill>
                <a:latin typeface="Arial"/>
                <a:ea typeface="Arial"/>
                <a:cs typeface="Arial"/>
                <a:sym typeface="Arial"/>
              </a:rPr>
              <a:t> Vá até a </a:t>
            </a:r>
            <a:r>
              <a:rPr b="1" lang="pt-BR" sz="1100">
                <a:solidFill>
                  <a:schemeClr val="dk1"/>
                </a:solidFill>
                <a:latin typeface="Arial"/>
                <a:ea typeface="Arial"/>
                <a:cs typeface="Arial"/>
                <a:sym typeface="Arial"/>
              </a:rPr>
              <a:t>guia "Página Inicial"</a:t>
            </a:r>
            <a:r>
              <a:rPr lang="pt-BR" sz="1100">
                <a:solidFill>
                  <a:schemeClr val="dk1"/>
                </a:solidFill>
                <a:latin typeface="Arial"/>
                <a:ea typeface="Arial"/>
                <a:cs typeface="Arial"/>
                <a:sym typeface="Arial"/>
              </a:rPr>
              <a:t>.</a:t>
            </a:r>
            <a:endParaRPr sz="1100"/>
          </a:p>
          <a:p>
            <a:pPr indent="-69850" lvl="0" marL="0" marR="0" rtl="0" algn="l">
              <a:spcBef>
                <a:spcPts val="0"/>
              </a:spcBef>
              <a:spcAft>
                <a:spcPts val="0"/>
              </a:spcAft>
              <a:buClr>
                <a:schemeClr val="dk1"/>
              </a:buClr>
              <a:buSzPts val="1100"/>
              <a:buAutoNum type="arabicPeriod"/>
            </a:pPr>
            <a:r>
              <a:rPr lang="pt-BR" sz="1100">
                <a:solidFill>
                  <a:schemeClr val="dk1"/>
                </a:solidFill>
                <a:latin typeface="Arial"/>
                <a:ea typeface="Arial"/>
                <a:cs typeface="Arial"/>
                <a:sym typeface="Arial"/>
              </a:rPr>
              <a:t> No grupo </a:t>
            </a:r>
            <a:r>
              <a:rPr b="1" lang="pt-BR" sz="1100">
                <a:solidFill>
                  <a:schemeClr val="dk1"/>
                </a:solidFill>
                <a:latin typeface="Arial"/>
                <a:ea typeface="Arial"/>
                <a:cs typeface="Arial"/>
                <a:sym typeface="Arial"/>
              </a:rPr>
              <a:t>“Parágrafo”</a:t>
            </a:r>
            <a:r>
              <a:rPr lang="pt-BR" sz="1100">
                <a:solidFill>
                  <a:schemeClr val="dk1"/>
                </a:solidFill>
                <a:latin typeface="Arial"/>
                <a:ea typeface="Arial"/>
                <a:cs typeface="Arial"/>
                <a:sym typeface="Arial"/>
              </a:rPr>
              <a:t>, você encontrará três opções:</a:t>
            </a:r>
            <a:endParaRPr sz="1100"/>
          </a:p>
          <a:p>
            <a:pPr indent="0" lvl="0" marL="0" marR="0" rtl="0" algn="l">
              <a:spcBef>
                <a:spcPts val="0"/>
              </a:spcBef>
              <a:spcAft>
                <a:spcPts val="0"/>
              </a:spcAft>
              <a:buClr>
                <a:schemeClr val="dk1"/>
              </a:buClr>
              <a:buSzPts val="1100"/>
              <a:buFont typeface="Arial"/>
              <a:buNone/>
            </a:pPr>
            <a:r>
              <a:rPr b="1" lang="pt-BR" sz="1100">
                <a:solidFill>
                  <a:schemeClr val="dk1"/>
                </a:solidFill>
                <a:latin typeface="Arial"/>
                <a:ea typeface="Arial"/>
                <a:cs typeface="Arial"/>
                <a:sym typeface="Arial"/>
              </a:rPr>
              <a:t>Marcadores</a:t>
            </a:r>
            <a:endParaRPr b="1" sz="1100">
              <a:solidFill>
                <a:schemeClr val="dk1"/>
              </a:solidFill>
              <a:latin typeface="Arial"/>
              <a:ea typeface="Arial"/>
              <a:cs typeface="Arial"/>
              <a:sym typeface="Arial"/>
            </a:endParaRPr>
          </a:p>
          <a:p>
            <a:pPr indent="-69850" lvl="0" marL="0" marR="0" rtl="0" algn="l">
              <a:spcBef>
                <a:spcPts val="0"/>
              </a:spcBef>
              <a:spcAft>
                <a:spcPts val="0"/>
              </a:spcAft>
              <a:buClr>
                <a:schemeClr val="dk1"/>
              </a:buClr>
              <a:buSzPts val="1100"/>
              <a:buFont typeface="Arial"/>
              <a:buChar char="•"/>
            </a:pPr>
            <a:r>
              <a:rPr lang="pt-BR" sz="1100">
                <a:solidFill>
                  <a:schemeClr val="dk1"/>
                </a:solidFill>
                <a:latin typeface="Arial"/>
                <a:ea typeface="Arial"/>
                <a:cs typeface="Arial"/>
                <a:sym typeface="Arial"/>
              </a:rPr>
              <a:t> Usado para criar </a:t>
            </a:r>
            <a:r>
              <a:rPr b="1" lang="pt-BR" sz="1100">
                <a:solidFill>
                  <a:schemeClr val="dk1"/>
                </a:solidFill>
                <a:latin typeface="Arial"/>
                <a:ea typeface="Arial"/>
                <a:cs typeface="Arial"/>
                <a:sym typeface="Arial"/>
              </a:rPr>
              <a:t>listas com símbolos</a:t>
            </a:r>
            <a:r>
              <a:rPr lang="pt-BR" sz="1100">
                <a:solidFill>
                  <a:schemeClr val="dk1"/>
                </a:solidFill>
                <a:latin typeface="Arial"/>
                <a:ea typeface="Arial"/>
                <a:cs typeface="Arial"/>
                <a:sym typeface="Arial"/>
              </a:rPr>
              <a:t>, como bolinhas, setas ou quadrados.</a:t>
            </a:r>
            <a:endParaRPr sz="1100"/>
          </a:p>
          <a:p>
            <a:pPr indent="-69850" lvl="0" marL="0" marR="0" rtl="0" algn="l">
              <a:spcBef>
                <a:spcPts val="0"/>
              </a:spcBef>
              <a:spcAft>
                <a:spcPts val="0"/>
              </a:spcAft>
              <a:buClr>
                <a:schemeClr val="dk1"/>
              </a:buClr>
              <a:buSzPts val="1100"/>
              <a:buFont typeface="Arial"/>
              <a:buChar char="•"/>
            </a:pPr>
            <a:r>
              <a:rPr lang="pt-BR" sz="1100">
                <a:solidFill>
                  <a:schemeClr val="dk1"/>
                </a:solidFill>
                <a:latin typeface="Arial"/>
                <a:ea typeface="Arial"/>
                <a:cs typeface="Arial"/>
                <a:sym typeface="Arial"/>
              </a:rPr>
              <a:t> Ideal para listas </a:t>
            </a:r>
            <a:r>
              <a:rPr b="1" lang="pt-BR" sz="1100">
                <a:solidFill>
                  <a:schemeClr val="dk1"/>
                </a:solidFill>
                <a:latin typeface="Arial"/>
                <a:ea typeface="Arial"/>
                <a:cs typeface="Arial"/>
                <a:sym typeface="Arial"/>
              </a:rPr>
              <a:t>sem ordem específica</a:t>
            </a:r>
            <a:r>
              <a:rPr lang="pt-BR" sz="1100">
                <a:solidFill>
                  <a:schemeClr val="dk1"/>
                </a:solidFill>
                <a:latin typeface="Arial"/>
                <a:ea typeface="Arial"/>
                <a:cs typeface="Arial"/>
                <a:sym typeface="Arial"/>
              </a:rPr>
              <a:t>, como:</a:t>
            </a:r>
            <a:endParaRPr sz="1100"/>
          </a:p>
          <a:p>
            <a:pPr indent="-234950" lvl="1" marL="584200" marR="0" rtl="0" algn="l">
              <a:spcBef>
                <a:spcPts val="0"/>
              </a:spcBef>
              <a:spcAft>
                <a:spcPts val="0"/>
              </a:spcAft>
              <a:buClr>
                <a:schemeClr val="dk1"/>
              </a:buClr>
              <a:buSzPts val="1100"/>
              <a:buFont typeface="Arial"/>
              <a:buChar char="•"/>
            </a:pPr>
            <a:r>
              <a:rPr b="0" i="0" lang="pt-BR" sz="1100" u="none" cap="none" strike="noStrike">
                <a:solidFill>
                  <a:schemeClr val="dk1"/>
                </a:solidFill>
                <a:latin typeface="Arial"/>
                <a:ea typeface="Arial"/>
                <a:cs typeface="Arial"/>
                <a:sym typeface="Arial"/>
              </a:rPr>
              <a:t>Itens de supermercado</a:t>
            </a:r>
            <a:endParaRPr sz="1100"/>
          </a:p>
          <a:p>
            <a:pPr indent="-234950" lvl="1" marL="584200" marR="0" rtl="0" algn="l">
              <a:spcBef>
                <a:spcPts val="0"/>
              </a:spcBef>
              <a:spcAft>
                <a:spcPts val="0"/>
              </a:spcAft>
              <a:buClr>
                <a:schemeClr val="dk1"/>
              </a:buClr>
              <a:buSzPts val="1100"/>
              <a:buFont typeface="Arial"/>
              <a:buChar char="•"/>
            </a:pPr>
            <a:r>
              <a:rPr b="0" i="0" lang="pt-BR" sz="1100" u="none" cap="none" strike="noStrike">
                <a:solidFill>
                  <a:schemeClr val="dk1"/>
                </a:solidFill>
                <a:latin typeface="Arial"/>
                <a:ea typeface="Arial"/>
                <a:cs typeface="Arial"/>
                <a:sym typeface="Arial"/>
              </a:rPr>
              <a:t>Características</a:t>
            </a:r>
            <a:endParaRPr sz="1100"/>
          </a:p>
          <a:p>
            <a:pPr indent="-234950" lvl="1" marL="584200" marR="0" rtl="0" algn="l">
              <a:spcBef>
                <a:spcPts val="0"/>
              </a:spcBef>
              <a:spcAft>
                <a:spcPts val="0"/>
              </a:spcAft>
              <a:buClr>
                <a:schemeClr val="dk1"/>
              </a:buClr>
              <a:buSzPts val="1100"/>
              <a:buFont typeface="Arial"/>
              <a:buChar char="•"/>
            </a:pPr>
            <a:r>
              <a:rPr b="0" i="0" lang="pt-BR" sz="1100" u="none" cap="none" strike="noStrike">
                <a:solidFill>
                  <a:schemeClr val="dk1"/>
                </a:solidFill>
                <a:latin typeface="Arial"/>
                <a:ea typeface="Arial"/>
                <a:cs typeface="Arial"/>
                <a:sym typeface="Arial"/>
              </a:rPr>
              <a:t>Materiais necessários</a:t>
            </a:r>
            <a:endParaRPr sz="1100"/>
          </a:p>
          <a:p>
            <a:pPr indent="0" lvl="0" marL="0" marR="0" rtl="0" algn="l">
              <a:spcBef>
                <a:spcPts val="0"/>
              </a:spcBef>
              <a:spcAft>
                <a:spcPts val="0"/>
              </a:spcAft>
              <a:buClr>
                <a:schemeClr val="dk1"/>
              </a:buClr>
              <a:buSzPts val="1100"/>
              <a:buFont typeface="Arial"/>
              <a:buNone/>
            </a:pPr>
            <a:r>
              <a:rPr b="1" lang="pt-BR" sz="1100">
                <a:solidFill>
                  <a:schemeClr val="dk1"/>
                </a:solidFill>
                <a:latin typeface="Arial"/>
                <a:ea typeface="Arial"/>
                <a:cs typeface="Arial"/>
                <a:sym typeface="Arial"/>
              </a:rPr>
              <a:t>Numeração</a:t>
            </a:r>
            <a:endParaRPr b="1" sz="1100">
              <a:solidFill>
                <a:schemeClr val="dk1"/>
              </a:solidFill>
              <a:latin typeface="Arial"/>
              <a:ea typeface="Arial"/>
              <a:cs typeface="Arial"/>
              <a:sym typeface="Arial"/>
            </a:endParaRPr>
          </a:p>
          <a:p>
            <a:pPr indent="-69850" lvl="0" marL="0" marR="0" rtl="0" algn="l">
              <a:spcBef>
                <a:spcPts val="0"/>
              </a:spcBef>
              <a:spcAft>
                <a:spcPts val="0"/>
              </a:spcAft>
              <a:buClr>
                <a:schemeClr val="dk1"/>
              </a:buClr>
              <a:buSzPts val="1100"/>
              <a:buFont typeface="Arial"/>
              <a:buChar char="•"/>
            </a:pPr>
            <a:r>
              <a:rPr lang="pt-BR" sz="1100">
                <a:solidFill>
                  <a:schemeClr val="dk1"/>
                </a:solidFill>
                <a:latin typeface="Arial"/>
                <a:ea typeface="Arial"/>
                <a:cs typeface="Arial"/>
                <a:sym typeface="Arial"/>
              </a:rPr>
              <a:t> Cria </a:t>
            </a:r>
            <a:r>
              <a:rPr b="1" lang="pt-BR" sz="1100">
                <a:solidFill>
                  <a:schemeClr val="dk1"/>
                </a:solidFill>
                <a:latin typeface="Arial"/>
                <a:ea typeface="Arial"/>
                <a:cs typeface="Arial"/>
                <a:sym typeface="Arial"/>
              </a:rPr>
              <a:t>listas numeradas automaticamente</a:t>
            </a:r>
            <a:r>
              <a:rPr lang="pt-BR" sz="1100">
                <a:solidFill>
                  <a:schemeClr val="dk1"/>
                </a:solidFill>
                <a:latin typeface="Arial"/>
                <a:ea typeface="Arial"/>
                <a:cs typeface="Arial"/>
                <a:sym typeface="Arial"/>
              </a:rPr>
              <a:t>.</a:t>
            </a:r>
            <a:endParaRPr sz="1100"/>
          </a:p>
          <a:p>
            <a:pPr indent="-69850" lvl="0" marL="0" marR="0" rtl="0" algn="l">
              <a:spcBef>
                <a:spcPts val="0"/>
              </a:spcBef>
              <a:spcAft>
                <a:spcPts val="0"/>
              </a:spcAft>
              <a:buClr>
                <a:schemeClr val="dk1"/>
              </a:buClr>
              <a:buSzPts val="1100"/>
              <a:buFont typeface="Arial"/>
              <a:buChar char="•"/>
            </a:pPr>
            <a:r>
              <a:rPr lang="pt-BR" sz="1100">
                <a:solidFill>
                  <a:schemeClr val="dk1"/>
                </a:solidFill>
                <a:latin typeface="Arial"/>
                <a:ea typeface="Arial"/>
                <a:cs typeface="Arial"/>
                <a:sym typeface="Arial"/>
              </a:rPr>
              <a:t> Ideal para conteúdos com </a:t>
            </a:r>
            <a:r>
              <a:rPr b="1" lang="pt-BR" sz="1100">
                <a:solidFill>
                  <a:schemeClr val="dk1"/>
                </a:solidFill>
                <a:latin typeface="Arial"/>
                <a:ea typeface="Arial"/>
                <a:cs typeface="Arial"/>
                <a:sym typeface="Arial"/>
              </a:rPr>
              <a:t>ordem definida</a:t>
            </a:r>
            <a:r>
              <a:rPr lang="pt-BR" sz="1100">
                <a:solidFill>
                  <a:schemeClr val="dk1"/>
                </a:solidFill>
                <a:latin typeface="Arial"/>
                <a:ea typeface="Arial"/>
                <a:cs typeface="Arial"/>
                <a:sym typeface="Arial"/>
              </a:rPr>
              <a:t>, como:</a:t>
            </a:r>
            <a:endParaRPr sz="1100"/>
          </a:p>
          <a:p>
            <a:pPr indent="-234950" lvl="1" marL="584200" marR="0" rtl="0" algn="l">
              <a:spcBef>
                <a:spcPts val="0"/>
              </a:spcBef>
              <a:spcAft>
                <a:spcPts val="0"/>
              </a:spcAft>
              <a:buClr>
                <a:schemeClr val="dk1"/>
              </a:buClr>
              <a:buSzPts val="1100"/>
              <a:buFont typeface="Arial"/>
              <a:buChar char="•"/>
            </a:pPr>
            <a:r>
              <a:rPr b="0" i="0" lang="pt-BR" sz="1100" u="none" cap="none" strike="noStrike">
                <a:solidFill>
                  <a:schemeClr val="dk1"/>
                </a:solidFill>
                <a:latin typeface="Arial"/>
                <a:ea typeface="Arial"/>
                <a:cs typeface="Arial"/>
                <a:sym typeface="Arial"/>
              </a:rPr>
              <a:t>Passos de um tutorial</a:t>
            </a:r>
            <a:endParaRPr sz="1100"/>
          </a:p>
          <a:p>
            <a:pPr indent="-234950" lvl="1" marL="584200" marR="0" rtl="0" algn="l">
              <a:spcBef>
                <a:spcPts val="0"/>
              </a:spcBef>
              <a:spcAft>
                <a:spcPts val="0"/>
              </a:spcAft>
              <a:buClr>
                <a:schemeClr val="dk1"/>
              </a:buClr>
              <a:buSzPts val="1100"/>
              <a:buFont typeface="Arial"/>
              <a:buChar char="•"/>
            </a:pPr>
            <a:r>
              <a:rPr b="0" i="0" lang="pt-BR" sz="1100" u="none" cap="none" strike="noStrike">
                <a:solidFill>
                  <a:schemeClr val="dk1"/>
                </a:solidFill>
                <a:latin typeface="Arial"/>
                <a:ea typeface="Arial"/>
                <a:cs typeface="Arial"/>
                <a:sym typeface="Arial"/>
              </a:rPr>
              <a:t>Instruções de montagem</a:t>
            </a:r>
            <a:endParaRPr sz="1100"/>
          </a:p>
          <a:p>
            <a:pPr indent="-234950" lvl="1" marL="584200" marR="0" rtl="0" algn="l">
              <a:spcBef>
                <a:spcPts val="0"/>
              </a:spcBef>
              <a:spcAft>
                <a:spcPts val="0"/>
              </a:spcAft>
              <a:buClr>
                <a:schemeClr val="dk1"/>
              </a:buClr>
              <a:buSzPts val="1100"/>
              <a:buFont typeface="Arial"/>
              <a:buChar char="•"/>
            </a:pPr>
            <a:r>
              <a:rPr b="0" i="0" lang="pt-BR" sz="1100" u="none" cap="none" strike="noStrike">
                <a:solidFill>
                  <a:schemeClr val="dk1"/>
                </a:solidFill>
                <a:latin typeface="Arial"/>
                <a:ea typeface="Arial"/>
                <a:cs typeface="Arial"/>
                <a:sym typeface="Arial"/>
              </a:rPr>
              <a:t>Sequência de atividades</a:t>
            </a:r>
            <a:endParaRPr sz="1100"/>
          </a:p>
          <a:p>
            <a:pPr indent="0" lvl="0" marL="0" marR="0" rtl="0" algn="l">
              <a:spcBef>
                <a:spcPts val="0"/>
              </a:spcBef>
              <a:spcAft>
                <a:spcPts val="0"/>
              </a:spcAft>
              <a:buClr>
                <a:schemeClr val="dk1"/>
              </a:buClr>
              <a:buSzPts val="1100"/>
              <a:buFont typeface="Arial"/>
              <a:buNone/>
            </a:pPr>
            <a:r>
              <a:rPr b="1" lang="pt-BR" sz="1100">
                <a:solidFill>
                  <a:schemeClr val="dk1"/>
                </a:solidFill>
                <a:latin typeface="Arial"/>
                <a:ea typeface="Arial"/>
                <a:cs typeface="Arial"/>
                <a:sym typeface="Arial"/>
              </a:rPr>
              <a:t>Lista de Vários Níveis</a:t>
            </a:r>
            <a:endParaRPr sz="1100"/>
          </a:p>
          <a:p>
            <a:pPr indent="-69850" lvl="0" marL="0" marR="0" rtl="0" algn="l">
              <a:spcBef>
                <a:spcPts val="0"/>
              </a:spcBef>
              <a:spcAft>
                <a:spcPts val="0"/>
              </a:spcAft>
              <a:buClr>
                <a:schemeClr val="dk1"/>
              </a:buClr>
              <a:buSzPts val="1100"/>
              <a:buFont typeface="Arial"/>
              <a:buChar char="•"/>
            </a:pPr>
            <a:r>
              <a:rPr lang="pt-BR" sz="1100">
                <a:solidFill>
                  <a:schemeClr val="dk1"/>
                </a:solidFill>
                <a:latin typeface="Arial"/>
                <a:ea typeface="Arial"/>
                <a:cs typeface="Arial"/>
                <a:sym typeface="Arial"/>
              </a:rPr>
              <a:t> Permite </a:t>
            </a:r>
            <a:r>
              <a:rPr b="1" lang="pt-BR" sz="1100">
                <a:solidFill>
                  <a:schemeClr val="dk1"/>
                </a:solidFill>
                <a:latin typeface="Arial"/>
                <a:ea typeface="Arial"/>
                <a:cs typeface="Arial"/>
                <a:sym typeface="Arial"/>
              </a:rPr>
              <a:t>criar subtópicos</a:t>
            </a:r>
            <a:r>
              <a:rPr lang="pt-BR" sz="1100">
                <a:solidFill>
                  <a:schemeClr val="dk1"/>
                </a:solidFill>
                <a:latin typeface="Arial"/>
                <a:ea typeface="Arial"/>
                <a:cs typeface="Arial"/>
                <a:sym typeface="Arial"/>
              </a:rPr>
              <a:t>, como:</a:t>
            </a:r>
            <a:endParaRPr sz="1100"/>
          </a:p>
          <a:p>
            <a:pPr indent="-234950" lvl="1" marL="584200" marR="0" rtl="0" algn="l">
              <a:spcBef>
                <a:spcPts val="0"/>
              </a:spcBef>
              <a:spcAft>
                <a:spcPts val="0"/>
              </a:spcAft>
              <a:buClr>
                <a:schemeClr val="dk1"/>
              </a:buClr>
              <a:buSzPts val="1100"/>
              <a:buFont typeface="Arial"/>
              <a:buChar char="•"/>
            </a:pPr>
            <a:r>
              <a:rPr b="0" i="0" lang="pt-BR" sz="1100" u="none" cap="none" strike="noStrike">
                <a:solidFill>
                  <a:schemeClr val="dk1"/>
                </a:solidFill>
                <a:latin typeface="Arial"/>
                <a:ea typeface="Arial"/>
                <a:cs typeface="Arial"/>
                <a:sym typeface="Arial"/>
              </a:rPr>
              <a:t>Tema Principal</a:t>
            </a:r>
            <a:br>
              <a:rPr b="0" i="0" lang="pt-BR" sz="1100" u="none" cap="none" strike="noStrike">
                <a:solidFill>
                  <a:schemeClr val="dk1"/>
                </a:solidFill>
                <a:latin typeface="Arial"/>
                <a:ea typeface="Arial"/>
                <a:cs typeface="Arial"/>
                <a:sym typeface="Arial"/>
              </a:rPr>
            </a:br>
            <a:r>
              <a:rPr b="0" i="0" lang="pt-BR" sz="1100" u="none" cap="none" strike="noStrike">
                <a:solidFill>
                  <a:schemeClr val="dk1"/>
                </a:solidFill>
                <a:latin typeface="Arial"/>
                <a:ea typeface="Arial"/>
                <a:cs typeface="Arial"/>
                <a:sym typeface="Arial"/>
              </a:rPr>
              <a:t>1.1 Subtema</a:t>
            </a:r>
            <a:br>
              <a:rPr b="0" i="0" lang="pt-BR" sz="1100" u="none" cap="none" strike="noStrike">
                <a:solidFill>
                  <a:schemeClr val="dk1"/>
                </a:solidFill>
                <a:latin typeface="Arial"/>
                <a:ea typeface="Arial"/>
                <a:cs typeface="Arial"/>
                <a:sym typeface="Arial"/>
              </a:rPr>
            </a:br>
            <a:r>
              <a:rPr b="0" i="0" lang="pt-BR" sz="1100" u="none" cap="none" strike="noStrike">
                <a:solidFill>
                  <a:schemeClr val="dk1"/>
                </a:solidFill>
                <a:latin typeface="Arial"/>
                <a:ea typeface="Arial"/>
                <a:cs typeface="Arial"/>
                <a:sym typeface="Arial"/>
              </a:rPr>
              <a:t>1.2 Outro subtema</a:t>
            </a:r>
            <a:endParaRPr sz="11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1"/>
          <p:cNvSpPr/>
          <p:nvPr/>
        </p:nvSpPr>
        <p:spPr>
          <a:xfrm>
            <a:off x="0" y="-104383"/>
            <a:ext cx="9144000" cy="793200"/>
          </a:xfrm>
          <a:prstGeom prst="rect">
            <a:avLst/>
          </a:prstGeom>
          <a:solidFill>
            <a:srgbClr val="2D83D4"/>
          </a:solidFill>
          <a:ln cap="flat" cmpd="sng" w="19050">
            <a:solidFill>
              <a:srgbClr val="2D83D4"/>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spcBef>
                <a:spcPts val="0"/>
              </a:spcBef>
              <a:spcAft>
                <a:spcPts val="0"/>
              </a:spcAft>
              <a:buNone/>
            </a:pPr>
            <a:r>
              <a:rPr b="1" lang="pt-BR" sz="1900">
                <a:solidFill>
                  <a:schemeClr val="lt1"/>
                </a:solidFill>
                <a:latin typeface="Arial"/>
                <a:ea typeface="Arial"/>
                <a:cs typeface="Arial"/>
                <a:sym typeface="Arial"/>
              </a:rPr>
              <a:t>MARCADORES E NUMERAÇÃO</a:t>
            </a:r>
            <a:endParaRPr b="1" sz="1700">
              <a:solidFill>
                <a:schemeClr val="lt1"/>
              </a:solidFill>
              <a:latin typeface="Arial"/>
              <a:ea typeface="Arial"/>
              <a:cs typeface="Arial"/>
              <a:sym typeface="Arial"/>
            </a:endParaRPr>
          </a:p>
        </p:txBody>
      </p:sp>
      <p:sp>
        <p:nvSpPr>
          <p:cNvPr id="172" name="Google Shape;172;p11"/>
          <p:cNvSpPr txBox="1"/>
          <p:nvPr/>
        </p:nvSpPr>
        <p:spPr>
          <a:xfrm>
            <a:off x="176146" y="886382"/>
            <a:ext cx="8898900" cy="11493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Clr>
                <a:schemeClr val="dk1"/>
              </a:buClr>
              <a:buSzPts val="1400"/>
              <a:buFont typeface="Arial"/>
              <a:buNone/>
            </a:pPr>
            <a:r>
              <a:rPr b="1" lang="pt-BR" sz="1400">
                <a:solidFill>
                  <a:schemeClr val="dk1"/>
                </a:solidFill>
                <a:latin typeface="Arial"/>
                <a:ea typeface="Arial"/>
                <a:cs typeface="Arial"/>
                <a:sym typeface="Arial"/>
              </a:rPr>
              <a:t>Personalização</a:t>
            </a:r>
            <a:endParaRPr sz="1100"/>
          </a:p>
          <a:p>
            <a:pPr indent="-88900" lvl="0" marL="0" marR="0" rtl="0" algn="l">
              <a:spcBef>
                <a:spcPts val="0"/>
              </a:spcBef>
              <a:spcAft>
                <a:spcPts val="0"/>
              </a:spcAft>
              <a:buClr>
                <a:schemeClr val="dk1"/>
              </a:buClr>
              <a:buSzPts val="1400"/>
              <a:buFont typeface="Arial"/>
              <a:buChar char="•"/>
            </a:pPr>
            <a:r>
              <a:rPr lang="pt-BR" sz="1400">
                <a:solidFill>
                  <a:schemeClr val="dk1"/>
                </a:solidFill>
                <a:latin typeface="Arial"/>
                <a:ea typeface="Arial"/>
                <a:cs typeface="Arial"/>
                <a:sym typeface="Arial"/>
              </a:rPr>
              <a:t> Ao clicar na </a:t>
            </a:r>
            <a:r>
              <a:rPr b="1" lang="pt-BR" sz="1400">
                <a:solidFill>
                  <a:schemeClr val="dk1"/>
                </a:solidFill>
                <a:latin typeface="Arial"/>
                <a:ea typeface="Arial"/>
                <a:cs typeface="Arial"/>
                <a:sym typeface="Arial"/>
              </a:rPr>
              <a:t>seta ao lado de cada botão</a:t>
            </a:r>
            <a:r>
              <a:rPr lang="pt-BR" sz="1400">
                <a:solidFill>
                  <a:schemeClr val="dk1"/>
                </a:solidFill>
                <a:latin typeface="Arial"/>
                <a:ea typeface="Arial"/>
                <a:cs typeface="Arial"/>
                <a:sym typeface="Arial"/>
              </a:rPr>
              <a:t>, o Word exibe uma </a:t>
            </a:r>
            <a:r>
              <a:rPr b="1" lang="pt-BR" sz="1400">
                <a:solidFill>
                  <a:schemeClr val="dk1"/>
                </a:solidFill>
                <a:latin typeface="Arial"/>
                <a:ea typeface="Arial"/>
                <a:cs typeface="Arial"/>
                <a:sym typeface="Arial"/>
              </a:rPr>
              <a:t>lista de estilos prontos</a:t>
            </a:r>
            <a:r>
              <a:rPr lang="pt-BR" sz="1400">
                <a:solidFill>
                  <a:schemeClr val="dk1"/>
                </a:solidFill>
                <a:latin typeface="Arial"/>
                <a:ea typeface="Arial"/>
                <a:cs typeface="Arial"/>
                <a:sym typeface="Arial"/>
              </a:rPr>
              <a:t>.</a:t>
            </a:r>
            <a:endParaRPr sz="1100"/>
          </a:p>
          <a:p>
            <a:pPr indent="-88900" lvl="0" marL="0" marR="0" rtl="0" algn="l">
              <a:spcBef>
                <a:spcPts val="0"/>
              </a:spcBef>
              <a:spcAft>
                <a:spcPts val="0"/>
              </a:spcAft>
              <a:buClr>
                <a:schemeClr val="dk1"/>
              </a:buClr>
              <a:buSzPts val="1400"/>
              <a:buFont typeface="Arial"/>
              <a:buChar char="•"/>
            </a:pPr>
            <a:r>
              <a:rPr lang="pt-BR" sz="1400">
                <a:solidFill>
                  <a:schemeClr val="dk1"/>
                </a:solidFill>
                <a:latin typeface="Arial"/>
                <a:ea typeface="Arial"/>
                <a:cs typeface="Arial"/>
                <a:sym typeface="Arial"/>
              </a:rPr>
              <a:t> Você pode escolher o marcador ou número que preferir.</a:t>
            </a:r>
            <a:endParaRPr sz="1100"/>
          </a:p>
          <a:p>
            <a:pPr indent="-88900" lvl="0" marL="0" marR="0" rtl="0" algn="l">
              <a:spcBef>
                <a:spcPts val="0"/>
              </a:spcBef>
              <a:spcAft>
                <a:spcPts val="0"/>
              </a:spcAft>
              <a:buClr>
                <a:schemeClr val="dk1"/>
              </a:buClr>
              <a:buSzPts val="1400"/>
              <a:buFont typeface="Arial"/>
              <a:buChar char="•"/>
            </a:pPr>
            <a:r>
              <a:rPr lang="pt-BR" sz="1400">
                <a:solidFill>
                  <a:schemeClr val="dk1"/>
                </a:solidFill>
                <a:latin typeface="Arial"/>
                <a:ea typeface="Arial"/>
                <a:cs typeface="Arial"/>
                <a:sym typeface="Arial"/>
              </a:rPr>
              <a:t> Também é possível criar </a:t>
            </a:r>
            <a:r>
              <a:rPr b="1" lang="pt-BR" sz="1400">
                <a:solidFill>
                  <a:schemeClr val="dk1"/>
                </a:solidFill>
                <a:latin typeface="Arial"/>
                <a:ea typeface="Arial"/>
                <a:cs typeface="Arial"/>
                <a:sym typeface="Arial"/>
              </a:rPr>
              <a:t>símbolos personalizados</a:t>
            </a:r>
            <a:r>
              <a:rPr lang="pt-BR" sz="1400">
                <a:solidFill>
                  <a:schemeClr val="dk1"/>
                </a:solidFill>
                <a:latin typeface="Arial"/>
                <a:ea typeface="Arial"/>
                <a:cs typeface="Arial"/>
                <a:sym typeface="Arial"/>
              </a:rPr>
              <a:t>, clicando em “</a:t>
            </a:r>
            <a:r>
              <a:rPr b="1" lang="pt-BR" sz="1400">
                <a:solidFill>
                  <a:schemeClr val="dk1"/>
                </a:solidFill>
                <a:latin typeface="Arial"/>
                <a:ea typeface="Arial"/>
                <a:cs typeface="Arial"/>
                <a:sym typeface="Arial"/>
              </a:rPr>
              <a:t>Definir Novo Marcador</a:t>
            </a:r>
            <a:r>
              <a:rPr lang="pt-BR" sz="1400">
                <a:solidFill>
                  <a:schemeClr val="dk1"/>
                </a:solidFill>
                <a:latin typeface="Arial"/>
                <a:ea typeface="Arial"/>
                <a:cs typeface="Arial"/>
                <a:sym typeface="Arial"/>
              </a:rPr>
              <a:t>” ou “</a:t>
            </a:r>
            <a:r>
              <a:rPr b="1" lang="pt-BR" sz="1400">
                <a:solidFill>
                  <a:schemeClr val="dk1"/>
                </a:solidFill>
                <a:latin typeface="Arial"/>
                <a:ea typeface="Arial"/>
                <a:cs typeface="Arial"/>
                <a:sym typeface="Arial"/>
              </a:rPr>
              <a:t>Definir Novo Formato de Número</a:t>
            </a:r>
            <a:r>
              <a:rPr lang="pt-BR" sz="1400">
                <a:solidFill>
                  <a:schemeClr val="dk1"/>
                </a:solidFill>
                <a:latin typeface="Arial"/>
                <a:ea typeface="Arial"/>
                <a:cs typeface="Arial"/>
                <a:sym typeface="Arial"/>
              </a:rPr>
              <a:t>”.</a:t>
            </a:r>
            <a:endParaRPr sz="1100"/>
          </a:p>
        </p:txBody>
      </p:sp>
      <p:sp>
        <p:nvSpPr>
          <p:cNvPr id="173" name="Google Shape;173;p11"/>
          <p:cNvSpPr txBox="1"/>
          <p:nvPr/>
        </p:nvSpPr>
        <p:spPr>
          <a:xfrm>
            <a:off x="176146" y="2507298"/>
            <a:ext cx="8898900" cy="5028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lang="pt-BR" sz="1400">
                <a:solidFill>
                  <a:schemeClr val="dk1"/>
                </a:solidFill>
                <a:latin typeface="Arial"/>
                <a:ea typeface="Arial"/>
                <a:cs typeface="Arial"/>
                <a:sym typeface="Arial"/>
              </a:rPr>
              <a:t>Dica: Use listas para organizar bem as ideias no seu texto. Evite misturar marcadores e números na mesma sequência.</a:t>
            </a:r>
            <a:endParaRPr sz="11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2"/>
          <p:cNvSpPr/>
          <p:nvPr/>
        </p:nvSpPr>
        <p:spPr>
          <a:xfrm>
            <a:off x="0" y="-104383"/>
            <a:ext cx="9144000" cy="793200"/>
          </a:xfrm>
          <a:prstGeom prst="rect">
            <a:avLst/>
          </a:prstGeom>
          <a:solidFill>
            <a:srgbClr val="2D83D4"/>
          </a:solidFill>
          <a:ln cap="flat" cmpd="sng" w="19050">
            <a:solidFill>
              <a:srgbClr val="2D83D4"/>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spcBef>
                <a:spcPts val="0"/>
              </a:spcBef>
              <a:spcAft>
                <a:spcPts val="0"/>
              </a:spcAft>
              <a:buNone/>
            </a:pPr>
            <a:r>
              <a:rPr b="1" lang="pt-BR" sz="1900">
                <a:solidFill>
                  <a:schemeClr val="lt1"/>
                </a:solidFill>
                <a:latin typeface="Arial"/>
                <a:ea typeface="Arial"/>
                <a:cs typeface="Arial"/>
                <a:sym typeface="Arial"/>
              </a:rPr>
              <a:t>CRIANDO TEXTOS EM COLUNAS</a:t>
            </a:r>
            <a:endParaRPr b="1" sz="1700">
              <a:solidFill>
                <a:schemeClr val="lt1"/>
              </a:solidFill>
              <a:latin typeface="Arial"/>
              <a:ea typeface="Arial"/>
              <a:cs typeface="Arial"/>
              <a:sym typeface="Arial"/>
            </a:endParaRPr>
          </a:p>
        </p:txBody>
      </p:sp>
      <p:sp>
        <p:nvSpPr>
          <p:cNvPr id="180" name="Google Shape;180;p12"/>
          <p:cNvSpPr txBox="1"/>
          <p:nvPr/>
        </p:nvSpPr>
        <p:spPr>
          <a:xfrm>
            <a:off x="147963" y="887569"/>
            <a:ext cx="8842500" cy="7182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Clr>
                <a:schemeClr val="dk1"/>
              </a:buClr>
              <a:buSzPts val="1400"/>
              <a:buFont typeface="Arial"/>
              <a:buNone/>
            </a:pPr>
            <a:r>
              <a:rPr lang="pt-BR" sz="1400">
                <a:solidFill>
                  <a:schemeClr val="dk1"/>
                </a:solidFill>
                <a:latin typeface="Arial"/>
                <a:ea typeface="Arial"/>
                <a:cs typeface="Arial"/>
                <a:sym typeface="Arial"/>
              </a:rPr>
              <a:t>Em </a:t>
            </a:r>
            <a:r>
              <a:rPr b="1" lang="pt-BR" sz="1400">
                <a:solidFill>
                  <a:schemeClr val="dk1"/>
                </a:solidFill>
                <a:latin typeface="Arial"/>
                <a:ea typeface="Arial"/>
                <a:cs typeface="Arial"/>
                <a:sym typeface="Arial"/>
              </a:rPr>
              <a:t>jornais, revistas e livros</a:t>
            </a:r>
            <a:r>
              <a:rPr lang="pt-BR" sz="1400">
                <a:solidFill>
                  <a:schemeClr val="dk1"/>
                </a:solidFill>
                <a:latin typeface="Arial"/>
                <a:ea typeface="Arial"/>
                <a:cs typeface="Arial"/>
                <a:sym typeface="Arial"/>
              </a:rPr>
              <a:t>, é comum encontrar textos divididos em </a:t>
            </a:r>
            <a:r>
              <a:rPr b="1" lang="pt-BR" sz="1400">
                <a:solidFill>
                  <a:schemeClr val="dk1"/>
                </a:solidFill>
                <a:latin typeface="Arial"/>
                <a:ea typeface="Arial"/>
                <a:cs typeface="Arial"/>
                <a:sym typeface="Arial"/>
              </a:rPr>
              <a:t>colunas</a:t>
            </a:r>
            <a:r>
              <a:rPr lang="pt-BR" sz="1400">
                <a:solidFill>
                  <a:schemeClr val="dk1"/>
                </a:solidFill>
                <a:latin typeface="Arial"/>
                <a:ea typeface="Arial"/>
                <a:cs typeface="Arial"/>
                <a:sym typeface="Arial"/>
              </a:rPr>
              <a:t>, o que facilita a leitura e dá um visual mais organizado e profissional.</a:t>
            </a:r>
            <a:endParaRPr sz="1100"/>
          </a:p>
          <a:p>
            <a:pPr indent="0" lvl="0" marL="0" marR="0" rtl="0" algn="l">
              <a:spcBef>
                <a:spcPts val="0"/>
              </a:spcBef>
              <a:spcAft>
                <a:spcPts val="0"/>
              </a:spcAft>
              <a:buNone/>
            </a:pPr>
            <a:r>
              <a:rPr lang="pt-BR" sz="1400">
                <a:solidFill>
                  <a:schemeClr val="dk1"/>
                </a:solidFill>
                <a:latin typeface="Arial"/>
                <a:ea typeface="Arial"/>
                <a:cs typeface="Arial"/>
                <a:sym typeface="Arial"/>
              </a:rPr>
              <a:t>No </a:t>
            </a:r>
            <a:r>
              <a:rPr b="1" lang="pt-BR" sz="1400">
                <a:solidFill>
                  <a:schemeClr val="dk1"/>
                </a:solidFill>
                <a:latin typeface="Arial"/>
                <a:ea typeface="Arial"/>
                <a:cs typeface="Arial"/>
                <a:sym typeface="Arial"/>
              </a:rPr>
              <a:t>Microsoft Word</a:t>
            </a:r>
            <a:r>
              <a:rPr lang="pt-BR" sz="1400">
                <a:solidFill>
                  <a:schemeClr val="dk1"/>
                </a:solidFill>
                <a:latin typeface="Arial"/>
                <a:ea typeface="Arial"/>
                <a:cs typeface="Arial"/>
                <a:sym typeface="Arial"/>
              </a:rPr>
              <a:t>, esse efeito também pode ser aplicado facilmente por meio da ferramenta </a:t>
            </a:r>
            <a:r>
              <a:rPr b="1" lang="pt-BR" sz="1400">
                <a:solidFill>
                  <a:schemeClr val="dk1"/>
                </a:solidFill>
                <a:latin typeface="Arial"/>
                <a:ea typeface="Arial"/>
                <a:cs typeface="Arial"/>
                <a:sym typeface="Arial"/>
              </a:rPr>
              <a:t>Colunas</a:t>
            </a:r>
            <a:r>
              <a:rPr lang="pt-BR" sz="1400">
                <a:solidFill>
                  <a:schemeClr val="dk1"/>
                </a:solidFill>
                <a:latin typeface="Arial"/>
                <a:ea typeface="Arial"/>
                <a:cs typeface="Arial"/>
                <a:sym typeface="Arial"/>
              </a:rPr>
              <a:t>.</a:t>
            </a:r>
            <a:endParaRPr sz="1100"/>
          </a:p>
        </p:txBody>
      </p:sp>
      <p:sp>
        <p:nvSpPr>
          <p:cNvPr id="181" name="Google Shape;181;p12"/>
          <p:cNvSpPr txBox="1"/>
          <p:nvPr/>
        </p:nvSpPr>
        <p:spPr>
          <a:xfrm>
            <a:off x="147964" y="1771833"/>
            <a:ext cx="8842500" cy="17958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Clr>
                <a:schemeClr val="dk1"/>
              </a:buClr>
              <a:buSzPts val="1400"/>
              <a:buFont typeface="Arial"/>
              <a:buNone/>
            </a:pPr>
            <a:r>
              <a:rPr b="1" lang="pt-BR" sz="1400">
                <a:solidFill>
                  <a:schemeClr val="dk1"/>
                </a:solidFill>
                <a:latin typeface="Arial"/>
                <a:ea typeface="Arial"/>
                <a:cs typeface="Arial"/>
                <a:sym typeface="Arial"/>
              </a:rPr>
              <a:t>Como aplicar colunas no Word</a:t>
            </a:r>
            <a:endParaRPr sz="1100"/>
          </a:p>
          <a:p>
            <a:pPr indent="-88900" lvl="0" marL="0" marR="0" rtl="0" algn="l">
              <a:spcBef>
                <a:spcPts val="0"/>
              </a:spcBef>
              <a:spcAft>
                <a:spcPts val="0"/>
              </a:spcAft>
              <a:buClr>
                <a:schemeClr val="dk1"/>
              </a:buClr>
              <a:buSzPts val="1400"/>
              <a:buAutoNum type="arabicPeriod"/>
            </a:pPr>
            <a:r>
              <a:rPr lang="pt-BR" sz="1400">
                <a:solidFill>
                  <a:schemeClr val="dk1"/>
                </a:solidFill>
                <a:latin typeface="Arial"/>
                <a:ea typeface="Arial"/>
                <a:cs typeface="Arial"/>
                <a:sym typeface="Arial"/>
              </a:rPr>
              <a:t> Vá até a </a:t>
            </a:r>
            <a:r>
              <a:rPr b="1" lang="pt-BR" sz="1400">
                <a:solidFill>
                  <a:schemeClr val="dk1"/>
                </a:solidFill>
                <a:latin typeface="Arial"/>
                <a:ea typeface="Arial"/>
                <a:cs typeface="Arial"/>
                <a:sym typeface="Arial"/>
              </a:rPr>
              <a:t>guia “Layout da Página”</a:t>
            </a:r>
            <a:r>
              <a:rPr lang="pt-BR" sz="1400">
                <a:solidFill>
                  <a:schemeClr val="dk1"/>
                </a:solidFill>
                <a:latin typeface="Arial"/>
                <a:ea typeface="Arial"/>
                <a:cs typeface="Arial"/>
                <a:sym typeface="Arial"/>
              </a:rPr>
              <a:t>.</a:t>
            </a:r>
            <a:endParaRPr sz="1100"/>
          </a:p>
          <a:p>
            <a:pPr indent="-88900" lvl="0" marL="0" marR="0" rtl="0" algn="l">
              <a:spcBef>
                <a:spcPts val="0"/>
              </a:spcBef>
              <a:spcAft>
                <a:spcPts val="0"/>
              </a:spcAft>
              <a:buClr>
                <a:schemeClr val="dk1"/>
              </a:buClr>
              <a:buSzPts val="1400"/>
              <a:buAutoNum type="arabicPeriod"/>
            </a:pPr>
            <a:r>
              <a:rPr lang="pt-BR" sz="1400">
                <a:solidFill>
                  <a:schemeClr val="dk1"/>
                </a:solidFill>
                <a:latin typeface="Arial"/>
                <a:ea typeface="Arial"/>
                <a:cs typeface="Arial"/>
                <a:sym typeface="Arial"/>
              </a:rPr>
              <a:t> No grupo </a:t>
            </a:r>
            <a:r>
              <a:rPr b="1" lang="pt-BR" sz="1400">
                <a:solidFill>
                  <a:schemeClr val="dk1"/>
                </a:solidFill>
                <a:latin typeface="Arial"/>
                <a:ea typeface="Arial"/>
                <a:cs typeface="Arial"/>
                <a:sym typeface="Arial"/>
              </a:rPr>
              <a:t>“Configurar Página”</a:t>
            </a:r>
            <a:r>
              <a:rPr lang="pt-BR" sz="1400">
                <a:solidFill>
                  <a:schemeClr val="dk1"/>
                </a:solidFill>
                <a:latin typeface="Arial"/>
                <a:ea typeface="Arial"/>
                <a:cs typeface="Arial"/>
                <a:sym typeface="Arial"/>
              </a:rPr>
              <a:t>, clique em </a:t>
            </a:r>
            <a:r>
              <a:rPr b="1" lang="pt-BR" sz="1400">
                <a:solidFill>
                  <a:schemeClr val="dk1"/>
                </a:solidFill>
                <a:latin typeface="Arial"/>
                <a:ea typeface="Arial"/>
                <a:cs typeface="Arial"/>
                <a:sym typeface="Arial"/>
              </a:rPr>
              <a:t>“Colunas”</a:t>
            </a:r>
            <a:r>
              <a:rPr lang="pt-BR" sz="1400">
                <a:solidFill>
                  <a:schemeClr val="dk1"/>
                </a:solidFill>
                <a:latin typeface="Arial"/>
                <a:ea typeface="Arial"/>
                <a:cs typeface="Arial"/>
                <a:sym typeface="Arial"/>
              </a:rPr>
              <a:t>.</a:t>
            </a:r>
            <a:endParaRPr sz="1100"/>
          </a:p>
          <a:p>
            <a:pPr indent="-88900" lvl="0" marL="0" marR="0" rtl="0" algn="l">
              <a:spcBef>
                <a:spcPts val="0"/>
              </a:spcBef>
              <a:spcAft>
                <a:spcPts val="0"/>
              </a:spcAft>
              <a:buClr>
                <a:schemeClr val="dk1"/>
              </a:buClr>
              <a:buSzPts val="1400"/>
              <a:buAutoNum type="arabicPeriod"/>
            </a:pPr>
            <a:r>
              <a:rPr lang="pt-BR" sz="1400">
                <a:solidFill>
                  <a:schemeClr val="dk1"/>
                </a:solidFill>
                <a:latin typeface="Arial"/>
                <a:ea typeface="Arial"/>
                <a:cs typeface="Arial"/>
                <a:sym typeface="Arial"/>
              </a:rPr>
              <a:t> Escolha o número de colunas desejado:</a:t>
            </a:r>
            <a:endParaRPr sz="1100"/>
          </a:p>
          <a:p>
            <a:pPr indent="-228600" lvl="1" marL="584200" marR="0" rtl="0" algn="l">
              <a:spcBef>
                <a:spcPts val="0"/>
              </a:spcBef>
              <a:spcAft>
                <a:spcPts val="0"/>
              </a:spcAft>
              <a:buClr>
                <a:schemeClr val="dk1"/>
              </a:buClr>
              <a:buSzPts val="1400"/>
              <a:buAutoNum type="arabicPeriod"/>
            </a:pPr>
            <a:r>
              <a:rPr b="0" i="0" lang="pt-BR" sz="1400" u="none" cap="none" strike="noStrike">
                <a:solidFill>
                  <a:schemeClr val="dk1"/>
                </a:solidFill>
                <a:latin typeface="Arial"/>
                <a:ea typeface="Arial"/>
                <a:cs typeface="Arial"/>
                <a:sym typeface="Arial"/>
              </a:rPr>
              <a:t>Uma coluna (padrão)</a:t>
            </a:r>
            <a:endParaRPr sz="1100"/>
          </a:p>
          <a:p>
            <a:pPr indent="-228600" lvl="1" marL="584200" marR="0" rtl="0" algn="l">
              <a:spcBef>
                <a:spcPts val="0"/>
              </a:spcBef>
              <a:spcAft>
                <a:spcPts val="0"/>
              </a:spcAft>
              <a:buClr>
                <a:schemeClr val="dk1"/>
              </a:buClr>
              <a:buSzPts val="1400"/>
              <a:buAutoNum type="arabicPeriod"/>
            </a:pPr>
            <a:r>
              <a:rPr b="0" i="0" lang="pt-BR" sz="1400" u="none" cap="none" strike="noStrike">
                <a:solidFill>
                  <a:schemeClr val="dk1"/>
                </a:solidFill>
                <a:latin typeface="Arial"/>
                <a:ea typeface="Arial"/>
                <a:cs typeface="Arial"/>
                <a:sym typeface="Arial"/>
              </a:rPr>
              <a:t>Duas colunas (mais usado em jornais)</a:t>
            </a:r>
            <a:endParaRPr sz="1100"/>
          </a:p>
          <a:p>
            <a:pPr indent="-228600" lvl="1" marL="584200" marR="0" rtl="0" algn="l">
              <a:spcBef>
                <a:spcPts val="0"/>
              </a:spcBef>
              <a:spcAft>
                <a:spcPts val="0"/>
              </a:spcAft>
              <a:buClr>
                <a:schemeClr val="dk1"/>
              </a:buClr>
              <a:buSzPts val="1400"/>
              <a:buAutoNum type="arabicPeriod"/>
            </a:pPr>
            <a:r>
              <a:rPr b="0" i="0" lang="pt-BR" sz="1400" u="none" cap="none" strike="noStrike">
                <a:solidFill>
                  <a:schemeClr val="dk1"/>
                </a:solidFill>
                <a:latin typeface="Arial"/>
                <a:ea typeface="Arial"/>
                <a:cs typeface="Arial"/>
                <a:sym typeface="Arial"/>
              </a:rPr>
              <a:t>Três colunas</a:t>
            </a:r>
            <a:endParaRPr sz="1100"/>
          </a:p>
          <a:p>
            <a:pPr indent="-228600" lvl="1" marL="584200" marR="0" rtl="0" algn="l">
              <a:spcBef>
                <a:spcPts val="0"/>
              </a:spcBef>
              <a:spcAft>
                <a:spcPts val="0"/>
              </a:spcAft>
              <a:buClr>
                <a:schemeClr val="dk1"/>
              </a:buClr>
              <a:buSzPts val="1400"/>
              <a:buAutoNum type="arabicPeriod"/>
            </a:pPr>
            <a:r>
              <a:rPr b="0" i="0" lang="pt-BR" sz="1400" u="none" cap="none" strike="noStrike">
                <a:solidFill>
                  <a:schemeClr val="dk1"/>
                </a:solidFill>
                <a:latin typeface="Arial"/>
                <a:ea typeface="Arial"/>
                <a:cs typeface="Arial"/>
                <a:sym typeface="Arial"/>
              </a:rPr>
              <a:t>Ou clique em </a:t>
            </a:r>
            <a:r>
              <a:rPr b="1" i="0" lang="pt-BR" sz="1400" u="none" cap="none" strike="noStrike">
                <a:solidFill>
                  <a:schemeClr val="dk1"/>
                </a:solidFill>
                <a:latin typeface="Arial"/>
                <a:ea typeface="Arial"/>
                <a:cs typeface="Arial"/>
                <a:sym typeface="Arial"/>
              </a:rPr>
              <a:t>“Mais Colunas…”</a:t>
            </a:r>
            <a:r>
              <a:rPr b="0" i="0" lang="pt-BR" sz="1400" u="none" cap="none" strike="noStrike">
                <a:solidFill>
                  <a:schemeClr val="dk1"/>
                </a:solidFill>
                <a:latin typeface="Arial"/>
                <a:ea typeface="Arial"/>
                <a:cs typeface="Arial"/>
                <a:sym typeface="Arial"/>
              </a:rPr>
              <a:t> para personalizar a largura e o espaçamento</a:t>
            </a:r>
            <a:endParaRPr sz="1100"/>
          </a:p>
        </p:txBody>
      </p:sp>
      <p:sp>
        <p:nvSpPr>
          <p:cNvPr id="182" name="Google Shape;182;p12"/>
          <p:cNvSpPr txBox="1"/>
          <p:nvPr/>
        </p:nvSpPr>
        <p:spPr>
          <a:xfrm>
            <a:off x="147963" y="3936758"/>
            <a:ext cx="8842500" cy="5028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lang="pt-BR" sz="1400">
                <a:solidFill>
                  <a:schemeClr val="dk1"/>
                </a:solidFill>
                <a:latin typeface="Arial"/>
                <a:ea typeface="Arial"/>
                <a:cs typeface="Arial"/>
                <a:sym typeface="Arial"/>
              </a:rPr>
              <a:t>Dica: Após digitar o texto, aplique </a:t>
            </a:r>
            <a:r>
              <a:rPr b="1" lang="pt-BR" sz="1400">
                <a:solidFill>
                  <a:schemeClr val="dk1"/>
                </a:solidFill>
                <a:latin typeface="Arial"/>
                <a:ea typeface="Arial"/>
                <a:cs typeface="Arial"/>
                <a:sym typeface="Arial"/>
              </a:rPr>
              <a:t>duas colunas</a:t>
            </a:r>
            <a:r>
              <a:rPr lang="pt-BR" sz="1400">
                <a:solidFill>
                  <a:schemeClr val="dk1"/>
                </a:solidFill>
                <a:latin typeface="Arial"/>
                <a:ea typeface="Arial"/>
                <a:cs typeface="Arial"/>
                <a:sym typeface="Arial"/>
              </a:rPr>
              <a:t> e observe como a leitura muda. Lembre-se de alinhar o texto justificado para um visual mais limpo</a:t>
            </a:r>
            <a:endParaRPr sz="11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3"/>
          <p:cNvSpPr/>
          <p:nvPr/>
        </p:nvSpPr>
        <p:spPr>
          <a:xfrm>
            <a:off x="0" y="-104383"/>
            <a:ext cx="9144000" cy="793200"/>
          </a:xfrm>
          <a:prstGeom prst="rect">
            <a:avLst/>
          </a:prstGeom>
          <a:solidFill>
            <a:srgbClr val="2D83D4"/>
          </a:solidFill>
          <a:ln cap="flat" cmpd="sng" w="19050">
            <a:solidFill>
              <a:srgbClr val="2D83D4"/>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spcBef>
                <a:spcPts val="0"/>
              </a:spcBef>
              <a:spcAft>
                <a:spcPts val="0"/>
              </a:spcAft>
              <a:buNone/>
            </a:pPr>
            <a:r>
              <a:rPr b="1" lang="pt-BR" sz="1900">
                <a:solidFill>
                  <a:schemeClr val="lt1"/>
                </a:solidFill>
                <a:latin typeface="Arial"/>
                <a:ea typeface="Arial"/>
                <a:cs typeface="Arial"/>
                <a:sym typeface="Arial"/>
              </a:rPr>
              <a:t>CRIANDO TEXTOS EM COLUNAS</a:t>
            </a:r>
            <a:endParaRPr b="1" sz="1700">
              <a:solidFill>
                <a:schemeClr val="lt1"/>
              </a:solidFill>
              <a:latin typeface="Arial"/>
              <a:ea typeface="Arial"/>
              <a:cs typeface="Arial"/>
              <a:sym typeface="Arial"/>
            </a:endParaRPr>
          </a:p>
        </p:txBody>
      </p:sp>
      <p:sp>
        <p:nvSpPr>
          <p:cNvPr id="189" name="Google Shape;189;p13"/>
          <p:cNvSpPr/>
          <p:nvPr/>
        </p:nvSpPr>
        <p:spPr>
          <a:xfrm>
            <a:off x="417443" y="958456"/>
            <a:ext cx="8309100" cy="3077700"/>
          </a:xfrm>
          <a:prstGeom prst="rect">
            <a:avLst/>
          </a:prstGeom>
          <a:noFill/>
          <a:ln>
            <a:noFill/>
          </a:ln>
        </p:spPr>
        <p:txBody>
          <a:bodyPr anchorCtr="0" anchor="ctr" bIns="35550" lIns="71100" spcFirstLastPara="1" rIns="71100" wrap="square" tIns="35550">
            <a:spAutoFit/>
          </a:bodyPr>
          <a:lstStyle/>
          <a:p>
            <a:pPr indent="0" lvl="0" marL="0" marR="0" rtl="0" algn="l">
              <a:lnSpc>
                <a:spcPct val="100000"/>
              </a:lnSpc>
              <a:spcBef>
                <a:spcPts val="0"/>
              </a:spcBef>
              <a:spcAft>
                <a:spcPts val="0"/>
              </a:spcAft>
              <a:buClr>
                <a:schemeClr val="dk1"/>
              </a:buClr>
              <a:buSzPts val="1400"/>
              <a:buFont typeface="Arial"/>
              <a:buNone/>
            </a:pPr>
            <a:r>
              <a:rPr b="1" i="0" lang="pt-BR" sz="1400" u="none" cap="none" strike="noStrike">
                <a:solidFill>
                  <a:schemeClr val="dk1"/>
                </a:solidFill>
                <a:latin typeface="Arial"/>
                <a:ea typeface="Arial"/>
                <a:cs typeface="Arial"/>
                <a:sym typeface="Arial"/>
              </a:rPr>
              <a:t>Texto para digitação e prática:</a:t>
            </a:r>
            <a:endParaRPr sz="1100"/>
          </a:p>
          <a:p>
            <a:pPr indent="0" lvl="0" marL="0" marR="0" rtl="0" algn="l">
              <a:lnSpc>
                <a:spcPct val="100000"/>
              </a:lnSpc>
              <a:spcBef>
                <a:spcPts val="0"/>
              </a:spcBef>
              <a:spcAft>
                <a:spcPts val="0"/>
              </a:spcAft>
              <a:buClr>
                <a:schemeClr val="dk1"/>
              </a:buClr>
              <a:buSzPts val="1400"/>
              <a:buFont typeface="Arial"/>
              <a:buNone/>
            </a:pPr>
            <a:r>
              <a:rPr b="1" i="0" lang="pt-BR" sz="1400" u="none" cap="none" strike="noStrike">
                <a:solidFill>
                  <a:schemeClr val="dk1"/>
                </a:solidFill>
                <a:latin typeface="Arial"/>
                <a:ea typeface="Arial"/>
                <a:cs typeface="Arial"/>
                <a:sym typeface="Arial"/>
              </a:rPr>
              <a:t>Título: A Biblioteca dos Sussurros</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rPr b="0" i="0" lang="pt-BR" sz="1400" u="none" cap="none" strike="noStrike">
                <a:solidFill>
                  <a:schemeClr val="dk1"/>
                </a:solidFill>
                <a:latin typeface="Arial"/>
                <a:ea typeface="Arial"/>
                <a:cs typeface="Arial"/>
                <a:sym typeface="Arial"/>
              </a:rPr>
              <a:t>Ninguém sabia ao certo onde ficava, mas todos que ousavam procurá-la... eventualmente encontravam.</a:t>
            </a:r>
            <a:br>
              <a:rPr b="0" i="0" lang="pt-BR" sz="1400" u="none" cap="none" strike="noStrike">
                <a:solidFill>
                  <a:schemeClr val="dk1"/>
                </a:solidFill>
                <a:latin typeface="Arial"/>
                <a:ea typeface="Arial"/>
                <a:cs typeface="Arial"/>
                <a:sym typeface="Arial"/>
              </a:rPr>
            </a:br>
            <a:r>
              <a:rPr b="0" i="0" lang="pt-BR" sz="1400" u="none" cap="none" strike="noStrike">
                <a:solidFill>
                  <a:schemeClr val="dk1"/>
                </a:solidFill>
                <a:latin typeface="Arial"/>
                <a:ea typeface="Arial"/>
                <a:cs typeface="Arial"/>
                <a:sym typeface="Arial"/>
              </a:rPr>
              <a:t>A </a:t>
            </a:r>
            <a:r>
              <a:rPr b="1" i="0" lang="pt-BR" sz="1400" u="none" cap="none" strike="noStrike">
                <a:solidFill>
                  <a:schemeClr val="dk1"/>
                </a:solidFill>
                <a:latin typeface="Arial"/>
                <a:ea typeface="Arial"/>
                <a:cs typeface="Arial"/>
                <a:sym typeface="Arial"/>
              </a:rPr>
              <a:t>Biblioteca dos Sussurros</a:t>
            </a:r>
            <a:r>
              <a:rPr b="0" i="0" lang="pt-BR" sz="1400" u="none" cap="none" strike="noStrike">
                <a:solidFill>
                  <a:schemeClr val="dk1"/>
                </a:solidFill>
                <a:latin typeface="Arial"/>
                <a:ea typeface="Arial"/>
                <a:cs typeface="Arial"/>
                <a:sym typeface="Arial"/>
              </a:rPr>
              <a:t> não tinha portas, nem paredes. Ela aparecia apenas para aqueles que </a:t>
            </a:r>
            <a:r>
              <a:rPr b="1" i="0" lang="pt-BR" sz="1400" u="none" cap="none" strike="noStrike">
                <a:solidFill>
                  <a:schemeClr val="dk1"/>
                </a:solidFill>
                <a:latin typeface="Arial"/>
                <a:ea typeface="Arial"/>
                <a:cs typeface="Arial"/>
                <a:sym typeface="Arial"/>
              </a:rPr>
              <a:t>realmente precisavam ouvir uma história esquecida</a:t>
            </a:r>
            <a:r>
              <a:rPr b="0" i="0" lang="pt-BR" sz="1400" u="none" cap="none" strike="noStrike">
                <a:solidFill>
                  <a:schemeClr val="dk1"/>
                </a:solidFill>
                <a:latin typeface="Arial"/>
                <a:ea typeface="Arial"/>
                <a:cs typeface="Arial"/>
                <a:sym typeface="Arial"/>
              </a:rPr>
              <a:t>.</a:t>
            </a:r>
            <a:endParaRPr sz="1100"/>
          </a:p>
          <a:p>
            <a:pPr indent="0" lvl="0" marL="0" marR="0" rtl="0" algn="l">
              <a:lnSpc>
                <a:spcPct val="100000"/>
              </a:lnSpc>
              <a:spcBef>
                <a:spcPts val="0"/>
              </a:spcBef>
              <a:spcAft>
                <a:spcPts val="0"/>
              </a:spcAft>
              <a:buClr>
                <a:schemeClr val="dk1"/>
              </a:buClr>
              <a:buSzPts val="1400"/>
              <a:buFont typeface="Arial"/>
              <a:buNone/>
            </a:pPr>
            <a:r>
              <a:rPr b="0" i="0" lang="pt-BR" sz="1400" u="none" cap="none" strike="noStrike">
                <a:solidFill>
                  <a:schemeClr val="dk1"/>
                </a:solidFill>
                <a:latin typeface="Arial"/>
                <a:ea typeface="Arial"/>
                <a:cs typeface="Arial"/>
                <a:sym typeface="Arial"/>
              </a:rPr>
              <a:t>Em seu interior, os livros sussurravam. Sim, sussurravam. Alguns contavam segredos antigos, outros murmuravam receitas de poções há muito banidas. Havia até um que narrava os sonhos do próprio leitor antes que ele adormecesse.</a:t>
            </a:r>
            <a:endParaRPr sz="1100"/>
          </a:p>
          <a:p>
            <a:pPr indent="0" lvl="0" marL="0" marR="0" rtl="0" algn="l">
              <a:lnSpc>
                <a:spcPct val="100000"/>
              </a:lnSpc>
              <a:spcBef>
                <a:spcPts val="0"/>
              </a:spcBef>
              <a:spcAft>
                <a:spcPts val="0"/>
              </a:spcAft>
              <a:buClr>
                <a:schemeClr val="dk1"/>
              </a:buClr>
              <a:buSzPts val="1400"/>
              <a:buFont typeface="Arial"/>
              <a:buNone/>
            </a:pPr>
            <a:r>
              <a:rPr b="0" i="0" lang="pt-BR" sz="1400" u="none" cap="none" strike="noStrike">
                <a:solidFill>
                  <a:schemeClr val="dk1"/>
                </a:solidFill>
                <a:latin typeface="Arial"/>
                <a:ea typeface="Arial"/>
                <a:cs typeface="Arial"/>
                <a:sym typeface="Arial"/>
              </a:rPr>
              <a:t>Quando Léo — um jovem aprendiz de feitiçaria — tropeçou por acaso entre as estantes invisíveis, uma voz suave falou com ele:</a:t>
            </a:r>
            <a:endParaRPr sz="1100"/>
          </a:p>
          <a:p>
            <a:pPr indent="0" lvl="0" marL="0" marR="0" rtl="0" algn="l">
              <a:lnSpc>
                <a:spcPct val="100000"/>
              </a:lnSpc>
              <a:spcBef>
                <a:spcPts val="0"/>
              </a:spcBef>
              <a:spcAft>
                <a:spcPts val="0"/>
              </a:spcAft>
              <a:buClr>
                <a:schemeClr val="dk1"/>
              </a:buClr>
              <a:buSzPts val="1400"/>
              <a:buFont typeface="Arial"/>
              <a:buNone/>
            </a:pPr>
            <a:r>
              <a:rPr b="0" i="0" lang="pt-BR" sz="1400" u="none" cap="none" strike="noStrike">
                <a:solidFill>
                  <a:schemeClr val="dk1"/>
                </a:solidFill>
                <a:latin typeface="Arial"/>
                <a:ea typeface="Arial"/>
                <a:cs typeface="Arial"/>
                <a:sym typeface="Arial"/>
              </a:rPr>
              <a:t>“Você está pronto para lembrar... ou para esquecer?”</a:t>
            </a:r>
            <a:endParaRPr sz="1100"/>
          </a:p>
          <a:p>
            <a:pPr indent="0" lvl="0" marL="0" marR="0" rtl="0" algn="l">
              <a:lnSpc>
                <a:spcPct val="100000"/>
              </a:lnSpc>
              <a:spcBef>
                <a:spcPts val="0"/>
              </a:spcBef>
              <a:spcAft>
                <a:spcPts val="0"/>
              </a:spcAft>
              <a:buClr>
                <a:schemeClr val="dk1"/>
              </a:buClr>
              <a:buSzPts val="1400"/>
              <a:buFont typeface="Arial"/>
              <a:buNone/>
            </a:pPr>
            <a:r>
              <a:rPr b="0" i="0" lang="pt-BR" sz="1400" u="none" cap="none" strike="noStrike">
                <a:solidFill>
                  <a:schemeClr val="dk1"/>
                </a:solidFill>
                <a:latin typeface="Arial"/>
                <a:ea typeface="Arial"/>
                <a:cs typeface="Arial"/>
                <a:sym typeface="Arial"/>
              </a:rPr>
              <a:t>Naquele instante, Léo soube que não sairia o mesmo. Cada livro ali tinha alma. E ele estava prestes a ler o primeiro deles.</a:t>
            </a:r>
            <a:endParaRPr sz="11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4"/>
          <p:cNvSpPr/>
          <p:nvPr/>
        </p:nvSpPr>
        <p:spPr>
          <a:xfrm>
            <a:off x="0" y="-104383"/>
            <a:ext cx="9144000" cy="793200"/>
          </a:xfrm>
          <a:prstGeom prst="rect">
            <a:avLst/>
          </a:prstGeom>
          <a:solidFill>
            <a:srgbClr val="2D83D4"/>
          </a:solidFill>
          <a:ln cap="flat" cmpd="sng" w="19050">
            <a:solidFill>
              <a:srgbClr val="2D83D4"/>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spcBef>
                <a:spcPts val="0"/>
              </a:spcBef>
              <a:spcAft>
                <a:spcPts val="0"/>
              </a:spcAft>
              <a:buNone/>
            </a:pPr>
            <a:r>
              <a:rPr b="1" lang="pt-BR" sz="1900">
                <a:solidFill>
                  <a:schemeClr val="lt1"/>
                </a:solidFill>
                <a:latin typeface="Arial"/>
                <a:ea typeface="Arial"/>
                <a:cs typeface="Arial"/>
                <a:sym typeface="Arial"/>
              </a:rPr>
              <a:t>SELECIONANDO O TEXTO CORRETAMENTE PARA DIVIDIR EM COLUNAS</a:t>
            </a:r>
            <a:endParaRPr b="1" sz="1700">
              <a:solidFill>
                <a:schemeClr val="lt1"/>
              </a:solidFill>
              <a:latin typeface="Arial"/>
              <a:ea typeface="Arial"/>
              <a:cs typeface="Arial"/>
              <a:sym typeface="Arial"/>
            </a:endParaRPr>
          </a:p>
        </p:txBody>
      </p:sp>
      <p:sp>
        <p:nvSpPr>
          <p:cNvPr id="196" name="Google Shape;196;p14"/>
          <p:cNvSpPr txBox="1"/>
          <p:nvPr/>
        </p:nvSpPr>
        <p:spPr>
          <a:xfrm>
            <a:off x="380869" y="871267"/>
            <a:ext cx="8382300" cy="11493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Clr>
                <a:schemeClr val="dk1"/>
              </a:buClr>
              <a:buSzPts val="1400"/>
              <a:buFont typeface="Arial"/>
              <a:buNone/>
            </a:pPr>
            <a:r>
              <a:rPr lang="pt-BR" sz="1400">
                <a:solidFill>
                  <a:schemeClr val="dk1"/>
                </a:solidFill>
                <a:latin typeface="Arial"/>
                <a:ea typeface="Arial"/>
                <a:cs typeface="Arial"/>
                <a:sym typeface="Arial"/>
              </a:rPr>
              <a:t>Antes de aplicar o efeito de </a:t>
            </a:r>
            <a:r>
              <a:rPr b="1" lang="pt-BR" sz="1400">
                <a:solidFill>
                  <a:schemeClr val="dk1"/>
                </a:solidFill>
                <a:latin typeface="Arial"/>
                <a:ea typeface="Arial"/>
                <a:cs typeface="Arial"/>
                <a:sym typeface="Arial"/>
              </a:rPr>
              <a:t>colunas</a:t>
            </a:r>
            <a:r>
              <a:rPr lang="pt-BR" sz="1400">
                <a:solidFill>
                  <a:schemeClr val="dk1"/>
                </a:solidFill>
                <a:latin typeface="Arial"/>
                <a:ea typeface="Arial"/>
                <a:cs typeface="Arial"/>
                <a:sym typeface="Arial"/>
              </a:rPr>
              <a:t>, é fundamental que o </a:t>
            </a:r>
            <a:r>
              <a:rPr b="1" lang="pt-BR" sz="1400">
                <a:solidFill>
                  <a:schemeClr val="dk1"/>
                </a:solidFill>
                <a:latin typeface="Arial"/>
                <a:ea typeface="Arial"/>
                <a:cs typeface="Arial"/>
                <a:sym typeface="Arial"/>
              </a:rPr>
              <a:t>texto esteja corretamente selecionado</a:t>
            </a:r>
            <a:r>
              <a:rPr lang="pt-BR" sz="1400">
                <a:solidFill>
                  <a:schemeClr val="dk1"/>
                </a:solidFill>
                <a:latin typeface="Arial"/>
                <a:ea typeface="Arial"/>
                <a:cs typeface="Arial"/>
                <a:sym typeface="Arial"/>
              </a:rPr>
              <a:t>.</a:t>
            </a:r>
            <a:endParaRPr sz="1100"/>
          </a:p>
          <a:p>
            <a:pPr indent="0" lvl="0" marL="0" marR="0" rtl="0" algn="l">
              <a:spcBef>
                <a:spcPts val="0"/>
              </a:spcBef>
              <a:spcAft>
                <a:spcPts val="0"/>
              </a:spcAft>
              <a:buNone/>
            </a:pPr>
            <a:r>
              <a:rPr b="1" lang="pt-BR" sz="1400">
                <a:solidFill>
                  <a:schemeClr val="dk1"/>
                </a:solidFill>
                <a:latin typeface="Arial"/>
                <a:ea typeface="Arial"/>
                <a:cs typeface="Arial"/>
                <a:sym typeface="Arial"/>
              </a:rPr>
              <a:t>Detalhe importante:</a:t>
            </a:r>
            <a:br>
              <a:rPr lang="pt-BR" sz="1400">
                <a:solidFill>
                  <a:schemeClr val="dk1"/>
                </a:solidFill>
                <a:latin typeface="Arial"/>
                <a:ea typeface="Arial"/>
                <a:cs typeface="Arial"/>
                <a:sym typeface="Arial"/>
              </a:rPr>
            </a:br>
            <a:r>
              <a:rPr lang="pt-BR" sz="1400">
                <a:solidFill>
                  <a:schemeClr val="dk1"/>
                </a:solidFill>
                <a:latin typeface="Arial"/>
                <a:ea typeface="Arial"/>
                <a:cs typeface="Arial"/>
                <a:sym typeface="Arial"/>
              </a:rPr>
              <a:t>A seleção deve ir </a:t>
            </a:r>
            <a:r>
              <a:rPr b="1" lang="pt-BR" sz="1400">
                <a:solidFill>
                  <a:schemeClr val="dk1"/>
                </a:solidFill>
                <a:latin typeface="Arial"/>
                <a:ea typeface="Arial"/>
                <a:cs typeface="Arial"/>
                <a:sym typeface="Arial"/>
              </a:rPr>
              <a:t>do início até o último caractere do texto</a:t>
            </a:r>
            <a:r>
              <a:rPr lang="pt-BR" sz="1400">
                <a:solidFill>
                  <a:schemeClr val="dk1"/>
                </a:solidFill>
                <a:latin typeface="Arial"/>
                <a:ea typeface="Arial"/>
                <a:cs typeface="Arial"/>
                <a:sym typeface="Arial"/>
              </a:rPr>
              <a:t>, incluindo o </a:t>
            </a:r>
            <a:r>
              <a:rPr b="1" lang="pt-BR" sz="1400">
                <a:solidFill>
                  <a:schemeClr val="dk1"/>
                </a:solidFill>
                <a:latin typeface="Arial"/>
                <a:ea typeface="Arial"/>
                <a:cs typeface="Arial"/>
                <a:sym typeface="Arial"/>
              </a:rPr>
              <a:t>ponto final</a:t>
            </a:r>
            <a:r>
              <a:rPr lang="pt-BR" sz="1400">
                <a:solidFill>
                  <a:schemeClr val="dk1"/>
                </a:solidFill>
                <a:latin typeface="Arial"/>
                <a:ea typeface="Arial"/>
                <a:cs typeface="Arial"/>
                <a:sym typeface="Arial"/>
              </a:rPr>
              <a:t>.</a:t>
            </a:r>
            <a:br>
              <a:rPr lang="pt-BR" sz="1400">
                <a:solidFill>
                  <a:schemeClr val="dk1"/>
                </a:solidFill>
                <a:latin typeface="Arial"/>
                <a:ea typeface="Arial"/>
                <a:cs typeface="Arial"/>
                <a:sym typeface="Arial"/>
              </a:rPr>
            </a:br>
            <a:r>
              <a:rPr lang="pt-BR" sz="1400">
                <a:solidFill>
                  <a:schemeClr val="dk1"/>
                </a:solidFill>
                <a:latin typeface="Arial"/>
                <a:ea typeface="Arial"/>
                <a:cs typeface="Arial"/>
                <a:sym typeface="Arial"/>
              </a:rPr>
              <a:t>Se você deixar o ponto de fora, o Word pode aplicar o efeito de colunas de forma incorreta — o final do texto pode </a:t>
            </a:r>
            <a:r>
              <a:rPr b="1" lang="pt-BR" sz="1400">
                <a:solidFill>
                  <a:schemeClr val="dk1"/>
                </a:solidFill>
                <a:latin typeface="Arial"/>
                <a:ea typeface="Arial"/>
                <a:cs typeface="Arial"/>
                <a:sym typeface="Arial"/>
              </a:rPr>
              <a:t>ficar fora das colunas</a:t>
            </a:r>
            <a:r>
              <a:rPr lang="pt-BR" sz="1400">
                <a:solidFill>
                  <a:schemeClr val="dk1"/>
                </a:solidFill>
                <a:latin typeface="Arial"/>
                <a:ea typeface="Arial"/>
                <a:cs typeface="Arial"/>
                <a:sym typeface="Arial"/>
              </a:rPr>
              <a:t> ou causar um </a:t>
            </a:r>
            <a:r>
              <a:rPr b="1" lang="pt-BR" sz="1400">
                <a:solidFill>
                  <a:schemeClr val="dk1"/>
                </a:solidFill>
                <a:latin typeface="Arial"/>
                <a:ea typeface="Arial"/>
                <a:cs typeface="Arial"/>
                <a:sym typeface="Arial"/>
              </a:rPr>
              <a:t>quebra visual</a:t>
            </a:r>
            <a:r>
              <a:rPr lang="pt-BR" sz="1400">
                <a:solidFill>
                  <a:schemeClr val="dk1"/>
                </a:solidFill>
                <a:latin typeface="Arial"/>
                <a:ea typeface="Arial"/>
                <a:cs typeface="Arial"/>
                <a:sym typeface="Arial"/>
              </a:rPr>
              <a:t> indesejada.</a:t>
            </a:r>
            <a:endParaRPr sz="1100"/>
          </a:p>
        </p:txBody>
      </p:sp>
      <p:sp>
        <p:nvSpPr>
          <p:cNvPr id="197" name="Google Shape;197;p14"/>
          <p:cNvSpPr txBox="1"/>
          <p:nvPr/>
        </p:nvSpPr>
        <p:spPr>
          <a:xfrm>
            <a:off x="380869" y="2284708"/>
            <a:ext cx="8581500" cy="9339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Clr>
                <a:schemeClr val="dk1"/>
              </a:buClr>
              <a:buSzPts val="1400"/>
              <a:buFont typeface="Arial"/>
              <a:buNone/>
            </a:pPr>
            <a:r>
              <a:rPr b="1" lang="pt-BR" sz="1400">
                <a:solidFill>
                  <a:schemeClr val="dk1"/>
                </a:solidFill>
                <a:latin typeface="Arial"/>
                <a:ea typeface="Arial"/>
                <a:cs typeface="Arial"/>
                <a:sym typeface="Arial"/>
              </a:rPr>
              <a:t>Passo a passo:</a:t>
            </a:r>
            <a:endParaRPr sz="1100"/>
          </a:p>
          <a:p>
            <a:pPr indent="-88900" lvl="0" marL="0" marR="0" rtl="0" algn="l">
              <a:spcBef>
                <a:spcPts val="0"/>
              </a:spcBef>
              <a:spcAft>
                <a:spcPts val="0"/>
              </a:spcAft>
              <a:buClr>
                <a:schemeClr val="dk1"/>
              </a:buClr>
              <a:buSzPts val="1400"/>
              <a:buAutoNum type="arabicPeriod"/>
            </a:pPr>
            <a:r>
              <a:rPr lang="pt-BR" sz="1400">
                <a:solidFill>
                  <a:schemeClr val="dk1"/>
                </a:solidFill>
                <a:latin typeface="Arial"/>
                <a:ea typeface="Arial"/>
                <a:cs typeface="Arial"/>
                <a:sym typeface="Arial"/>
              </a:rPr>
              <a:t>Use o </a:t>
            </a:r>
            <a:r>
              <a:rPr b="1" lang="pt-BR" sz="1400">
                <a:solidFill>
                  <a:schemeClr val="dk1"/>
                </a:solidFill>
                <a:latin typeface="Arial"/>
                <a:ea typeface="Arial"/>
                <a:cs typeface="Arial"/>
                <a:sym typeface="Arial"/>
              </a:rPr>
              <a:t>clique e arraste do mouse</a:t>
            </a:r>
            <a:r>
              <a:rPr lang="pt-BR" sz="1400">
                <a:solidFill>
                  <a:schemeClr val="dk1"/>
                </a:solidFill>
                <a:latin typeface="Arial"/>
                <a:ea typeface="Arial"/>
                <a:cs typeface="Arial"/>
                <a:sym typeface="Arial"/>
              </a:rPr>
              <a:t> para selecionar todo o texto.</a:t>
            </a:r>
            <a:endParaRPr sz="1100"/>
          </a:p>
          <a:p>
            <a:pPr indent="-88900" lvl="0" marL="0" marR="0" rtl="0" algn="l">
              <a:spcBef>
                <a:spcPts val="0"/>
              </a:spcBef>
              <a:spcAft>
                <a:spcPts val="0"/>
              </a:spcAft>
              <a:buClr>
                <a:schemeClr val="dk1"/>
              </a:buClr>
              <a:buSzPts val="1400"/>
              <a:buAutoNum type="arabicPeriod"/>
            </a:pPr>
            <a:r>
              <a:rPr lang="pt-BR" sz="1400">
                <a:solidFill>
                  <a:schemeClr val="dk1"/>
                </a:solidFill>
                <a:latin typeface="Arial"/>
                <a:ea typeface="Arial"/>
                <a:cs typeface="Arial"/>
                <a:sym typeface="Arial"/>
              </a:rPr>
              <a:t>Ou, se preferir, clique no início do texto, </a:t>
            </a:r>
            <a:r>
              <a:rPr b="1" lang="pt-BR" sz="1400">
                <a:solidFill>
                  <a:schemeClr val="dk1"/>
                </a:solidFill>
                <a:latin typeface="Arial"/>
                <a:ea typeface="Arial"/>
                <a:cs typeface="Arial"/>
                <a:sym typeface="Arial"/>
              </a:rPr>
              <a:t>segure a tecla Shift</a:t>
            </a:r>
            <a:r>
              <a:rPr lang="pt-BR" sz="1400">
                <a:solidFill>
                  <a:schemeClr val="dk1"/>
                </a:solidFill>
                <a:latin typeface="Arial"/>
                <a:ea typeface="Arial"/>
                <a:cs typeface="Arial"/>
                <a:sym typeface="Arial"/>
              </a:rPr>
              <a:t> e clique no final (após o ponto).</a:t>
            </a:r>
            <a:endParaRPr sz="1100"/>
          </a:p>
          <a:p>
            <a:pPr indent="-88900" lvl="0" marL="0" marR="0" rtl="0" algn="l">
              <a:spcBef>
                <a:spcPts val="0"/>
              </a:spcBef>
              <a:spcAft>
                <a:spcPts val="0"/>
              </a:spcAft>
              <a:buClr>
                <a:schemeClr val="dk1"/>
              </a:buClr>
              <a:buSzPts val="1400"/>
              <a:buAutoNum type="arabicPeriod"/>
            </a:pPr>
            <a:r>
              <a:rPr lang="pt-BR" sz="1400">
                <a:solidFill>
                  <a:schemeClr val="dk1"/>
                </a:solidFill>
                <a:latin typeface="Arial"/>
                <a:ea typeface="Arial"/>
                <a:cs typeface="Arial"/>
                <a:sym typeface="Arial"/>
              </a:rPr>
              <a:t>Só então, vá até a guia </a:t>
            </a:r>
            <a:r>
              <a:rPr b="1" lang="pt-BR" sz="1400">
                <a:solidFill>
                  <a:schemeClr val="dk1"/>
                </a:solidFill>
                <a:latin typeface="Arial"/>
                <a:ea typeface="Arial"/>
                <a:cs typeface="Arial"/>
                <a:sym typeface="Arial"/>
              </a:rPr>
              <a:t>“Layout da Página”</a:t>
            </a:r>
            <a:r>
              <a:rPr lang="pt-BR" sz="1400">
                <a:solidFill>
                  <a:schemeClr val="dk1"/>
                </a:solidFill>
                <a:latin typeface="Arial"/>
                <a:ea typeface="Arial"/>
                <a:cs typeface="Arial"/>
                <a:sym typeface="Arial"/>
              </a:rPr>
              <a:t>, no grupo </a:t>
            </a:r>
            <a:r>
              <a:rPr b="1" lang="pt-BR" sz="1400">
                <a:solidFill>
                  <a:schemeClr val="dk1"/>
                </a:solidFill>
                <a:latin typeface="Arial"/>
                <a:ea typeface="Arial"/>
                <a:cs typeface="Arial"/>
                <a:sym typeface="Arial"/>
              </a:rPr>
              <a:t>“Configurar Página”</a:t>
            </a:r>
            <a:r>
              <a:rPr lang="pt-BR" sz="1400">
                <a:solidFill>
                  <a:schemeClr val="dk1"/>
                </a:solidFill>
                <a:latin typeface="Arial"/>
                <a:ea typeface="Arial"/>
                <a:cs typeface="Arial"/>
                <a:sym typeface="Arial"/>
              </a:rPr>
              <a:t>, e clique em </a:t>
            </a:r>
            <a:r>
              <a:rPr b="1" lang="pt-BR" sz="1400">
                <a:solidFill>
                  <a:schemeClr val="dk1"/>
                </a:solidFill>
                <a:latin typeface="Arial"/>
                <a:ea typeface="Arial"/>
                <a:cs typeface="Arial"/>
                <a:sym typeface="Arial"/>
              </a:rPr>
              <a:t>“Colunas”</a:t>
            </a:r>
            <a:r>
              <a:rPr lang="pt-BR" sz="1400">
                <a:solidFill>
                  <a:schemeClr val="dk1"/>
                </a:solidFill>
                <a:latin typeface="Arial"/>
                <a:ea typeface="Arial"/>
                <a:cs typeface="Arial"/>
                <a:sym typeface="Arial"/>
              </a:rPr>
              <a:t>.</a:t>
            </a:r>
            <a:endParaRPr sz="1100"/>
          </a:p>
        </p:txBody>
      </p:sp>
      <p:sp>
        <p:nvSpPr>
          <p:cNvPr id="198" name="Google Shape;198;p14"/>
          <p:cNvSpPr txBox="1"/>
          <p:nvPr/>
        </p:nvSpPr>
        <p:spPr>
          <a:xfrm>
            <a:off x="380869" y="3639783"/>
            <a:ext cx="8382300" cy="5028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lang="pt-BR" sz="1400">
                <a:solidFill>
                  <a:schemeClr val="dk1"/>
                </a:solidFill>
                <a:latin typeface="Arial"/>
                <a:ea typeface="Arial"/>
                <a:cs typeface="Arial"/>
                <a:sym typeface="Arial"/>
              </a:rPr>
              <a:t>Dica: Sempre revise se o texto foi selecionado por completo antes de aplicar formatações em grupo. A precisão evita erros visuais no resultado final.</a:t>
            </a:r>
            <a:endParaRPr sz="11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5"/>
          <p:cNvSpPr/>
          <p:nvPr/>
        </p:nvSpPr>
        <p:spPr>
          <a:xfrm>
            <a:off x="0" y="-104383"/>
            <a:ext cx="9144000" cy="793200"/>
          </a:xfrm>
          <a:prstGeom prst="rect">
            <a:avLst/>
          </a:prstGeom>
          <a:solidFill>
            <a:srgbClr val="2D83D4"/>
          </a:solidFill>
          <a:ln cap="flat" cmpd="sng" w="19050">
            <a:solidFill>
              <a:srgbClr val="2D83D4"/>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spcBef>
                <a:spcPts val="0"/>
              </a:spcBef>
              <a:spcAft>
                <a:spcPts val="0"/>
              </a:spcAft>
              <a:buNone/>
            </a:pPr>
            <a:r>
              <a:rPr b="1" lang="pt-BR" sz="1900">
                <a:solidFill>
                  <a:schemeClr val="lt1"/>
                </a:solidFill>
                <a:latin typeface="Arial"/>
                <a:ea typeface="Arial"/>
                <a:cs typeface="Arial"/>
                <a:sym typeface="Arial"/>
              </a:rPr>
              <a:t>PERSONALIZANDO COLUNAS NO WORD</a:t>
            </a:r>
            <a:endParaRPr b="1" sz="1700">
              <a:solidFill>
                <a:schemeClr val="lt1"/>
              </a:solidFill>
              <a:latin typeface="Arial"/>
              <a:ea typeface="Arial"/>
              <a:cs typeface="Arial"/>
              <a:sym typeface="Arial"/>
            </a:endParaRPr>
          </a:p>
        </p:txBody>
      </p:sp>
      <p:sp>
        <p:nvSpPr>
          <p:cNvPr id="205" name="Google Shape;205;p15"/>
          <p:cNvSpPr txBox="1"/>
          <p:nvPr/>
        </p:nvSpPr>
        <p:spPr>
          <a:xfrm>
            <a:off x="380869" y="907852"/>
            <a:ext cx="8382300" cy="11493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Clr>
                <a:schemeClr val="dk1"/>
              </a:buClr>
              <a:buSzPts val="1400"/>
              <a:buFont typeface="Arial"/>
              <a:buNone/>
            </a:pPr>
            <a:r>
              <a:rPr b="1" lang="pt-BR" sz="1400">
                <a:solidFill>
                  <a:schemeClr val="dk1"/>
                </a:solidFill>
                <a:latin typeface="Arial"/>
                <a:ea typeface="Arial"/>
                <a:cs typeface="Arial"/>
                <a:sym typeface="Arial"/>
              </a:rPr>
              <a:t>Ajustando visualmente com a régua</a:t>
            </a:r>
            <a:endParaRPr sz="1100"/>
          </a:p>
          <a:p>
            <a:pPr indent="0" lvl="0" marL="0" marR="0" rtl="0" algn="l">
              <a:spcBef>
                <a:spcPts val="0"/>
              </a:spcBef>
              <a:spcAft>
                <a:spcPts val="0"/>
              </a:spcAft>
              <a:buClr>
                <a:schemeClr val="dk1"/>
              </a:buClr>
              <a:buSzPts val="1400"/>
              <a:buFont typeface="Arial"/>
              <a:buNone/>
            </a:pPr>
            <a:r>
              <a:rPr lang="pt-BR" sz="1400">
                <a:solidFill>
                  <a:schemeClr val="dk1"/>
                </a:solidFill>
                <a:latin typeface="Arial"/>
                <a:ea typeface="Arial"/>
                <a:cs typeface="Arial"/>
                <a:sym typeface="Arial"/>
              </a:rPr>
              <a:t>Assim que o texto é dividido:</a:t>
            </a:r>
            <a:endParaRPr sz="1100"/>
          </a:p>
          <a:p>
            <a:pPr indent="-88900" lvl="0" marL="0" marR="0" rtl="0" algn="l">
              <a:spcBef>
                <a:spcPts val="0"/>
              </a:spcBef>
              <a:spcAft>
                <a:spcPts val="0"/>
              </a:spcAft>
              <a:buClr>
                <a:schemeClr val="dk1"/>
              </a:buClr>
              <a:buSzPts val="1400"/>
              <a:buFont typeface="Arial"/>
              <a:buChar char="•"/>
            </a:pPr>
            <a:r>
              <a:rPr lang="pt-BR" sz="1400">
                <a:solidFill>
                  <a:schemeClr val="dk1"/>
                </a:solidFill>
                <a:latin typeface="Arial"/>
                <a:ea typeface="Arial"/>
                <a:cs typeface="Arial"/>
                <a:sym typeface="Arial"/>
              </a:rPr>
              <a:t> O Word exibe uma </a:t>
            </a:r>
            <a:r>
              <a:rPr b="1" lang="pt-BR" sz="1400">
                <a:solidFill>
                  <a:schemeClr val="dk1"/>
                </a:solidFill>
                <a:latin typeface="Arial"/>
                <a:ea typeface="Arial"/>
                <a:cs typeface="Arial"/>
                <a:sym typeface="Arial"/>
              </a:rPr>
              <a:t>régua para cada coluna</a:t>
            </a:r>
            <a:r>
              <a:rPr lang="pt-BR" sz="1400">
                <a:solidFill>
                  <a:schemeClr val="dk1"/>
                </a:solidFill>
                <a:latin typeface="Arial"/>
                <a:ea typeface="Arial"/>
                <a:cs typeface="Arial"/>
                <a:sym typeface="Arial"/>
              </a:rPr>
              <a:t>.</a:t>
            </a:r>
            <a:endParaRPr sz="1100"/>
          </a:p>
          <a:p>
            <a:pPr indent="-88900" lvl="0" marL="0" marR="0" rtl="0" algn="l">
              <a:spcBef>
                <a:spcPts val="0"/>
              </a:spcBef>
              <a:spcAft>
                <a:spcPts val="0"/>
              </a:spcAft>
              <a:buClr>
                <a:schemeClr val="dk1"/>
              </a:buClr>
              <a:buSzPts val="1400"/>
              <a:buFont typeface="Arial"/>
              <a:buChar char="•"/>
            </a:pPr>
            <a:r>
              <a:rPr lang="pt-BR" sz="1400">
                <a:solidFill>
                  <a:schemeClr val="dk1"/>
                </a:solidFill>
                <a:latin typeface="Arial"/>
                <a:ea typeface="Arial"/>
                <a:cs typeface="Arial"/>
                <a:sym typeface="Arial"/>
              </a:rPr>
              <a:t> Você pode </a:t>
            </a:r>
            <a:r>
              <a:rPr b="1" lang="pt-BR" sz="1400">
                <a:solidFill>
                  <a:schemeClr val="dk1"/>
                </a:solidFill>
                <a:latin typeface="Arial"/>
                <a:ea typeface="Arial"/>
                <a:cs typeface="Arial"/>
                <a:sym typeface="Arial"/>
              </a:rPr>
              <a:t>ajustar a largura</a:t>
            </a:r>
            <a:r>
              <a:rPr lang="pt-BR" sz="1400">
                <a:solidFill>
                  <a:schemeClr val="dk1"/>
                </a:solidFill>
                <a:latin typeface="Arial"/>
                <a:ea typeface="Arial"/>
                <a:cs typeface="Arial"/>
                <a:sym typeface="Arial"/>
              </a:rPr>
              <a:t> das colunas ou o </a:t>
            </a:r>
            <a:r>
              <a:rPr b="1" lang="pt-BR" sz="1400">
                <a:solidFill>
                  <a:schemeClr val="dk1"/>
                </a:solidFill>
                <a:latin typeface="Arial"/>
                <a:ea typeface="Arial"/>
                <a:cs typeface="Arial"/>
                <a:sym typeface="Arial"/>
              </a:rPr>
              <a:t>espaçamento entre elas</a:t>
            </a:r>
            <a:r>
              <a:rPr lang="pt-BR" sz="1400">
                <a:solidFill>
                  <a:schemeClr val="dk1"/>
                </a:solidFill>
                <a:latin typeface="Arial"/>
                <a:ea typeface="Arial"/>
                <a:cs typeface="Arial"/>
                <a:sym typeface="Arial"/>
              </a:rPr>
              <a:t> arrastando os </a:t>
            </a:r>
            <a:r>
              <a:rPr b="1" lang="pt-BR" sz="1400">
                <a:solidFill>
                  <a:schemeClr val="dk1"/>
                </a:solidFill>
                <a:latin typeface="Arial"/>
                <a:ea typeface="Arial"/>
                <a:cs typeface="Arial"/>
                <a:sym typeface="Arial"/>
              </a:rPr>
              <a:t>indicadores de margem</a:t>
            </a:r>
            <a:r>
              <a:rPr lang="pt-BR" sz="1400">
                <a:solidFill>
                  <a:schemeClr val="dk1"/>
                </a:solidFill>
                <a:latin typeface="Arial"/>
                <a:ea typeface="Arial"/>
                <a:cs typeface="Arial"/>
                <a:sym typeface="Arial"/>
              </a:rPr>
              <a:t> com o mouse.</a:t>
            </a:r>
            <a:endParaRPr sz="1100"/>
          </a:p>
        </p:txBody>
      </p:sp>
      <p:sp>
        <p:nvSpPr>
          <p:cNvPr id="206" name="Google Shape;206;p15"/>
          <p:cNvSpPr txBox="1"/>
          <p:nvPr/>
        </p:nvSpPr>
        <p:spPr>
          <a:xfrm>
            <a:off x="380869" y="2271117"/>
            <a:ext cx="8382300" cy="24423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Clr>
                <a:schemeClr val="dk1"/>
              </a:buClr>
              <a:buSzPts val="1400"/>
              <a:buFont typeface="Arial"/>
              <a:buNone/>
            </a:pPr>
            <a:r>
              <a:rPr b="1" lang="pt-BR" sz="1400">
                <a:solidFill>
                  <a:schemeClr val="dk1"/>
                </a:solidFill>
                <a:latin typeface="Arial"/>
                <a:ea typeface="Arial"/>
                <a:cs typeface="Arial"/>
                <a:sym typeface="Arial"/>
              </a:rPr>
              <a:t>Mais Opções de Colunas</a:t>
            </a:r>
            <a:endParaRPr sz="1100"/>
          </a:p>
          <a:p>
            <a:pPr indent="0" lvl="0" marL="0" marR="0" rtl="0" algn="l">
              <a:spcBef>
                <a:spcPts val="0"/>
              </a:spcBef>
              <a:spcAft>
                <a:spcPts val="0"/>
              </a:spcAft>
              <a:buClr>
                <a:schemeClr val="dk1"/>
              </a:buClr>
              <a:buSzPts val="1400"/>
              <a:buFont typeface="Arial"/>
              <a:buNone/>
            </a:pPr>
            <a:r>
              <a:rPr lang="pt-BR" sz="1400">
                <a:solidFill>
                  <a:schemeClr val="dk1"/>
                </a:solidFill>
                <a:latin typeface="Arial"/>
                <a:ea typeface="Arial"/>
                <a:cs typeface="Arial"/>
                <a:sym typeface="Arial"/>
              </a:rPr>
              <a:t>Se quiser mais controle sobre a aparência do texto em colunas:</a:t>
            </a:r>
            <a:endParaRPr sz="1100"/>
          </a:p>
          <a:p>
            <a:pPr indent="-88900" lvl="0" marL="0" marR="0" rtl="0" algn="l">
              <a:spcBef>
                <a:spcPts val="0"/>
              </a:spcBef>
              <a:spcAft>
                <a:spcPts val="0"/>
              </a:spcAft>
              <a:buClr>
                <a:schemeClr val="dk1"/>
              </a:buClr>
              <a:buSzPts val="1400"/>
              <a:buAutoNum type="arabicPeriod"/>
            </a:pPr>
            <a:r>
              <a:rPr lang="pt-BR" sz="1400">
                <a:solidFill>
                  <a:schemeClr val="dk1"/>
                </a:solidFill>
                <a:latin typeface="Arial"/>
                <a:ea typeface="Arial"/>
                <a:cs typeface="Arial"/>
                <a:sym typeface="Arial"/>
              </a:rPr>
              <a:t>Clique novamente em </a:t>
            </a:r>
            <a:r>
              <a:rPr b="1" lang="pt-BR" sz="1400">
                <a:solidFill>
                  <a:schemeClr val="dk1"/>
                </a:solidFill>
                <a:latin typeface="Arial"/>
                <a:ea typeface="Arial"/>
                <a:cs typeface="Arial"/>
                <a:sym typeface="Arial"/>
              </a:rPr>
              <a:t>“Colunas”</a:t>
            </a:r>
            <a:r>
              <a:rPr lang="pt-BR" sz="1400">
                <a:solidFill>
                  <a:schemeClr val="dk1"/>
                </a:solidFill>
                <a:latin typeface="Arial"/>
                <a:ea typeface="Arial"/>
                <a:cs typeface="Arial"/>
                <a:sym typeface="Arial"/>
              </a:rPr>
              <a:t>.</a:t>
            </a:r>
            <a:endParaRPr sz="1100"/>
          </a:p>
          <a:p>
            <a:pPr indent="-88900" lvl="0" marL="0" marR="0" rtl="0" algn="l">
              <a:spcBef>
                <a:spcPts val="0"/>
              </a:spcBef>
              <a:spcAft>
                <a:spcPts val="0"/>
              </a:spcAft>
              <a:buClr>
                <a:schemeClr val="dk1"/>
              </a:buClr>
              <a:buSzPts val="1400"/>
              <a:buAutoNum type="arabicPeriod"/>
            </a:pPr>
            <a:r>
              <a:rPr lang="pt-BR" sz="1400">
                <a:solidFill>
                  <a:schemeClr val="dk1"/>
                </a:solidFill>
                <a:latin typeface="Arial"/>
                <a:ea typeface="Arial"/>
                <a:cs typeface="Arial"/>
                <a:sym typeface="Arial"/>
              </a:rPr>
              <a:t>Na parte inferior do menu, selecione </a:t>
            </a:r>
            <a:r>
              <a:rPr b="1" lang="pt-BR" sz="1400">
                <a:solidFill>
                  <a:schemeClr val="dk1"/>
                </a:solidFill>
                <a:latin typeface="Arial"/>
                <a:ea typeface="Arial"/>
                <a:cs typeface="Arial"/>
                <a:sym typeface="Arial"/>
              </a:rPr>
              <a:t>“Mais Colunas…”</a:t>
            </a:r>
            <a:r>
              <a:rPr lang="pt-BR" sz="1400">
                <a:solidFill>
                  <a:schemeClr val="dk1"/>
                </a:solidFill>
                <a:latin typeface="Arial"/>
                <a:ea typeface="Arial"/>
                <a:cs typeface="Arial"/>
                <a:sym typeface="Arial"/>
              </a:rPr>
              <a:t>.</a:t>
            </a:r>
            <a:endParaRPr sz="1100"/>
          </a:p>
          <a:p>
            <a:pPr indent="-88900" lvl="0" marL="0" marR="0" rtl="0" algn="l">
              <a:spcBef>
                <a:spcPts val="0"/>
              </a:spcBef>
              <a:spcAft>
                <a:spcPts val="0"/>
              </a:spcAft>
              <a:buClr>
                <a:schemeClr val="dk1"/>
              </a:buClr>
              <a:buSzPts val="1400"/>
              <a:buAutoNum type="arabicPeriod"/>
            </a:pPr>
            <a:r>
              <a:rPr lang="pt-BR" sz="1400">
                <a:solidFill>
                  <a:schemeClr val="dk1"/>
                </a:solidFill>
                <a:latin typeface="Arial"/>
                <a:ea typeface="Arial"/>
                <a:cs typeface="Arial"/>
                <a:sym typeface="Arial"/>
              </a:rPr>
              <a:t>Uma nova </a:t>
            </a:r>
            <a:r>
              <a:rPr b="1" lang="pt-BR" sz="1400">
                <a:solidFill>
                  <a:schemeClr val="dk1"/>
                </a:solidFill>
                <a:latin typeface="Arial"/>
                <a:ea typeface="Arial"/>
                <a:cs typeface="Arial"/>
                <a:sym typeface="Arial"/>
              </a:rPr>
              <a:t>janela de configurações</a:t>
            </a:r>
            <a:r>
              <a:rPr lang="pt-BR" sz="1400">
                <a:solidFill>
                  <a:schemeClr val="dk1"/>
                </a:solidFill>
                <a:latin typeface="Arial"/>
                <a:ea typeface="Arial"/>
                <a:cs typeface="Arial"/>
                <a:sym typeface="Arial"/>
              </a:rPr>
              <a:t> será exibida.</a:t>
            </a:r>
            <a:endParaRPr sz="1100"/>
          </a:p>
          <a:p>
            <a:pPr indent="0" lvl="0" marL="0" marR="0" rtl="0" algn="l">
              <a:spcBef>
                <a:spcPts val="0"/>
              </a:spcBef>
              <a:spcAft>
                <a:spcPts val="0"/>
              </a:spcAft>
              <a:buClr>
                <a:schemeClr val="dk1"/>
              </a:buClr>
              <a:buSzPts val="1400"/>
              <a:buFont typeface="Arial"/>
              <a:buNone/>
            </a:pPr>
            <a:r>
              <a:rPr lang="pt-BR" sz="1400">
                <a:solidFill>
                  <a:schemeClr val="dk1"/>
                </a:solidFill>
                <a:latin typeface="Arial"/>
                <a:ea typeface="Arial"/>
                <a:cs typeface="Arial"/>
                <a:sym typeface="Arial"/>
              </a:rPr>
              <a:t>Nessa janela, você pode:</a:t>
            </a:r>
            <a:endParaRPr sz="1100"/>
          </a:p>
          <a:p>
            <a:pPr indent="-88900" lvl="0" marL="0" marR="0" rtl="0" algn="l">
              <a:spcBef>
                <a:spcPts val="0"/>
              </a:spcBef>
              <a:spcAft>
                <a:spcPts val="0"/>
              </a:spcAft>
              <a:buClr>
                <a:schemeClr val="dk1"/>
              </a:buClr>
              <a:buSzPts val="1400"/>
              <a:buFont typeface="Arial"/>
              <a:buChar char="•"/>
            </a:pPr>
            <a:r>
              <a:rPr lang="pt-BR" sz="1400">
                <a:solidFill>
                  <a:schemeClr val="dk1"/>
                </a:solidFill>
                <a:latin typeface="Arial"/>
                <a:ea typeface="Arial"/>
                <a:cs typeface="Arial"/>
                <a:sym typeface="Arial"/>
              </a:rPr>
              <a:t> Criar </a:t>
            </a:r>
            <a:r>
              <a:rPr b="1" lang="pt-BR" sz="1400">
                <a:solidFill>
                  <a:schemeClr val="dk1"/>
                </a:solidFill>
                <a:latin typeface="Arial"/>
                <a:ea typeface="Arial"/>
                <a:cs typeface="Arial"/>
                <a:sym typeface="Arial"/>
              </a:rPr>
              <a:t>mais de três colunas</a:t>
            </a:r>
            <a:endParaRPr sz="1400">
              <a:solidFill>
                <a:schemeClr val="dk1"/>
              </a:solidFill>
              <a:latin typeface="Arial"/>
              <a:ea typeface="Arial"/>
              <a:cs typeface="Arial"/>
              <a:sym typeface="Arial"/>
            </a:endParaRPr>
          </a:p>
          <a:p>
            <a:pPr indent="-88900" lvl="0" marL="0" marR="0" rtl="0" algn="l">
              <a:spcBef>
                <a:spcPts val="0"/>
              </a:spcBef>
              <a:spcAft>
                <a:spcPts val="0"/>
              </a:spcAft>
              <a:buClr>
                <a:schemeClr val="dk1"/>
              </a:buClr>
              <a:buSzPts val="1400"/>
              <a:buFont typeface="Arial"/>
              <a:buChar char="•"/>
            </a:pPr>
            <a:r>
              <a:rPr b="1" lang="pt-BR" sz="1400">
                <a:solidFill>
                  <a:schemeClr val="dk1"/>
                </a:solidFill>
                <a:latin typeface="Arial"/>
                <a:ea typeface="Arial"/>
                <a:cs typeface="Arial"/>
                <a:sym typeface="Arial"/>
              </a:rPr>
              <a:t> Inserir uma linha entre as colunas</a:t>
            </a:r>
            <a:r>
              <a:rPr lang="pt-BR" sz="1400">
                <a:solidFill>
                  <a:schemeClr val="dk1"/>
                </a:solidFill>
                <a:latin typeface="Arial"/>
                <a:ea typeface="Arial"/>
                <a:cs typeface="Arial"/>
                <a:sym typeface="Arial"/>
              </a:rPr>
              <a:t> (opcional)</a:t>
            </a:r>
            <a:endParaRPr sz="1100"/>
          </a:p>
          <a:p>
            <a:pPr indent="-88900" lvl="0" marL="0" marR="0" rtl="0" algn="l">
              <a:spcBef>
                <a:spcPts val="0"/>
              </a:spcBef>
              <a:spcAft>
                <a:spcPts val="0"/>
              </a:spcAft>
              <a:buClr>
                <a:schemeClr val="dk1"/>
              </a:buClr>
              <a:buSzPts val="1400"/>
              <a:buFont typeface="Arial"/>
              <a:buChar char="•"/>
            </a:pPr>
            <a:r>
              <a:rPr lang="pt-BR" sz="1400">
                <a:solidFill>
                  <a:schemeClr val="dk1"/>
                </a:solidFill>
                <a:latin typeface="Arial"/>
                <a:ea typeface="Arial"/>
                <a:cs typeface="Arial"/>
                <a:sym typeface="Arial"/>
              </a:rPr>
              <a:t> Ajustar </a:t>
            </a:r>
            <a:r>
              <a:rPr b="1" lang="pt-BR" sz="1400">
                <a:solidFill>
                  <a:schemeClr val="dk1"/>
                </a:solidFill>
                <a:latin typeface="Arial"/>
                <a:ea typeface="Arial"/>
                <a:cs typeface="Arial"/>
                <a:sym typeface="Arial"/>
              </a:rPr>
              <a:t>a largura de cada coluna</a:t>
            </a:r>
            <a:r>
              <a:rPr lang="pt-BR" sz="1400">
                <a:solidFill>
                  <a:schemeClr val="dk1"/>
                </a:solidFill>
                <a:latin typeface="Arial"/>
                <a:ea typeface="Arial"/>
                <a:cs typeface="Arial"/>
                <a:sym typeface="Arial"/>
              </a:rPr>
              <a:t> manualmente</a:t>
            </a:r>
            <a:endParaRPr sz="1100"/>
          </a:p>
          <a:p>
            <a:pPr indent="-88900" lvl="0" marL="0" marR="0" rtl="0" algn="l">
              <a:spcBef>
                <a:spcPts val="0"/>
              </a:spcBef>
              <a:spcAft>
                <a:spcPts val="0"/>
              </a:spcAft>
              <a:buClr>
                <a:schemeClr val="dk1"/>
              </a:buClr>
              <a:buSzPts val="1400"/>
              <a:buFont typeface="Arial"/>
              <a:buChar char="•"/>
            </a:pPr>
            <a:r>
              <a:rPr lang="pt-BR" sz="1400">
                <a:solidFill>
                  <a:schemeClr val="dk1"/>
                </a:solidFill>
                <a:latin typeface="Arial"/>
                <a:ea typeface="Arial"/>
                <a:cs typeface="Arial"/>
                <a:sym typeface="Arial"/>
              </a:rPr>
              <a:t> Alterar o </a:t>
            </a:r>
            <a:r>
              <a:rPr b="1" lang="pt-BR" sz="1400">
                <a:solidFill>
                  <a:schemeClr val="dk1"/>
                </a:solidFill>
                <a:latin typeface="Arial"/>
                <a:ea typeface="Arial"/>
                <a:cs typeface="Arial"/>
                <a:sym typeface="Arial"/>
              </a:rPr>
              <a:t>espaçamento</a:t>
            </a:r>
            <a:r>
              <a:rPr lang="pt-BR" sz="1400">
                <a:solidFill>
                  <a:schemeClr val="dk1"/>
                </a:solidFill>
                <a:latin typeface="Arial"/>
                <a:ea typeface="Arial"/>
                <a:cs typeface="Arial"/>
                <a:sym typeface="Arial"/>
              </a:rPr>
              <a:t> entre as colunas</a:t>
            </a:r>
            <a:endParaRPr sz="1100"/>
          </a:p>
          <a:p>
            <a:pPr indent="-88900" lvl="0" marL="0" marR="0" rtl="0" algn="l">
              <a:spcBef>
                <a:spcPts val="0"/>
              </a:spcBef>
              <a:spcAft>
                <a:spcPts val="0"/>
              </a:spcAft>
              <a:buClr>
                <a:schemeClr val="dk1"/>
              </a:buClr>
              <a:buSzPts val="1400"/>
              <a:buFont typeface="Arial"/>
              <a:buChar char="•"/>
            </a:pPr>
            <a:r>
              <a:rPr lang="pt-BR" sz="1400">
                <a:solidFill>
                  <a:schemeClr val="dk1"/>
                </a:solidFill>
                <a:latin typeface="Arial"/>
                <a:ea typeface="Arial"/>
                <a:cs typeface="Arial"/>
                <a:sym typeface="Arial"/>
              </a:rPr>
              <a:t> Escolher se as colunas vão ser aplicadas ao texto selecionado ou ao documento inteiro</a:t>
            </a:r>
            <a:endParaRPr sz="11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6"/>
          <p:cNvSpPr/>
          <p:nvPr/>
        </p:nvSpPr>
        <p:spPr>
          <a:xfrm>
            <a:off x="0" y="-104383"/>
            <a:ext cx="9144000" cy="793200"/>
          </a:xfrm>
          <a:prstGeom prst="rect">
            <a:avLst/>
          </a:prstGeom>
          <a:solidFill>
            <a:srgbClr val="2D83D4"/>
          </a:solidFill>
          <a:ln cap="flat" cmpd="sng" w="19050">
            <a:solidFill>
              <a:srgbClr val="2D83D4"/>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spcBef>
                <a:spcPts val="0"/>
              </a:spcBef>
              <a:spcAft>
                <a:spcPts val="0"/>
              </a:spcAft>
              <a:buNone/>
            </a:pPr>
            <a:r>
              <a:rPr b="1" lang="pt-BR" sz="1900">
                <a:solidFill>
                  <a:schemeClr val="lt1"/>
                </a:solidFill>
                <a:latin typeface="Arial"/>
                <a:ea typeface="Arial"/>
                <a:cs typeface="Arial"/>
                <a:sym typeface="Arial"/>
              </a:rPr>
              <a:t>ATIVIDADE FINAL – DIGITAÇÃO E FORMATAÇÃO</a:t>
            </a:r>
            <a:endParaRPr b="1" sz="1700">
              <a:solidFill>
                <a:schemeClr val="lt1"/>
              </a:solidFill>
              <a:latin typeface="Arial"/>
              <a:ea typeface="Arial"/>
              <a:cs typeface="Arial"/>
              <a:sym typeface="Arial"/>
            </a:endParaRPr>
          </a:p>
        </p:txBody>
      </p:sp>
      <p:sp>
        <p:nvSpPr>
          <p:cNvPr id="213" name="Google Shape;213;p16"/>
          <p:cNvSpPr txBox="1"/>
          <p:nvPr/>
        </p:nvSpPr>
        <p:spPr>
          <a:xfrm>
            <a:off x="523745" y="1063239"/>
            <a:ext cx="8335200" cy="15804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Clr>
                <a:schemeClr val="dk1"/>
              </a:buClr>
              <a:buSzPts val="1400"/>
              <a:buFont typeface="Arial"/>
              <a:buNone/>
            </a:pPr>
            <a:r>
              <a:rPr b="1" lang="pt-BR" sz="1400">
                <a:solidFill>
                  <a:schemeClr val="dk1"/>
                </a:solidFill>
                <a:latin typeface="Arial"/>
                <a:ea typeface="Arial"/>
                <a:cs typeface="Arial"/>
                <a:sym typeface="Arial"/>
              </a:rPr>
              <a:t>Regras para a formatação:</a:t>
            </a:r>
            <a:endParaRPr sz="1100"/>
          </a:p>
          <a:p>
            <a:pPr indent="-88900" lvl="0" marL="0" marR="0" rtl="0" algn="l">
              <a:spcBef>
                <a:spcPts val="0"/>
              </a:spcBef>
              <a:spcAft>
                <a:spcPts val="0"/>
              </a:spcAft>
              <a:buClr>
                <a:schemeClr val="dk1"/>
              </a:buClr>
              <a:buSzPts val="1400"/>
              <a:buFont typeface="Arial"/>
              <a:buChar char="•"/>
            </a:pPr>
            <a:r>
              <a:rPr lang="pt-BR" sz="1400">
                <a:solidFill>
                  <a:schemeClr val="dk1"/>
                </a:solidFill>
                <a:latin typeface="Arial"/>
                <a:ea typeface="Arial"/>
                <a:cs typeface="Arial"/>
                <a:sym typeface="Arial"/>
              </a:rPr>
              <a:t> Aplique </a:t>
            </a:r>
            <a:r>
              <a:rPr b="1" lang="pt-BR" sz="1400">
                <a:solidFill>
                  <a:schemeClr val="dk1"/>
                </a:solidFill>
                <a:latin typeface="Arial"/>
                <a:ea typeface="Arial"/>
                <a:cs typeface="Arial"/>
                <a:sym typeface="Arial"/>
              </a:rPr>
              <a:t>letra capitular</a:t>
            </a:r>
            <a:r>
              <a:rPr lang="pt-BR" sz="1400">
                <a:solidFill>
                  <a:schemeClr val="dk1"/>
                </a:solidFill>
                <a:latin typeface="Arial"/>
                <a:ea typeface="Arial"/>
                <a:cs typeface="Arial"/>
                <a:sym typeface="Arial"/>
              </a:rPr>
              <a:t> no primeiro parágrafo</a:t>
            </a:r>
            <a:endParaRPr sz="1100"/>
          </a:p>
          <a:p>
            <a:pPr indent="-88900" lvl="0" marL="0" marR="0" rtl="0" algn="l">
              <a:spcBef>
                <a:spcPts val="0"/>
              </a:spcBef>
              <a:spcAft>
                <a:spcPts val="0"/>
              </a:spcAft>
              <a:buClr>
                <a:schemeClr val="dk1"/>
              </a:buClr>
              <a:buSzPts val="1400"/>
              <a:buFont typeface="Arial"/>
              <a:buChar char="•"/>
            </a:pPr>
            <a:r>
              <a:rPr lang="pt-BR" sz="1400">
                <a:solidFill>
                  <a:schemeClr val="dk1"/>
                </a:solidFill>
                <a:latin typeface="Arial"/>
                <a:ea typeface="Arial"/>
                <a:cs typeface="Arial"/>
                <a:sym typeface="Arial"/>
              </a:rPr>
              <a:t> Divida o texto em </a:t>
            </a:r>
            <a:r>
              <a:rPr b="1" lang="pt-BR" sz="1400">
                <a:solidFill>
                  <a:schemeClr val="dk1"/>
                </a:solidFill>
                <a:latin typeface="Arial"/>
                <a:ea typeface="Arial"/>
                <a:cs typeface="Arial"/>
                <a:sym typeface="Arial"/>
              </a:rPr>
              <a:t>duas colunas</a:t>
            </a:r>
            <a:endParaRPr sz="1400">
              <a:solidFill>
                <a:schemeClr val="dk1"/>
              </a:solidFill>
              <a:latin typeface="Arial"/>
              <a:ea typeface="Arial"/>
              <a:cs typeface="Arial"/>
              <a:sym typeface="Arial"/>
            </a:endParaRPr>
          </a:p>
          <a:p>
            <a:pPr indent="-88900" lvl="0" marL="0" marR="0" rtl="0" algn="l">
              <a:spcBef>
                <a:spcPts val="0"/>
              </a:spcBef>
              <a:spcAft>
                <a:spcPts val="0"/>
              </a:spcAft>
              <a:buClr>
                <a:schemeClr val="dk1"/>
              </a:buClr>
              <a:buSzPts val="1400"/>
              <a:buFont typeface="Arial"/>
              <a:buChar char="•"/>
            </a:pPr>
            <a:r>
              <a:rPr lang="pt-BR" sz="1400">
                <a:solidFill>
                  <a:schemeClr val="dk1"/>
                </a:solidFill>
                <a:latin typeface="Arial"/>
                <a:ea typeface="Arial"/>
                <a:cs typeface="Arial"/>
                <a:sym typeface="Arial"/>
              </a:rPr>
              <a:t> Deixe o texto com </a:t>
            </a:r>
            <a:r>
              <a:rPr b="1" lang="pt-BR" sz="1400">
                <a:solidFill>
                  <a:schemeClr val="dk1"/>
                </a:solidFill>
                <a:latin typeface="Arial"/>
                <a:ea typeface="Arial"/>
                <a:cs typeface="Arial"/>
                <a:sym typeface="Arial"/>
              </a:rPr>
              <a:t>alinhamento justificado</a:t>
            </a:r>
            <a:endParaRPr sz="1400">
              <a:solidFill>
                <a:schemeClr val="dk1"/>
              </a:solidFill>
              <a:latin typeface="Arial"/>
              <a:ea typeface="Arial"/>
              <a:cs typeface="Arial"/>
              <a:sym typeface="Arial"/>
            </a:endParaRPr>
          </a:p>
          <a:p>
            <a:pPr indent="-88900" lvl="0" marL="0" marR="0" rtl="0" algn="l">
              <a:spcBef>
                <a:spcPts val="0"/>
              </a:spcBef>
              <a:spcAft>
                <a:spcPts val="0"/>
              </a:spcAft>
              <a:buClr>
                <a:schemeClr val="dk1"/>
              </a:buClr>
              <a:buSzPts val="1400"/>
              <a:buFont typeface="Arial"/>
              <a:buChar char="•"/>
            </a:pPr>
            <a:r>
              <a:rPr lang="pt-BR" sz="1400">
                <a:solidFill>
                  <a:schemeClr val="dk1"/>
                </a:solidFill>
                <a:latin typeface="Arial"/>
                <a:ea typeface="Arial"/>
                <a:cs typeface="Arial"/>
                <a:sym typeface="Arial"/>
              </a:rPr>
              <a:t> Use </a:t>
            </a:r>
            <a:r>
              <a:rPr b="1" lang="pt-BR" sz="1400">
                <a:solidFill>
                  <a:schemeClr val="dk1"/>
                </a:solidFill>
                <a:latin typeface="Arial"/>
                <a:ea typeface="Arial"/>
                <a:cs typeface="Arial"/>
                <a:sym typeface="Arial"/>
              </a:rPr>
              <a:t>espaçamento entre linhas de 1,5</a:t>
            </a:r>
            <a:endParaRPr sz="1400">
              <a:solidFill>
                <a:schemeClr val="dk1"/>
              </a:solidFill>
              <a:latin typeface="Arial"/>
              <a:ea typeface="Arial"/>
              <a:cs typeface="Arial"/>
              <a:sym typeface="Arial"/>
            </a:endParaRPr>
          </a:p>
          <a:p>
            <a:pPr indent="-88900" lvl="0" marL="0" marR="0" rtl="0" algn="l">
              <a:spcBef>
                <a:spcPts val="0"/>
              </a:spcBef>
              <a:spcAft>
                <a:spcPts val="0"/>
              </a:spcAft>
              <a:buClr>
                <a:schemeClr val="dk1"/>
              </a:buClr>
              <a:buSzPts val="1400"/>
              <a:buFont typeface="Arial"/>
              <a:buChar char="•"/>
            </a:pPr>
            <a:r>
              <a:rPr lang="pt-BR" sz="1400">
                <a:solidFill>
                  <a:schemeClr val="dk1"/>
                </a:solidFill>
                <a:latin typeface="Arial"/>
                <a:ea typeface="Arial"/>
                <a:cs typeface="Arial"/>
                <a:sym typeface="Arial"/>
              </a:rPr>
              <a:t> Destaque </a:t>
            </a:r>
            <a:r>
              <a:rPr b="1" lang="pt-BR" sz="1400">
                <a:solidFill>
                  <a:schemeClr val="dk1"/>
                </a:solidFill>
                <a:latin typeface="Arial"/>
                <a:ea typeface="Arial"/>
                <a:cs typeface="Arial"/>
                <a:sym typeface="Arial"/>
              </a:rPr>
              <a:t>nomes ou falas</a:t>
            </a:r>
            <a:r>
              <a:rPr lang="pt-BR" sz="1400">
                <a:solidFill>
                  <a:schemeClr val="dk1"/>
                </a:solidFill>
                <a:latin typeface="Arial"/>
                <a:ea typeface="Arial"/>
                <a:cs typeface="Arial"/>
                <a:sym typeface="Arial"/>
              </a:rPr>
              <a:t> com </a:t>
            </a:r>
            <a:r>
              <a:rPr b="1" lang="pt-BR" sz="1400">
                <a:solidFill>
                  <a:schemeClr val="dk1"/>
                </a:solidFill>
                <a:latin typeface="Arial"/>
                <a:ea typeface="Arial"/>
                <a:cs typeface="Arial"/>
                <a:sym typeface="Arial"/>
              </a:rPr>
              <a:t>negrito ou itálico</a:t>
            </a:r>
            <a:endParaRPr sz="1400">
              <a:solidFill>
                <a:schemeClr val="dk1"/>
              </a:solidFill>
              <a:latin typeface="Arial"/>
              <a:ea typeface="Arial"/>
              <a:cs typeface="Arial"/>
              <a:sym typeface="Arial"/>
            </a:endParaRPr>
          </a:p>
          <a:p>
            <a:pPr indent="-88900" lvl="0" marL="0" marR="0" rtl="0" algn="l">
              <a:spcBef>
                <a:spcPts val="0"/>
              </a:spcBef>
              <a:spcAft>
                <a:spcPts val="0"/>
              </a:spcAft>
              <a:buClr>
                <a:schemeClr val="dk1"/>
              </a:buClr>
              <a:buSzPts val="1400"/>
              <a:buFont typeface="Arial"/>
              <a:buChar char="•"/>
            </a:pPr>
            <a:r>
              <a:rPr lang="pt-BR" sz="1400">
                <a:solidFill>
                  <a:schemeClr val="dk1"/>
                </a:solidFill>
                <a:latin typeface="Arial"/>
                <a:ea typeface="Arial"/>
                <a:cs typeface="Arial"/>
                <a:sym typeface="Arial"/>
              </a:rPr>
              <a:t> Se quiserem, podem aplicar uma </a:t>
            </a:r>
            <a:r>
              <a:rPr b="1" lang="pt-BR" sz="1400">
                <a:solidFill>
                  <a:schemeClr val="dk1"/>
                </a:solidFill>
                <a:latin typeface="Arial"/>
                <a:ea typeface="Arial"/>
                <a:cs typeface="Arial"/>
                <a:sym typeface="Arial"/>
              </a:rPr>
              <a:t>borda de página discreta</a:t>
            </a:r>
            <a:endParaRPr sz="1400">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7"/>
          <p:cNvSpPr/>
          <p:nvPr/>
        </p:nvSpPr>
        <p:spPr>
          <a:xfrm>
            <a:off x="0" y="-104383"/>
            <a:ext cx="9144000" cy="793200"/>
          </a:xfrm>
          <a:prstGeom prst="rect">
            <a:avLst/>
          </a:prstGeom>
          <a:solidFill>
            <a:srgbClr val="2D83D4"/>
          </a:solidFill>
          <a:ln cap="flat" cmpd="sng" w="19050">
            <a:solidFill>
              <a:srgbClr val="2D83D4"/>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spcBef>
                <a:spcPts val="0"/>
              </a:spcBef>
              <a:spcAft>
                <a:spcPts val="0"/>
              </a:spcAft>
              <a:buNone/>
            </a:pPr>
            <a:r>
              <a:rPr b="1" lang="pt-BR" sz="1900">
                <a:solidFill>
                  <a:schemeClr val="lt1"/>
                </a:solidFill>
                <a:latin typeface="Arial"/>
                <a:ea typeface="Arial"/>
                <a:cs typeface="Arial"/>
                <a:sym typeface="Arial"/>
              </a:rPr>
              <a:t>Texto: O Relógio que Guardava o Tempo</a:t>
            </a:r>
            <a:endParaRPr sz="1100"/>
          </a:p>
        </p:txBody>
      </p:sp>
      <p:sp>
        <p:nvSpPr>
          <p:cNvPr id="220" name="Google Shape;220;p17"/>
          <p:cNvSpPr txBox="1"/>
          <p:nvPr/>
        </p:nvSpPr>
        <p:spPr>
          <a:xfrm>
            <a:off x="143462" y="911494"/>
            <a:ext cx="8857200" cy="43818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Clr>
                <a:schemeClr val="dk1"/>
              </a:buClr>
              <a:buSzPts val="1400"/>
              <a:buFont typeface="Arial"/>
              <a:buNone/>
            </a:pPr>
            <a:r>
              <a:rPr lang="pt-BR" sz="1400">
                <a:solidFill>
                  <a:schemeClr val="dk1"/>
                </a:solidFill>
                <a:latin typeface="Arial"/>
                <a:ea typeface="Arial"/>
                <a:cs typeface="Arial"/>
                <a:sym typeface="Arial"/>
              </a:rPr>
              <a:t>Dizem que em uma vila esquecida pelo mapa, há uma torre onde o tempo não passa.</a:t>
            </a:r>
            <a:br>
              <a:rPr lang="pt-BR" sz="1400">
                <a:solidFill>
                  <a:schemeClr val="dk1"/>
                </a:solidFill>
                <a:latin typeface="Arial"/>
                <a:ea typeface="Arial"/>
                <a:cs typeface="Arial"/>
                <a:sym typeface="Arial"/>
              </a:rPr>
            </a:br>
            <a:r>
              <a:rPr lang="pt-BR" sz="1400">
                <a:solidFill>
                  <a:schemeClr val="dk1"/>
                </a:solidFill>
                <a:latin typeface="Arial"/>
                <a:ea typeface="Arial"/>
                <a:cs typeface="Arial"/>
                <a:sym typeface="Arial"/>
              </a:rPr>
              <a:t>Nela vive um velho relojoeiro, conhecido apenas como Sr. Tício. Ele não envelhece. Seus olhos brilham como agulhas de ouro, e cada passo seu ecoa como badaladas silenciosas.</a:t>
            </a:r>
            <a:endParaRPr sz="1100"/>
          </a:p>
          <a:p>
            <a:pPr indent="0" lvl="0" marL="0" marR="0" rtl="0" algn="l">
              <a:spcBef>
                <a:spcPts val="0"/>
              </a:spcBef>
              <a:spcAft>
                <a:spcPts val="0"/>
              </a:spcAft>
              <a:buClr>
                <a:schemeClr val="dk1"/>
              </a:buClr>
              <a:buSzPts val="1400"/>
              <a:buFont typeface="Arial"/>
              <a:buNone/>
            </a:pPr>
            <a:r>
              <a:rPr lang="pt-BR" sz="1400">
                <a:solidFill>
                  <a:schemeClr val="dk1"/>
                </a:solidFill>
                <a:latin typeface="Arial"/>
                <a:ea typeface="Arial"/>
                <a:cs typeface="Arial"/>
                <a:sym typeface="Arial"/>
              </a:rPr>
              <a:t>O que poucos sabem é que o relógio principal da torre não marca horas comuns. Ele guarda </a:t>
            </a:r>
            <a:r>
              <a:rPr b="1" lang="pt-BR" sz="1400">
                <a:solidFill>
                  <a:schemeClr val="dk1"/>
                </a:solidFill>
                <a:latin typeface="Arial"/>
                <a:ea typeface="Arial"/>
                <a:cs typeface="Arial"/>
                <a:sym typeface="Arial"/>
              </a:rPr>
              <a:t>momentos importantes</a:t>
            </a:r>
            <a:r>
              <a:rPr lang="pt-BR" sz="1400">
                <a:solidFill>
                  <a:schemeClr val="dk1"/>
                </a:solidFill>
                <a:latin typeface="Arial"/>
                <a:ea typeface="Arial"/>
                <a:cs typeface="Arial"/>
                <a:sym typeface="Arial"/>
              </a:rPr>
              <a:t>, selados em engrenagens que só se movem quando algo extraordinário acontece: um reencontro, um perdão, um primeiro amor, uma despedida.</a:t>
            </a:r>
            <a:endParaRPr sz="1100"/>
          </a:p>
          <a:p>
            <a:pPr indent="0" lvl="0" marL="0" marR="0" rtl="0" algn="l">
              <a:spcBef>
                <a:spcPts val="0"/>
              </a:spcBef>
              <a:spcAft>
                <a:spcPts val="0"/>
              </a:spcAft>
              <a:buClr>
                <a:schemeClr val="dk1"/>
              </a:buClr>
              <a:buSzPts val="1400"/>
              <a:buFont typeface="Arial"/>
              <a:buNone/>
            </a:pPr>
            <a:r>
              <a:rPr lang="pt-BR" sz="1400">
                <a:solidFill>
                  <a:schemeClr val="dk1"/>
                </a:solidFill>
                <a:latin typeface="Arial"/>
                <a:ea typeface="Arial"/>
                <a:cs typeface="Arial"/>
                <a:sym typeface="Arial"/>
              </a:rPr>
              <a:t>Certa manhã, uma garota chamada Lía chegou à vila. Ela não buscava aventuras — apenas respostas. Seu avô havia desaparecido há muitos anos, e o último bilhete deixado por ele dizia:</a:t>
            </a:r>
            <a:br>
              <a:rPr lang="pt-BR" sz="1400">
                <a:solidFill>
                  <a:schemeClr val="dk1"/>
                </a:solidFill>
                <a:latin typeface="Arial"/>
                <a:ea typeface="Arial"/>
                <a:cs typeface="Arial"/>
                <a:sym typeface="Arial"/>
              </a:rPr>
            </a:br>
            <a:r>
              <a:rPr b="1" lang="pt-BR" sz="1400">
                <a:solidFill>
                  <a:schemeClr val="dk1"/>
                </a:solidFill>
                <a:latin typeface="Arial"/>
                <a:ea typeface="Arial"/>
                <a:cs typeface="Arial"/>
                <a:sym typeface="Arial"/>
              </a:rPr>
              <a:t>"Quando a hora certa chegar, me encontre entre os ponteiros que não se movem."</a:t>
            </a:r>
            <a:endParaRPr sz="1400">
              <a:solidFill>
                <a:schemeClr val="dk1"/>
              </a:solidFill>
              <a:latin typeface="Arial"/>
              <a:ea typeface="Arial"/>
              <a:cs typeface="Arial"/>
              <a:sym typeface="Arial"/>
            </a:endParaRPr>
          </a:p>
          <a:p>
            <a:pPr indent="0" lvl="0" marL="0" marR="0" rtl="0" algn="l">
              <a:spcBef>
                <a:spcPts val="0"/>
              </a:spcBef>
              <a:spcAft>
                <a:spcPts val="0"/>
              </a:spcAft>
              <a:buClr>
                <a:schemeClr val="dk1"/>
              </a:buClr>
              <a:buSzPts val="1400"/>
              <a:buFont typeface="Arial"/>
              <a:buNone/>
            </a:pPr>
            <a:r>
              <a:rPr lang="pt-BR" sz="1400">
                <a:solidFill>
                  <a:schemeClr val="dk1"/>
                </a:solidFill>
                <a:latin typeface="Arial"/>
                <a:ea typeface="Arial"/>
                <a:cs typeface="Arial"/>
                <a:sym typeface="Arial"/>
              </a:rPr>
              <a:t>Intrigada, Lía subiu até o topo da torre. O velho relojoeiro a esperava.</a:t>
            </a:r>
            <a:br>
              <a:rPr lang="pt-BR" sz="1400">
                <a:solidFill>
                  <a:schemeClr val="dk1"/>
                </a:solidFill>
                <a:latin typeface="Arial"/>
                <a:ea typeface="Arial"/>
                <a:cs typeface="Arial"/>
                <a:sym typeface="Arial"/>
              </a:rPr>
            </a:br>
            <a:r>
              <a:rPr lang="pt-BR" sz="1400">
                <a:solidFill>
                  <a:schemeClr val="dk1"/>
                </a:solidFill>
                <a:latin typeface="Arial"/>
                <a:ea typeface="Arial"/>
                <a:cs typeface="Arial"/>
                <a:sym typeface="Arial"/>
              </a:rPr>
              <a:t>Sem dizer uma palavra, entregou-lhe uma chave prateada com um símbolo que ela reconheceu de imediato — o mesmo do medalhão de seu avô.</a:t>
            </a:r>
            <a:endParaRPr sz="1100"/>
          </a:p>
          <a:p>
            <a:pPr indent="0" lvl="0" marL="0" marR="0" rtl="0" algn="l">
              <a:spcBef>
                <a:spcPts val="0"/>
              </a:spcBef>
              <a:spcAft>
                <a:spcPts val="0"/>
              </a:spcAft>
              <a:buClr>
                <a:schemeClr val="dk1"/>
              </a:buClr>
              <a:buSzPts val="1400"/>
              <a:buFont typeface="Arial"/>
              <a:buNone/>
            </a:pPr>
            <a:r>
              <a:rPr lang="pt-BR" sz="1400">
                <a:solidFill>
                  <a:schemeClr val="dk1"/>
                </a:solidFill>
                <a:latin typeface="Arial"/>
                <a:ea typeface="Arial"/>
                <a:cs typeface="Arial"/>
                <a:sym typeface="Arial"/>
              </a:rPr>
              <a:t>Ao colocar a chave no centro do relógio, algo mágico aconteceu: os ponteiros começaram a girar </a:t>
            </a:r>
            <a:r>
              <a:rPr b="1" lang="pt-BR" sz="1400">
                <a:solidFill>
                  <a:schemeClr val="dk1"/>
                </a:solidFill>
                <a:latin typeface="Arial"/>
                <a:ea typeface="Arial"/>
                <a:cs typeface="Arial"/>
                <a:sym typeface="Arial"/>
              </a:rPr>
              <a:t>para trás</a:t>
            </a:r>
            <a:r>
              <a:rPr lang="pt-BR" sz="1400">
                <a:solidFill>
                  <a:schemeClr val="dk1"/>
                </a:solidFill>
                <a:latin typeface="Arial"/>
                <a:ea typeface="Arial"/>
                <a:cs typeface="Arial"/>
                <a:sym typeface="Arial"/>
              </a:rPr>
              <a:t>. E com isso, </a:t>
            </a:r>
            <a:r>
              <a:rPr b="1" lang="pt-BR" sz="1400">
                <a:solidFill>
                  <a:schemeClr val="dk1"/>
                </a:solidFill>
                <a:latin typeface="Arial"/>
                <a:ea typeface="Arial"/>
                <a:cs typeface="Arial"/>
                <a:sym typeface="Arial"/>
              </a:rPr>
              <a:t>um momento esquecido se desdobrou diante de seus olhos</a:t>
            </a:r>
            <a:r>
              <a:rPr lang="pt-BR" sz="1400">
                <a:solidFill>
                  <a:schemeClr val="dk1"/>
                </a:solidFill>
                <a:latin typeface="Arial"/>
                <a:ea typeface="Arial"/>
                <a:cs typeface="Arial"/>
                <a:sym typeface="Arial"/>
              </a:rPr>
              <a:t>.</a:t>
            </a:r>
            <a:endParaRPr sz="1100"/>
          </a:p>
          <a:p>
            <a:pPr indent="0" lvl="0" marL="0" marR="0" rtl="0" algn="l">
              <a:spcBef>
                <a:spcPts val="0"/>
              </a:spcBef>
              <a:spcAft>
                <a:spcPts val="0"/>
              </a:spcAft>
              <a:buClr>
                <a:schemeClr val="dk1"/>
              </a:buClr>
              <a:buSzPts val="1400"/>
              <a:buFont typeface="Arial"/>
              <a:buNone/>
            </a:pPr>
            <a:r>
              <a:rPr lang="pt-BR" sz="1400">
                <a:solidFill>
                  <a:schemeClr val="dk1"/>
                </a:solidFill>
                <a:latin typeface="Arial"/>
                <a:ea typeface="Arial"/>
                <a:cs typeface="Arial"/>
                <a:sym typeface="Arial"/>
              </a:rPr>
              <a:t>Ela viu o avô jovem, sorrindo, segurando sua mão pequena no jardim da infância. Era uma lembrança perdida... e agora, recuperada.</a:t>
            </a:r>
            <a:endParaRPr sz="1100"/>
          </a:p>
          <a:p>
            <a:pPr indent="0" lvl="0" marL="0" marR="0" rtl="0" algn="l">
              <a:spcBef>
                <a:spcPts val="0"/>
              </a:spcBef>
              <a:spcAft>
                <a:spcPts val="0"/>
              </a:spcAft>
              <a:buClr>
                <a:schemeClr val="dk1"/>
              </a:buClr>
              <a:buSzPts val="1400"/>
              <a:buFont typeface="Arial"/>
              <a:buNone/>
            </a:pPr>
            <a:r>
              <a:rPr lang="pt-BR" sz="1400">
                <a:solidFill>
                  <a:schemeClr val="dk1"/>
                </a:solidFill>
                <a:latin typeface="Arial"/>
                <a:ea typeface="Arial"/>
                <a:cs typeface="Arial"/>
                <a:sym typeface="Arial"/>
              </a:rPr>
              <a:t>Quando tudo voltou ao normal, Sr. Tício disse apenas:</a:t>
            </a:r>
            <a:br>
              <a:rPr lang="pt-BR" sz="1400">
                <a:solidFill>
                  <a:schemeClr val="dk1"/>
                </a:solidFill>
                <a:latin typeface="Arial"/>
                <a:ea typeface="Arial"/>
                <a:cs typeface="Arial"/>
                <a:sym typeface="Arial"/>
              </a:rPr>
            </a:br>
            <a:r>
              <a:rPr i="1" lang="pt-BR" sz="1400">
                <a:solidFill>
                  <a:schemeClr val="dk1"/>
                </a:solidFill>
                <a:latin typeface="Arial"/>
                <a:ea typeface="Arial"/>
                <a:cs typeface="Arial"/>
                <a:sym typeface="Arial"/>
              </a:rPr>
              <a:t>"Alguns momentos não precisam durar para sempre... só precisam ser lembrados."</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pt-BR" sz="1400">
                <a:solidFill>
                  <a:schemeClr val="dk1"/>
                </a:solidFill>
                <a:latin typeface="Arial"/>
                <a:ea typeface="Arial"/>
                <a:cs typeface="Arial"/>
                <a:sym typeface="Arial"/>
              </a:rPr>
              <a:t>Lía desceu da torre com o coração mais leve. O tempo havia lhe dado um presente que nem os anos poderiam roubar.</a:t>
            </a:r>
            <a:endParaRPr sz="1100"/>
          </a:p>
        </p:txBody>
      </p:sp>
    </p:spTree>
  </p:cSld>
  <p:clrMapOvr>
    <a:masterClrMapping/>
  </p:clrMapOvr>
</p:sld>
</file>

<file path=ppt/theme/theme1.xml><?xml version="1.0" encoding="utf-8"?>
<a:theme xmlns:a="http://schemas.openxmlformats.org/drawingml/2006/main" xmlns:r="http://schemas.openxmlformats.org/officeDocument/2006/relationships" name="Tema do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o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2025-06-19T16:57:11Z</dcterms:created>
  <dc:creator>leo Souza</dc:creator>
</cp:coreProperties>
</file>