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715000" cx="9144000"/>
  <p:notesSz cx="6858000" cy="9144000"/>
  <p:embeddedFontLst>
    <p:embeddedFont>
      <p:font typeface="Play"/>
      <p:regular r:id="rId36"/>
      <p:bold r:id="rId37"/>
    </p:embeddedFont>
    <p:embeddedFont>
      <p:font typeface="Arim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jHiK1eXtlf1NFK4XMLKU4saGi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italic.fntdata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font" Target="fonts/Arimo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Play-bold.fntdata"/><Relationship Id="rId14" Type="http://schemas.openxmlformats.org/officeDocument/2006/relationships/slide" Target="slides/slide10.xml"/><Relationship Id="rId36" Type="http://schemas.openxmlformats.org/officeDocument/2006/relationships/font" Target="fonts/Play-regular.fntdata"/><Relationship Id="rId17" Type="http://schemas.openxmlformats.org/officeDocument/2006/relationships/slide" Target="slides/slide13.xml"/><Relationship Id="rId39" Type="http://schemas.openxmlformats.org/officeDocument/2006/relationships/font" Target="fonts/Arimo-bold.fntdata"/><Relationship Id="rId16" Type="http://schemas.openxmlformats.org/officeDocument/2006/relationships/slide" Target="slides/slide12.xml"/><Relationship Id="rId38" Type="http://schemas.openxmlformats.org/officeDocument/2006/relationships/font" Target="fonts/Arim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2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2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3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4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1" name="Google Shape;21;p36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757575"/>
              </a:buClr>
              <a:buSzPts val="1867"/>
              <a:buNone/>
              <a:defRPr sz="186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556"/>
              <a:buNone/>
              <a:defRPr sz="155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2" name="Google Shape;22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3" name="Google Shape;23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28" name="Google Shape;28;p3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29" name="Google Shape;29;p3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0" name="Google Shape;30;p3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1" name="Google Shape;31;p3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4" name="Google Shape;34;p38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35" name="Google Shape;35;p38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38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37" name="Google Shape;37;p38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8" name="Google Shape;38;p3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9" name="Google Shape;39;p3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3" name="Google Shape;43;p3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4" name="Google Shape;44;p3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5" name="Google Shape;45;p3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8" name="Google Shape;48;p40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51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903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54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406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406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406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406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406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406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49" name="Google Shape;49;p40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50" name="Google Shape;50;p4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1" name="Google Shape;51;p4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2" name="Google Shape;52;p4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5" name="Google Shape;55;p41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57" name="Google Shape;57;p4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8" name="Google Shape;58;p4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9" name="Google Shape;59;p4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2" name="Google Shape;62;p42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3" name="Google Shape;63;p4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4" name="Google Shape;64;p4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5" name="Google Shape;65;p4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3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8" name="Google Shape;68;p43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Play"/>
              <a:buNone/>
              <a:defRPr b="0" i="0" sz="34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903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54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406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83D4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/>
          <p:nvPr/>
        </p:nvSpPr>
        <p:spPr>
          <a:xfrm>
            <a:off x="5458214" y="1124731"/>
            <a:ext cx="3119100" cy="34656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77" name="Google Shape;7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961" y="1640005"/>
            <a:ext cx="2191489" cy="219148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"/>
          <p:cNvSpPr txBox="1"/>
          <p:nvPr/>
        </p:nvSpPr>
        <p:spPr>
          <a:xfrm>
            <a:off x="155241" y="2036901"/>
            <a:ext cx="4809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33"/>
              <a:buFont typeface="Arial"/>
              <a:buNone/>
            </a:pPr>
            <a:r>
              <a:rPr b="1" i="0" lang="pt-BR" sz="51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b="0" i="0" sz="10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1030550" y="2857500"/>
            <a:ext cx="3119100" cy="287238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0" i="0" sz="10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CORREÇÃO ORTOGRÁFICA NO WORD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333703" y="1062730"/>
            <a:ext cx="816916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Quem escreve no Word conta com uma ajudinha poderosa: 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corretor ortográfico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aquele que sublinha as palavras erradas com uma linha vermelha. Mas cuidado: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nem sempre a sugestão está certa!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 isso, é bom saber como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ativar, desativar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usar corretamente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essa ferramenta.</a:t>
            </a:r>
            <a:endParaRPr/>
          </a:p>
        </p:txBody>
      </p:sp>
      <p:sp>
        <p:nvSpPr>
          <p:cNvPr id="86" name="Google Shape;86;p2"/>
          <p:cNvSpPr txBox="1"/>
          <p:nvPr/>
        </p:nvSpPr>
        <p:spPr>
          <a:xfrm>
            <a:off x="333702" y="2008534"/>
            <a:ext cx="8442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ATIVAR O CORRETOR AUTOMÁTICO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o Word.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na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(canto superior esquerdo).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Opções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(lá embaixo no menu lateral).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menu que abrir,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Revisão de Texto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Marque a opção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"Verificar ortografia ao digitar"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Isso faz com que erros apareçam automaticamente enquanto você digita.</a:t>
            </a:r>
            <a:endParaRPr/>
          </a:p>
        </p:txBody>
      </p:sp>
      <p:sp>
        <p:nvSpPr>
          <p:cNvPr id="87" name="Google Shape;87;p2"/>
          <p:cNvSpPr txBox="1"/>
          <p:nvPr/>
        </p:nvSpPr>
        <p:spPr>
          <a:xfrm>
            <a:off x="350852" y="3816440"/>
            <a:ext cx="8442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DESATIVAR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Siga os mesmos passos acima.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t-BR"/>
              <a:t>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Desmarque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opção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"Verificar ortografia ao digitar"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Nesse caso, você vai precisar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verificar os erros manualmente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CORREÇÃO ORTOGRÁFICA NO WORD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375794" y="1300756"/>
            <a:ext cx="8211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FAZER A VERIFICAÇÃO MANUAL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na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Revisão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(na parte superior do Word).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Ortografia e Gramática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(ícone com um ABC e um tique).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Word vai te mostrar os erros e sugerir correções.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375794" y="2898529"/>
            <a:ext cx="8211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USAR NO TEXTO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Sempre que uma palavra estiver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sublinhada de vermelho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clique com 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botão direito do mouse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sobre ela.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Word vai mostrar uma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 de sugestões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palavras corretas.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Basta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clicar na palavra correta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trocar automaticamente.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TABELAS NO WORD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319251" y="1133886"/>
            <a:ext cx="850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são fundamentais para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organizar informações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deixar o documento mais visual e fácil de entender. Você pode usá-las para dados, horários, listas, comparações, e até para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layouts diferentes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seu texto!</a:t>
            </a:r>
            <a:endParaRPr/>
          </a:p>
        </p:txBody>
      </p:sp>
      <p:sp>
        <p:nvSpPr>
          <p:cNvPr id="101" name="Google Shape;101;p4"/>
          <p:cNvSpPr txBox="1"/>
          <p:nvPr/>
        </p:nvSpPr>
        <p:spPr>
          <a:xfrm>
            <a:off x="319238" y="2071224"/>
            <a:ext cx="4827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UMA TABELA?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formada por: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lang="pt-BR"/>
              <a:t>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Linhas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(horizontais)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lang="pt-BR"/>
              <a:t>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Colunas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(verticais)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quadradinho dentro dela se chama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célula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pode: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Escolher quantas linhas e colunas quiser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Aplicar formatos (cores, bordas, estilos)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Inserir texto ou até outra tabela dentro de uma célula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Mover a tabela para onde quiser na página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Fazer o texto fluir ao redor da tabela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TABELAS NO WORD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99848" y="981679"/>
            <a:ext cx="894430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INSERIR UMA TABELA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na guia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menu superior do Word).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aparecer um quadrado com bloquinhos:</a:t>
            </a:r>
            <a:endParaRPr/>
          </a:p>
          <a:p>
            <a:pPr indent="-889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o mouse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os blocos até escolher o tamanho da tabela (ex: 4 colunas x 3 linhas).</a:t>
            </a:r>
            <a:endParaRPr/>
          </a:p>
          <a:p>
            <a:pPr indent="-889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clique em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Tabela...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digite o número exato de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e colunas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DICA: Linhas = </a:t>
            </a:r>
            <a:r>
              <a:rPr b="1" lang="pt-BR">
                <a:solidFill>
                  <a:schemeClr val="dk1"/>
                </a:solidFill>
              </a:rPr>
              <a:t>horizontais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Colunas = vertical</a:t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174759" y="3144088"/>
            <a:ext cx="8794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OUTRAS FORMAS DE CRIAR TABELAS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Desenhar Tabela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"Tabela" &gt;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Desenhar Tabela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Aí é só desenhar com o mouse do seu jeito.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Planilha do Excel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 &gt; Tabela &gt;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Planilha do Excel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Ideal para quem precisa fazer cálculos.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Tabelas Rápidas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prontos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estilo visual bonito. Basta clicar e escolher!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TABELAS NO WORD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333704" y="1410950"/>
            <a:ext cx="7948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SELECIONANDO PARTES DA TABELA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você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passa o mouse pela tabela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Word mostra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setas pretas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ajudam na seleção: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Selecionar a Tabela Inteira: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no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quadradinho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uma seta que aparece no canto superior esquerdo da tabela.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Isso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marca a tabela toda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uma vez.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Selecionar uma Linha: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Coloque 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mouse na lateral esquerda da linha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(fora da célula).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Vai aparecer uma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seta preta apontando para a direita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(ou clique e arraste) para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selecionar a linha inteira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Selecionar uma Coluna: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Coloque 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mouse na parte de cima da coluna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(acima da célula).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Vai aparecer uma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seta preta apontando para baixo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para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selecionar a coluna inteira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TABELAS NO WORD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224658" y="1841837"/>
            <a:ext cx="869468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NAVEGANDO ENTRE AS CÉLULAS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Não use a tecla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mudar de célula!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ENTER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aumenta a altura da célula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não passa para a próxima.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setas do teclado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(→ ↑ ↓ ←) para ir de uma célula para outra.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tecla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ir para 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próxima célula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tecla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SHIFT + TAB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voltar para 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célula anterior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você estiver na última célula da tabela e apertar TAB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Word vai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automaticamente uma nova linha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o mesmo número de colunas!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 DE TABELA NO WORD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52400" y="2380446"/>
            <a:ext cx="88392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dentro de uma tabela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Word ativa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guias especiais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superior: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"Estilos de Tabela")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"Ferramentas de Layout da Tabela")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guias aparecem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somente quando o cursor está dentro da tabela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DESIGN (Estilos de Tabela)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913086" y="1626393"/>
            <a:ext cx="73179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você pode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mudar a aparência da tabela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Célula de Cabeçalho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Marque a opção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"Linha de Cabeçalho"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destacar a primeira linha.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Estilos de Tabela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Vários modelos prontos de tabela (coloridos, com bordas, sombreamento etc.)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Basta passar o mouse sobre os modelos e clicar no que você preferir.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Bordas Personalizadas (Desenhar Bordas)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estilo da linha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espessura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Depois,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Desenhar Tabela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para usar o cursor como lápis e desenhar células.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Borracha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apagar linhas da tabela.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LAYOUT (Ferramentas de Layout da Tabela)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46689" y="1457116"/>
            <a:ext cx="8250621" cy="280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acessar essa guia: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dentro de qualquer célula da tabela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a guia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aparecer.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Nela, você pode: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Inserir/Excluir Linhas ou Colunas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Mesclar ou Dividir Células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Definir altura e largura das células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Alinhar o conteúdo (centralizar, esquerda, direita etc.)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Distribuir colunas ou linhas igualmente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Controlar margens internas da célula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Alterar direção do texto dentro da célula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LAYOUT – FERRAMENTAS AVANÇADAS DA TABELA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 txBox="1"/>
          <p:nvPr/>
        </p:nvSpPr>
        <p:spPr>
          <a:xfrm>
            <a:off x="249620" y="933951"/>
            <a:ext cx="85895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o cursor está dentro de uma tabela, aparece 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onde temos várias ferramentas úteis divididas em grupos. Vamos ver cada um:</a:t>
            </a:r>
            <a:endParaRPr/>
          </a:p>
        </p:txBody>
      </p:sp>
      <p:sp>
        <p:nvSpPr>
          <p:cNvPr id="145" name="Google Shape;145;p11"/>
          <p:cNvSpPr txBox="1"/>
          <p:nvPr/>
        </p:nvSpPr>
        <p:spPr>
          <a:xfrm>
            <a:off x="249619" y="1733836"/>
            <a:ext cx="84423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GRUPO “TABELA”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pt-BR" sz="1600"/>
              <a:t>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Selecionar</a:t>
            </a:r>
            <a:b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selecionar: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célula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linha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coluna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 a tabela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pt-BR" sz="1600"/>
              <a:t>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b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Abre uma janela com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guias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Tabela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define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largura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alinhamento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(esquerda, centralizado ou direita) e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 de texto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Bordas e sombreamento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configurar bordas e cores.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Opções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define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margens internas das células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o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espaçamento entre elas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LAYOUT – FERRAMENTAS AVANÇADAS DA TABELA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459828" y="907693"/>
            <a:ext cx="807457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GRUPO “LINHAS E COLUNAS”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você pode: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Inserir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linha acima / abaixo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Inserir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coluna à esquerda / à direita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Excluir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linhas ou colunas</a:t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459828" y="2643086"/>
            <a:ext cx="7893269" cy="255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GRUPO “MESCLAGEM”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Mesclar Células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Junta duas ou mais células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só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Só aparece se você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mais de uma célula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Dividir Célula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 uma única célula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várias partes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(você escolhe quantas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e colunas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Dividir Tabela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Insere um parágrafo acima da célula onde está o cursor,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separando a tabela em duas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LAYOUT – FERRAMENTAS AVANÇADAS DA TABELA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530772" y="1401395"/>
            <a:ext cx="8082455" cy="3293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GRUPO “DADOS”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lassificar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 os dados da tabela em ordem alfabética ou numérica.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usar até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critérios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ordenação (ex: Nome, Idade, Nota).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primeira linha será tratada como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cabeçalho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funciona em tabelas com células mescladas.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Fórmula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fazer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cálculos automáticos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da tabela (como somar valores).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=SOMA(ACIMA)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somar os números das células acima.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Converter em Texto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 sua tabela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comum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separado por parágrafos ou tabulações.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LAYOUT – FERRAMENTAS AVANÇADAS DA TABELA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690852" y="1949559"/>
            <a:ext cx="57624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EXCLUIR CÉLULAS, LINHAS OU TABELA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na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o que deseja apagar: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Célula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Linha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Coluna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Tabela inteira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CABEÇALHO E RODAPÉ NO WORD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356038" y="899801"/>
            <a:ext cx="84319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Word reserva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espaços fixos nas margens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documento para inserir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informações que se repetem em todas as páginas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como título, nome, data, número da página etc.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356038" y="1605005"/>
            <a:ext cx="457725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MARGENS DO DOCUMENTO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documento possui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quatro margens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Superior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(onde fica o cabeçalho)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Inferior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(onde fica o rodapé)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Esquerda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356038" y="3171984"/>
            <a:ext cx="45774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INSERIR CABEÇALHO E RODAPÉ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grupo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Cabeçalho e Rodapé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você verá três opções: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Cabeçalho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Rodapé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Página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CABEÇALHO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1007679" y="1734115"/>
            <a:ext cx="7128641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Cabeçalho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escolha um modelo pronto ou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Editar Cabeçalho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área do cabeçalho aparece em um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retângulo pontilhado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restante do documento fica "apagado" temporariamente.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Você pode digitar qualquer texto, como: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do aluno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da escola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Título do trabalho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Tudo o que for escrito no cabeçalho aparece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todas as páginas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menos que você crie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seções diferentes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documento.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RODAPÉ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367862" y="2195780"/>
            <a:ext cx="840827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Funciona do mesmo jeito que o cabeçalho, mas fica na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inferior da página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Número da página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Nome da disciplina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NÚMERO DE PÁGINA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67862" y="1983514"/>
            <a:ext cx="840827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de Página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Escolha: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Início da Página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aparecer no cabeçalho)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Fim da Página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aparecer no rodapé)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número será aplicado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automaticamente em todas as páginas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CABEÇALHOS E RODAPÉS DIFERENTES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65638" y="2272724"/>
            <a:ext cx="721272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quiser que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seção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seu documento tenha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cabeçalhos ou rodapés diferentes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Divida o documento em seções (Layout &gt; Quebras &gt; Próxima Página).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o cabeçalho ou rodapé aberto,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desmarque a opção “Vincular ao Anterior”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você pode personalizar separadamente cada trecho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QUEBRA DE PÁGINA NO WORD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281152" y="864375"/>
            <a:ext cx="854753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 de página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um recurso usado para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começar um novo conteúdo em outra página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mesmo que o texto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ainda não tenha chegado ao final da folha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muito útil para: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Separar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capítulos ou seções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um texto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Ajudar na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organização visual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documento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cabeçalhos diferentes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numeração personalizada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81151" y="2778535"/>
            <a:ext cx="854753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PRÁTICO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terminou o "Capítulo 1" e quer começar o "Capítulo 2"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uma nova página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 de página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ao invés de ficar apertando Enter várias vezes!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281151" y="3716611"/>
            <a:ext cx="8463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INSERIR UMA QUEBRA DE PÁGINA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Posicione 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cursor no final do trecho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deseja separar.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 de Página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Pronto! O Word jogará o conteúdo seguinte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 próxima página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mesmo que a atual ainda tenha espaço.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INSERINDO E REMOVENDO UMA QUEBRA DE PÁGINA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281151" y="784225"/>
            <a:ext cx="8326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INSERIR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usar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duas formas rápidas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pt-BR" sz="1600"/>
              <a:t>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Atalho de teclado:</a:t>
            </a:r>
            <a:b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➤ Pressione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Ctrl + Enter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pt-BR" sz="1600"/>
              <a:t>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Pelo menu:</a:t>
            </a:r>
            <a:b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➤ Guia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Grupo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 de Página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força o texto seguinte a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começar em outra página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mesmo que a atual ainda tenha espaço.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281151" y="2973267"/>
            <a:ext cx="832682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REMOVER UMA QUEBRA DE PÁGINA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na guia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botão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"¶"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(marcas de formatação) para ativar os símbolos invisíveis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Procure a linha com o texto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“Quebra de Página”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Posicione o cursor logo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da quebra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(na linha dela)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Backspace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Delete)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páginas se unem novamente, e o conteúdo volta a fluir normalmente.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Quando terminar, você pode clicar no "¶" de novo para esconder as marcas.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 DE DESENHO NO WORD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228601" y="823611"/>
            <a:ext cx="864213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Mesmo sendo um editor de texto, o Word permite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desenhar diretamente na página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usando ferramentas nativas que simulam lápis, rabiscos e formas livres. Ótimo para criar ilustrações rápidas ou deixar o documento mais visual!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228601" y="1606965"/>
            <a:ext cx="891539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DESENHAR À MÃO LIVRE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Vá até a guia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Clique em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Selecione a opção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Rabisco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(fica na parte de baixo da lista)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Agora,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o mouse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 página para desenhar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desenho será adicionado como uma forma e poderá ser redimensionado, movido e formatado.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228601" y="3244399"/>
            <a:ext cx="8547537" cy="216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DESENHAR COM LINHAS RETAS OU CURVAS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mesma guia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em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opção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 Livre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funciona: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um ponto para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marcar o início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Mova o mouse e clique novamente onde deseja fazer uma curva ou linha reta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Continue clicando até formar o desenho desejado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finalizar, clique no ponto inicial ou aperte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Word suaviza os traços automaticamente, dando um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acabamento melhor ao desenho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FORMATAR DESENHOS NO WORD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871045" y="1626393"/>
            <a:ext cx="740191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Editar a forma do desenho: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sobre o desenho.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menu superior, vá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"Formatar"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"Editar Forma" &gt; "Editar Pontos"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Arraste os pontos existentes ou: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Pressione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Ctrl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clique para adicionar um novo ponto de edição.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Ajustar aparência (cores e efeitos):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Ainda na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"Formatar"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localize: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Preenchimento da Forma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para mudar a cor interna.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Contorno da Forma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para trocar a cor da borda.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Efeitos de Forma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para adicionar sombra, reflexo, brilho etc.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IMAGENS NO WORD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203638" y="1473375"/>
            <a:ext cx="87367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adicionar imagens no Word tanto como elemento decorativo quanto como fundo da página.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Veja abaixo duas formas diferentes: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144517" y="1996595"/>
            <a:ext cx="8736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INSERIR UMA IMAGEM COMUM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este método quando quiser apenas colocar uma figura no meio do texto, em qualquer local da página.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menu superior;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de onde virá a imagem (computador, online, etc.);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Localize o arquivo e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 que a imagem aparecer: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Redimensione pelos cantos;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nela para mudar o estilo ou posição;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Pressione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quiser mover para outra linha.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IMAGENS NO WORD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585952" y="1195506"/>
            <a:ext cx="7875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/>
              <a:t>C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OMO INSERIR UMA IMAGEM DE FUNDO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este método para aplicar uma imagem como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plano de fundo da página inteira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Recomendação: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cobrir toda a folha A4 sem repetir, use imagens de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2480 x 3508 pixels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Vá até 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 da Página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(canto direito da barra);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Escolha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Efeitos de Preenchimento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Na janela que abrir, vá na aba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Selecionar Imagem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escolha a figura desejada;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aplicar.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imagem será inserida atrás do texto como fundo do seu documento.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SÍMBOLOS NO WORD</a:t>
            </a:r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1336783" y="1626393"/>
            <a:ext cx="6470433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Posicione o cursor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onde o símbolo será inserido no texto.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Vá até a guia "Inserir"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menu superior.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Clique em "Símbolo"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(ícone com símbolo grego Ω):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Uma lista com os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símbolos recentes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será exibida.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"Mais Símbolos..."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abrir a tabela completa.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Escolha o símbolo desejado: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Navegue pelas opções.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"Inserir"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adicioná-lo ao documento.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sair da janela.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para inserir símbolos de moedas (€, ¥, £), marcas registradas (®),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graus (°), entre outros que não estão no teclado.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WORDART (TEXTO DECORADO)</a:t>
            </a:r>
            <a:endParaRPr/>
          </a:p>
        </p:txBody>
      </p:sp>
      <p:sp>
        <p:nvSpPr>
          <p:cNvPr id="250" name="Google Shape;250;p28"/>
          <p:cNvSpPr txBox="1"/>
          <p:nvPr/>
        </p:nvSpPr>
        <p:spPr>
          <a:xfrm>
            <a:off x="713390" y="1017766"/>
            <a:ext cx="77172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 para criar títulos com efeitos especiais: contorno, sombra, brilho 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INSERIR: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no menu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WordArt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(ícone com letra azul e curva).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o modelo desejado.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 texto decorado dentro da caixa que aparece.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quiser transformar um texto já escrito, selecione ele antes.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EDITAR: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na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caixa do WordArt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Formatar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(aparece ao selecionar o WordArt).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2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Estilos de WordArt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muda cores e efeitos do texto.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2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Preenchimento da Forma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muda o fundo da caixa.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2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Contorno da Forma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bordas.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2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Efeitos de Forma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sombra, brilho, reflexo 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EXCLUIR: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na caixa do WordArt.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Pressione a tecla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INSERIR SMARTART (ESQUEMAS PRONTOS)</a:t>
            </a:r>
            <a:endParaRPr/>
          </a:p>
        </p:txBody>
      </p:sp>
      <p:sp>
        <p:nvSpPr>
          <p:cNvPr id="256" name="Google Shape;256;p29"/>
          <p:cNvSpPr txBox="1"/>
          <p:nvPr/>
        </p:nvSpPr>
        <p:spPr>
          <a:xfrm>
            <a:off x="603031" y="2034993"/>
            <a:ext cx="7938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 para organizar ideias visualmente: como organogramas, ciclos, listas, processos 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INSERIR: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SmartArt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(ícone de gráfico com setas).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uma categoria (Lista, Processo, Ciclo, Hierarquia...).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o modelo desejado.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/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 conteúdo nos campos à esquerda ou direto nas formas.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use SmartArt para explicar ideias com etapas ou relações entre coisas.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0"/>
          <p:cNvSpPr txBox="1"/>
          <p:nvPr/>
        </p:nvSpPr>
        <p:spPr>
          <a:xfrm>
            <a:off x="560990" y="1087785"/>
            <a:ext cx="802201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A TABELA SEGUINDO AS SEGUINTES INSTRUÇÕES: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Título da Tabela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Insira um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WordArt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o título da tabela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Formatação da Tabela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1ª linha (cabeçalho)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Fonte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 New Roman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tamanho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2ª linha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Fonte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 New Roman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tamanho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letras maiúsculas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3ª linha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Fonte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 New Roman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tamanho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letras maiúsculas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Demais linhas da tabela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Fonte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 New Roman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tamanho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Edição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Ordene a tabela pela coluna "Nome" em ordem crescente (A-Z)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Insira duas novas linhas no final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tabela com os seguintes alunos: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– Vera Martins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– Gil Antunes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/>
          <p:nvPr/>
        </p:nvSpPr>
        <p:spPr>
          <a:xfrm>
            <a:off x="0" y="-135914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636" y="944716"/>
            <a:ext cx="7764520" cy="4330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/>
          <p:nvPr/>
        </p:nvSpPr>
        <p:spPr>
          <a:xfrm>
            <a:off x="0" y="-396600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4825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2 – TEXTO E IMAGEM NO DOCUMENTO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341586" y="1915656"/>
            <a:ext cx="846082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Escreva um pequeno texto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 a 5 linhas) sobre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tema da sua escolha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sobre algo que você gosta, um lugar, uma comida, um jogo, etc.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Insira uma imagem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relacionada ao seu texto.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usar uma imagem salva no computador ou pesquisar na internet.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2025-06-19T16:57:11Z</dcterms:created>
  <dc:creator>leo Souza</dc:creator>
</cp:coreProperties>
</file>