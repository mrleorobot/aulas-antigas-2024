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715000" cx="9144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TQsNtNFhoHoFzozBdjA/burTy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F4286F-7735-4E2D-B18F-5C45EA987E09}">
  <a:tblStyle styleId="{5DF4286F-7735-4E2D-B18F-5C45EA987E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55242" y="1118326"/>
            <a:ext cx="480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100"/>
          </a:p>
        </p:txBody>
      </p:sp>
      <p:sp>
        <p:nvSpPr>
          <p:cNvPr id="91" name="Google Shape;91;p1"/>
          <p:cNvSpPr txBox="1"/>
          <p:nvPr/>
        </p:nvSpPr>
        <p:spPr>
          <a:xfrm>
            <a:off x="1179251" y="2018175"/>
            <a:ext cx="3668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sp>
        <p:nvSpPr>
          <p:cNvPr id="92" name="Google Shape;92;p1"/>
          <p:cNvSpPr txBox="1"/>
          <p:nvPr/>
        </p:nvSpPr>
        <p:spPr>
          <a:xfrm>
            <a:off x="1179245" y="2325944"/>
            <a:ext cx="32919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O WORD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INTERFACE GRÁFICA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MODOS DE EXIBIÇÃO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A DIGITAÇÃO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SALVANDO O DOCUMENTO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PROTEGENDO DOCUMENTOS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CRIPTOGRAFANDO DOCUMENTOS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Char char="•"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ABRIR DOCUMENTOS SALVOS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AO MICROSOFT WORD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244641" y="959450"/>
            <a:ext cx="8654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Microsoft Word?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de 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usado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e editar textos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no ambiente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chamado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processador de textos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porque vai além de apenas escrever: também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formata, corrige, imprime e organiza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textos com mais facilidade.</a:t>
            </a:r>
            <a:endParaRPr sz="1100"/>
          </a:p>
        </p:txBody>
      </p:sp>
      <p:sp>
        <p:nvSpPr>
          <p:cNvPr id="99" name="Google Shape;99;p2"/>
          <p:cNvSpPr txBox="1"/>
          <p:nvPr/>
        </p:nvSpPr>
        <p:spPr>
          <a:xfrm>
            <a:off x="244640" y="3764355"/>
            <a:ext cx="8654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trabalhos escolares, cartas, ofícios, memorandos, fax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outros documentos.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Ajuda a deixar o texto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bonito e organizado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recursos como: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e tamanhos de letras.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Negrito, itálico, sublinhado.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Cores, alinhamentos, imagens e tabelas.</a:t>
            </a:r>
            <a:endParaRPr sz="1100"/>
          </a:p>
        </p:txBody>
      </p:sp>
      <p:pic>
        <p:nvPicPr>
          <p:cNvPr descr="a blue word document icon with the letter w on it (Fornecido por Tenor)" id="100" name="Google Shape;10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000" y="2162173"/>
            <a:ext cx="1638344" cy="1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AO MICROSOFT WORD</a:t>
            </a:r>
            <a:endParaRPr sz="1100"/>
          </a:p>
        </p:txBody>
      </p:sp>
      <p:sp>
        <p:nvSpPr>
          <p:cNvPr id="106" name="Google Shape;106;p3"/>
          <p:cNvSpPr txBox="1"/>
          <p:nvPr/>
        </p:nvSpPr>
        <p:spPr>
          <a:xfrm>
            <a:off x="204330" y="844628"/>
            <a:ext cx="87111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mercado de trabalho: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maioria das empresas usa o Word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editor principal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essencial para fazer: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Currículos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Ofícios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Contratos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Relatórios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07" name="Google Shape;107;p3"/>
          <p:cNvSpPr txBox="1"/>
          <p:nvPr/>
        </p:nvSpPr>
        <p:spPr>
          <a:xfrm>
            <a:off x="204329" y="3455150"/>
            <a:ext cx="81942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Navegação Básica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abrir o Word: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digite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clique no ícone.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aparece ao abrir o Word?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 inicial com opções:</a:t>
            </a:r>
            <a:endParaRPr sz="1100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 em branco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prontos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Abertura de arquivos recentes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 em 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começar do zero.</a:t>
            </a:r>
            <a:endParaRPr sz="1100"/>
          </a:p>
        </p:txBody>
      </p:sp>
      <p:pic>
        <p:nvPicPr>
          <p:cNvPr id="108" name="Google Shape;10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8525" y="3455150"/>
            <a:ext cx="1580400" cy="15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AO MICROSOFT WORD</a:t>
            </a:r>
            <a:endParaRPr sz="1100"/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129173" y="14196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437850"/>
                <a:gridCol w="4437850"/>
              </a:tblGrid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Comando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Negrito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B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Itálico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I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Sublinhado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U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Salvar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Abrir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Novo Documento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N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" name="Google Shape;115;p4"/>
          <p:cNvSpPr txBox="1"/>
          <p:nvPr/>
        </p:nvSpPr>
        <p:spPr>
          <a:xfrm>
            <a:off x="129175" y="900375"/>
            <a:ext cx="588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úteis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Dependendo da versão do software os atalhos podem variar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Tela do Word</a:t>
            </a:r>
            <a:endParaRPr sz="1100"/>
          </a:p>
        </p:txBody>
      </p:sp>
      <p:sp>
        <p:nvSpPr>
          <p:cNvPr id="121" name="Google Shape;121;p5"/>
          <p:cNvSpPr txBox="1"/>
          <p:nvPr/>
        </p:nvSpPr>
        <p:spPr>
          <a:xfrm>
            <a:off x="213725" y="931107"/>
            <a:ext cx="8852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abrir o Word, é hora de conhecer o que aparece na tela! Vamos entender cada parte com calma:</a:t>
            </a:r>
            <a:endParaRPr sz="1100"/>
          </a:p>
        </p:txBody>
      </p:sp>
      <p:sp>
        <p:nvSpPr>
          <p:cNvPr id="122" name="Google Shape;122;p5"/>
          <p:cNvSpPr txBox="1"/>
          <p:nvPr/>
        </p:nvSpPr>
        <p:spPr>
          <a:xfrm>
            <a:off x="213724" y="1238883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partes da tela do Word:</a:t>
            </a:r>
            <a:endParaRPr sz="1100"/>
          </a:p>
        </p:txBody>
      </p:sp>
      <p:sp>
        <p:nvSpPr>
          <p:cNvPr id="123" name="Google Shape;123;p5"/>
          <p:cNvSpPr/>
          <p:nvPr/>
        </p:nvSpPr>
        <p:spPr>
          <a:xfrm>
            <a:off x="213725" y="1753203"/>
            <a:ext cx="78819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Barra de Título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parte superior da tela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arquivo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está sendo editado.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o arquivo ainda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foi salvo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aparece como: Documento 1.</a:t>
            </a:r>
            <a:endParaRPr sz="1100"/>
          </a:p>
          <a:p>
            <a:pPr indent="-889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 de salvo, aparece: Exemplo.docx – Word.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281525" y="3749806"/>
            <a:ext cx="8716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Faixa de Opções (Guias)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logo abaixo da barra de título.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Organizada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chamadas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Cada guia possui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grupos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um painel de botões).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Essa área substituiu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menus antigos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 versões mais antigas do Word.</a:t>
            </a:r>
            <a:endParaRPr sz="1100"/>
          </a:p>
        </p:txBody>
      </p:sp>
      <p:pic>
        <p:nvPicPr>
          <p:cNvPr id="125" name="Google Shape;1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425" y="1753197"/>
            <a:ext cx="4028600" cy="3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375" y="3749799"/>
            <a:ext cx="4885650" cy="43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Tela do Word</a:t>
            </a:r>
            <a:endParaRPr sz="1100"/>
          </a:p>
        </p:txBody>
      </p:sp>
      <p:sp>
        <p:nvSpPr>
          <p:cNvPr id="132" name="Google Shape;132;p6"/>
          <p:cNvSpPr txBox="1"/>
          <p:nvPr/>
        </p:nvSpPr>
        <p:spPr>
          <a:xfrm>
            <a:off x="138568" y="895037"/>
            <a:ext cx="88143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Guia Arquivo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guia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 canto superior esquerdo.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clicar nela, aparece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 azul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opções como: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 novo documento.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abre arquivos salvos.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/ Salvar Como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Propriedades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(nome do autor, título, etc.).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Proteger Documento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(criptografar, assinatura digital, etc.).</a:t>
            </a:r>
            <a:endParaRPr sz="1100"/>
          </a:p>
        </p:txBody>
      </p:sp>
      <p:sp>
        <p:nvSpPr>
          <p:cNvPr id="133" name="Google Shape;133;p6"/>
          <p:cNvSpPr txBox="1"/>
          <p:nvPr/>
        </p:nvSpPr>
        <p:spPr>
          <a:xfrm>
            <a:off x="164845" y="3314516"/>
            <a:ext cx="8814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Régua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Aparece no topo e na lateral do espaço de digitação.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margens, recuos de parágrafos e tabulações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não estiver aparecendo: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marque a opção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Régua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900" y="1137734"/>
            <a:ext cx="1389628" cy="617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525" y="4616231"/>
            <a:ext cx="8086000" cy="2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Conhecendo a Tela do Word</a:t>
            </a:r>
            <a:endParaRPr sz="1100"/>
          </a:p>
        </p:txBody>
      </p:sp>
      <p:sp>
        <p:nvSpPr>
          <p:cNvPr id="141" name="Google Shape;141;p7"/>
          <p:cNvSpPr txBox="1"/>
          <p:nvPr/>
        </p:nvSpPr>
        <p:spPr>
          <a:xfrm>
            <a:off x="291899" y="1959600"/>
            <a:ext cx="8852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Barra de Status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embaixo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 parte inferior da janela do Word.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informações úteis como: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páginas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documento.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atual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Idioma do texto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Modos de visualização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(Layout de Impressão, Leitura, Rascunho...).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aumenta ou diminui o tamanho da página na tela.</a:t>
            </a:r>
            <a:endParaRPr sz="1100"/>
          </a:p>
        </p:txBody>
      </p:sp>
      <p:pic>
        <p:nvPicPr>
          <p:cNvPr id="142" name="Google Shape;1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50" y="3891925"/>
            <a:ext cx="4013625" cy="63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22744"/>
          <a:stretch/>
        </p:blipFill>
        <p:spPr>
          <a:xfrm>
            <a:off x="2184400" y="4826003"/>
            <a:ext cx="6851350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49" name="Google Shape;149;p8"/>
          <p:cNvSpPr txBox="1"/>
          <p:nvPr/>
        </p:nvSpPr>
        <p:spPr>
          <a:xfrm>
            <a:off x="147963" y="804220"/>
            <a:ext cx="883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que já conhecemos a tela inicial, vamos explorar melhor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Faixa de Opções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que é onde ficam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as principais ferramentas do Word.</a:t>
            </a:r>
            <a:endParaRPr sz="1100"/>
          </a:p>
        </p:txBody>
      </p:sp>
      <p:sp>
        <p:nvSpPr>
          <p:cNvPr id="150" name="Google Shape;150;p8"/>
          <p:cNvSpPr txBox="1"/>
          <p:nvPr/>
        </p:nvSpPr>
        <p:spPr>
          <a:xfrm>
            <a:off x="147963" y="1458118"/>
            <a:ext cx="8833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Faixa de Opções?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 logo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abaixo da Barra de Título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dividida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se fossem “abas” de um caderno).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Cada guia traz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conjuntos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relacionadas entre si.</a:t>
            </a:r>
            <a:endParaRPr sz="1100"/>
          </a:p>
        </p:txBody>
      </p:sp>
      <p:sp>
        <p:nvSpPr>
          <p:cNvPr id="151" name="Google Shape;151;p8"/>
          <p:cNvSpPr txBox="1"/>
          <p:nvPr/>
        </p:nvSpPr>
        <p:spPr>
          <a:xfrm>
            <a:off x="147963" y="2573680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1 – Página Inicial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usada no dia a dia!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principais:</a:t>
            </a:r>
            <a:endParaRPr sz="1100"/>
          </a:p>
        </p:txBody>
      </p:sp>
      <p:graphicFrame>
        <p:nvGraphicFramePr>
          <p:cNvPr id="152" name="Google Shape;152;p8"/>
          <p:cNvGraphicFramePr/>
          <p:nvPr/>
        </p:nvGraphicFramePr>
        <p:xfrm>
          <a:off x="147963" y="35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Fonte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letra, tamanho, cor, negrito, itálico, sublinhado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Alinhamento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Esquerda, centralizado, direita, justificado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Espaçamento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Espaço entre linhas e parágrafos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Estilos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 formatações prontas com um clique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58" name="Google Shape;158;p9"/>
          <p:cNvSpPr txBox="1"/>
          <p:nvPr/>
        </p:nvSpPr>
        <p:spPr>
          <a:xfrm>
            <a:off x="72807" y="909635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2 – Inserir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enriquecer o conteúdo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texto.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principais:</a:t>
            </a:r>
            <a:endParaRPr sz="1100"/>
          </a:p>
        </p:txBody>
      </p:sp>
      <p:graphicFrame>
        <p:nvGraphicFramePr>
          <p:cNvPr id="159" name="Google Shape;159;p9"/>
          <p:cNvGraphicFramePr/>
          <p:nvPr/>
        </p:nvGraphicFramePr>
        <p:xfrm>
          <a:off x="72807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471000"/>
                <a:gridCol w="44710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Exemplo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Imagens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Inserir fotos do computador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Tabelas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Criar tabelas para organizar dados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Cabeçalho/Rodapé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Texto fixo no topo/rodapé da página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Números de Página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Inserir numeração automática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Formas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Setas, caixas de texto, figuras geométricas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Símbolos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Inserir caracteres especiais (ex: ©, €, ✓)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65" name="Google Shape;165;p10"/>
          <p:cNvSpPr txBox="1"/>
          <p:nvPr/>
        </p:nvSpPr>
        <p:spPr>
          <a:xfrm>
            <a:off x="185541" y="867881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3 – Design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Foco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aparência geral do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Recursos disponíveis:</a:t>
            </a:r>
            <a:endParaRPr sz="1100"/>
          </a:p>
        </p:txBody>
      </p:sp>
      <p:graphicFrame>
        <p:nvGraphicFramePr>
          <p:cNvPr id="166" name="Google Shape;166;p10"/>
          <p:cNvGraphicFramePr/>
          <p:nvPr/>
        </p:nvGraphicFramePr>
        <p:xfrm>
          <a:off x="185541" y="1637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419600"/>
                <a:gridCol w="44196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Temas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Aplica um conjunto de cores e fontes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Cores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Altera o esquema de cores do documento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Marca d'água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Adiciona uma imagem ou texto de fundo (ex: "RASCUNHO")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Bordas de Página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Decora as bordas do documento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72" name="Google Shape;172;p11"/>
          <p:cNvSpPr txBox="1"/>
          <p:nvPr/>
        </p:nvSpPr>
        <p:spPr>
          <a:xfrm>
            <a:off x="110385" y="920073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4 – Layout da Página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 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 e estrutura do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funções:</a:t>
            </a:r>
            <a:endParaRPr sz="1100"/>
          </a:p>
        </p:txBody>
      </p:sp>
      <p:graphicFrame>
        <p:nvGraphicFramePr>
          <p:cNvPr id="173" name="Google Shape;173;p11"/>
          <p:cNvGraphicFramePr/>
          <p:nvPr/>
        </p:nvGraphicFramePr>
        <p:xfrm>
          <a:off x="110385" y="1976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462150"/>
                <a:gridCol w="44621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Utilidade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Margens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o espaço entre o conteúdo e a borda da folha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Orientação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Retrato ou Paisagem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do papel (A4, Carta, etc.)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Espaçamento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Distância entre parágrafos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Colunas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Divide o texto em colunas (como jornal)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79" name="Google Shape;179;p12"/>
          <p:cNvSpPr txBox="1"/>
          <p:nvPr/>
        </p:nvSpPr>
        <p:spPr>
          <a:xfrm>
            <a:off x="166752" y="877726"/>
            <a:ext cx="5757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5 – Referências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trabalhos acadêmicos, TCCs, livros, apostilas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recursos:</a:t>
            </a:r>
            <a:endParaRPr sz="1100"/>
          </a:p>
        </p:txBody>
      </p:sp>
      <p:graphicFrame>
        <p:nvGraphicFramePr>
          <p:cNvPr id="180" name="Google Shape;180;p12"/>
          <p:cNvGraphicFramePr/>
          <p:nvPr/>
        </p:nvGraphicFramePr>
        <p:xfrm>
          <a:off x="166751" y="187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438925"/>
                <a:gridCol w="443892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Para que serve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Nota de rodapé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Explicações no rodapé da página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Citação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Inserir nome do autor, ano da obra etc.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Legenda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Nomear imagens, gráficos e tabelas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Índice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Cria um sumário automático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86" name="Google Shape;186;p13"/>
          <p:cNvSpPr txBox="1"/>
          <p:nvPr/>
        </p:nvSpPr>
        <p:spPr>
          <a:xfrm>
            <a:off x="176147" y="950794"/>
            <a:ext cx="7407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6 – Correspondências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enviar documentos em massa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cartas e e-mails personalizados.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principais:</a:t>
            </a:r>
            <a:endParaRPr sz="1100"/>
          </a:p>
        </p:txBody>
      </p:sp>
      <p:graphicFrame>
        <p:nvGraphicFramePr>
          <p:cNvPr id="187" name="Google Shape;187;p13"/>
          <p:cNvGraphicFramePr/>
          <p:nvPr/>
        </p:nvGraphicFramePr>
        <p:xfrm>
          <a:off x="176146" y="201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1473750"/>
                <a:gridCol w="739472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Envelopes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Cria endereçamento de envelopes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Etiquetas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Personaliza etiquetas para produtos, nomes, etc.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Mala Direta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Gera vários documentos iguais mudando só nome, endereço, etc. (perfeito pra enviar pra vários contatos de uma vez só)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193" name="Google Shape;193;p14"/>
          <p:cNvSpPr txBox="1"/>
          <p:nvPr/>
        </p:nvSpPr>
        <p:spPr>
          <a:xfrm>
            <a:off x="166752" y="919479"/>
            <a:ext cx="87675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7 – Revisão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revisar, corrigir e comentar o texto antes de finalizar.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úteis:</a:t>
            </a:r>
            <a:endParaRPr sz="1100"/>
          </a:p>
        </p:txBody>
      </p:sp>
      <p:graphicFrame>
        <p:nvGraphicFramePr>
          <p:cNvPr id="194" name="Google Shape;194;p14"/>
          <p:cNvGraphicFramePr/>
          <p:nvPr/>
        </p:nvGraphicFramePr>
        <p:xfrm>
          <a:off x="166752" y="16889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2616200"/>
                <a:gridCol w="62716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Ortografia e Gramática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Corrige erros no texto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Sinônimos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Sugere palavras com o mesmo sentido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Comentários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Adiciona observações no texto (sem apagar nada)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Controlar Alterações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tudo que foi editado por você ou por outra pessoa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Faixa de Opções e Principais Guias do Word</a:t>
            </a:r>
            <a:endParaRPr sz="1100"/>
          </a:p>
        </p:txBody>
      </p:sp>
      <p:sp>
        <p:nvSpPr>
          <p:cNvPr id="200" name="Google Shape;200;p15"/>
          <p:cNvSpPr txBox="1"/>
          <p:nvPr/>
        </p:nvSpPr>
        <p:spPr>
          <a:xfrm>
            <a:off x="138570" y="836565"/>
            <a:ext cx="8711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8 – Exibição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você vê o documento na tela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opções:</a:t>
            </a:r>
            <a:endParaRPr sz="1100"/>
          </a:p>
        </p:txBody>
      </p:sp>
      <p:graphicFrame>
        <p:nvGraphicFramePr>
          <p:cNvPr id="201" name="Google Shape;201;p15"/>
          <p:cNvGraphicFramePr/>
          <p:nvPr/>
        </p:nvGraphicFramePr>
        <p:xfrm>
          <a:off x="138570" y="1753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438100"/>
                <a:gridCol w="44381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Serve para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Modos de Exibição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Troca entre Leitura, Layout de Impressão, Rascunho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Régua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Ativa/desativa a régua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Zoom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Aumenta ou diminui a visualização do texto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Dividir Janela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Permite ver duas partes do mesmo documento ao mesmo tempo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Modos de Exibição no Word</a:t>
            </a:r>
            <a:endParaRPr sz="1100"/>
          </a:p>
        </p:txBody>
      </p:sp>
      <p:sp>
        <p:nvSpPr>
          <p:cNvPr id="208" name="Google Shape;208;p17"/>
          <p:cNvSpPr txBox="1"/>
          <p:nvPr/>
        </p:nvSpPr>
        <p:spPr>
          <a:xfrm>
            <a:off x="166753" y="795756"/>
            <a:ext cx="8810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Modos de Exibição?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diferentes de visualizar o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tela.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alteram o conteúdo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apenas a forma como você o enxerga enquanto edita.</a:t>
            </a:r>
            <a:endParaRPr sz="1100"/>
          </a:p>
        </p:txBody>
      </p:sp>
      <p:sp>
        <p:nvSpPr>
          <p:cNvPr id="209" name="Google Shape;209;p17"/>
          <p:cNvSpPr txBox="1"/>
          <p:nvPr/>
        </p:nvSpPr>
        <p:spPr>
          <a:xfrm>
            <a:off x="166753" y="1672022"/>
            <a:ext cx="8810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alterar o modo de exibição?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 – Pela Guia Exibição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guia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(última da faixa de opções).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grupo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Modos de Exibição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escolha um dos seguintes modos:</a:t>
            </a:r>
            <a:endParaRPr sz="1100"/>
          </a:p>
        </p:txBody>
      </p:sp>
      <p:graphicFrame>
        <p:nvGraphicFramePr>
          <p:cNvPr id="210" name="Google Shape;210;p17"/>
          <p:cNvGraphicFramePr/>
          <p:nvPr/>
        </p:nvGraphicFramePr>
        <p:xfrm>
          <a:off x="166753" y="2804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4346150"/>
                <a:gridCol w="43461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Para que serve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Layout de Impressão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 documento como será impresso (modo padrão)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Leitura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Ocupa a tela toda, ideal para apenas ler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Web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como se fosse uma página da internet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Rascunho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 texto sem formatações e imagens, ideal para digitação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Estrutura de Tópicos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 texto como um mapa, ótimo para longos documentos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1" name="Google Shape;211;p17"/>
          <p:cNvSpPr txBox="1"/>
          <p:nvPr/>
        </p:nvSpPr>
        <p:spPr>
          <a:xfrm>
            <a:off x="5930954" y="1841522"/>
            <a:ext cx="3046200" cy="76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– Pela parte inferior da tela</a:t>
            </a:r>
            <a:endParaRPr sz="1100"/>
          </a:p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canto inferior direito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perto do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 Zoom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Ali você verá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modos de exibição.</a:t>
            </a:r>
            <a:endParaRPr sz="1100"/>
          </a:p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Basta clicar para trocar rapidamente.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Iniciando a Digitação no Word</a:t>
            </a:r>
            <a:endParaRPr sz="1100"/>
          </a:p>
        </p:txBody>
      </p:sp>
      <p:sp>
        <p:nvSpPr>
          <p:cNvPr id="218" name="Google Shape;218;p18"/>
          <p:cNvSpPr txBox="1"/>
          <p:nvPr/>
        </p:nvSpPr>
        <p:spPr>
          <a:xfrm>
            <a:off x="286947" y="1569165"/>
            <a:ext cx="85701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começar a digitar?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o Word e crie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 em 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Coloque as mãos no teclado e comece a digitar o texto que quiser.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cursor (uma linha vertical piscando) mostra onde o texto será inserido.</a:t>
            </a:r>
            <a:endParaRPr sz="1100"/>
          </a:p>
        </p:txBody>
      </p:sp>
      <p:sp>
        <p:nvSpPr>
          <p:cNvPr id="219" name="Google Shape;219;p18"/>
          <p:cNvSpPr txBox="1"/>
          <p:nvPr/>
        </p:nvSpPr>
        <p:spPr>
          <a:xfrm>
            <a:off x="286947" y="2806445"/>
            <a:ext cx="8570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dicas importantes: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começar um novo parágrafo (pular linha).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Backspace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apagar letras à esquerda do cursor.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apagar letras à direita do cursor.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as setas do teclado para mover o cursor pelo texto sem apagar nada.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1 – Digitação: O Pequeno Príncipe</a:t>
            </a:r>
            <a:endParaRPr sz="1100"/>
          </a:p>
        </p:txBody>
      </p:sp>
      <p:sp>
        <p:nvSpPr>
          <p:cNvPr id="226" name="Google Shape;226;p22"/>
          <p:cNvSpPr txBox="1"/>
          <p:nvPr/>
        </p:nvSpPr>
        <p:spPr>
          <a:xfrm>
            <a:off x="394961" y="903692"/>
            <a:ext cx="83541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“Tu te tornas eternamente responsável por aquilo que cativas.”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Pequeno Príncipe vivia num planeta muito pequeno, onde cuidava de uma rosa muito vaidosa.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sua jornada por outros planetas, ele encontrou adultos estranhos: um rei que queria mandar em tudo, um vaidoso que só queria aplausos, um bêbado que bebia para esquecer a vergonha de beber...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chegar à Terra, ele conheceu uma raposa, que lhe ensinou o valor da amizade, dizendo que o essencial é invisível aos olhos.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Pequeno Príncipe nos lembra que só se vê bem com o coração, e que é preciso cultivar os laços com quem amamos.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Salvando um Documento no Word</a:t>
            </a:r>
            <a:endParaRPr sz="1100"/>
          </a:p>
        </p:txBody>
      </p:sp>
      <p:sp>
        <p:nvSpPr>
          <p:cNvPr id="233" name="Google Shape;233;p19"/>
          <p:cNvSpPr txBox="1"/>
          <p:nvPr/>
        </p:nvSpPr>
        <p:spPr>
          <a:xfrm>
            <a:off x="204331" y="899196"/>
            <a:ext cx="87354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salvar?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 seu trabalho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não perder nada.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Assim 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abrir, editar ou imprimir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depois.</a:t>
            </a:r>
            <a:endParaRPr sz="1100"/>
          </a:p>
        </p:txBody>
      </p:sp>
      <p:sp>
        <p:nvSpPr>
          <p:cNvPr id="234" name="Google Shape;234;p19"/>
          <p:cNvSpPr txBox="1"/>
          <p:nvPr/>
        </p:nvSpPr>
        <p:spPr>
          <a:xfrm>
            <a:off x="197285" y="1804336"/>
            <a:ext cx="87423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salvar um documento?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(canto superior esquerdo).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das opções: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já estiver salvando pela segunda vez ou atualizando algo.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for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vez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quiser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uma cópia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outro nome.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gerenciador de arquivos que abrir: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Documentos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entre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documentos do curso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outra que o professor indicar).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para o arquivo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Protegendo um Documento no Word</a:t>
            </a:r>
            <a:endParaRPr sz="1100"/>
          </a:p>
        </p:txBody>
      </p:sp>
      <p:sp>
        <p:nvSpPr>
          <p:cNvPr id="241" name="Google Shape;241;p20"/>
          <p:cNvSpPr txBox="1"/>
          <p:nvPr/>
        </p:nvSpPr>
        <p:spPr>
          <a:xfrm>
            <a:off x="194936" y="779763"/>
            <a:ext cx="88299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proteger um documento?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evitar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outras pessoas leiam ou modifiquem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seu conteúdo sem permissão.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segurança e privacidade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das informações.</a:t>
            </a:r>
            <a:endParaRPr sz="1100"/>
          </a:p>
        </p:txBody>
      </p:sp>
      <p:sp>
        <p:nvSpPr>
          <p:cNvPr id="242" name="Google Shape;242;p20"/>
          <p:cNvSpPr txBox="1"/>
          <p:nvPr/>
        </p:nvSpPr>
        <p:spPr>
          <a:xfrm>
            <a:off x="194936" y="1640037"/>
            <a:ext cx="8829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proteger um documento no Word?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documento aberto,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(geralmente já é a primeira opção).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lado direito, clique no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Proteger Documento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Aparecerão várias opções de proteção.</a:t>
            </a:r>
            <a:endParaRPr sz="1100"/>
          </a:p>
        </p:txBody>
      </p:sp>
      <p:sp>
        <p:nvSpPr>
          <p:cNvPr id="243" name="Google Shape;243;p20"/>
          <p:cNvSpPr txBox="1"/>
          <p:nvPr/>
        </p:nvSpPr>
        <p:spPr>
          <a:xfrm>
            <a:off x="194936" y="2961975"/>
            <a:ext cx="8829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disponíveis:</a:t>
            </a:r>
            <a:endParaRPr sz="1100"/>
          </a:p>
        </p:txBody>
      </p:sp>
      <p:graphicFrame>
        <p:nvGraphicFramePr>
          <p:cNvPr id="244" name="Google Shape;244;p20"/>
          <p:cNvGraphicFramePr/>
          <p:nvPr/>
        </p:nvGraphicFramePr>
        <p:xfrm>
          <a:off x="278296" y="33605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{5DF4286F-7735-4E2D-B18F-5C45EA987E09}</a:tableStyleId>
              </a:tblPr>
              <a:tblGrid>
                <a:gridCol w="2319075"/>
                <a:gridCol w="4926575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Opção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Marcar como Final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Deixa o documento apenas para leitura, sem edição.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Criptografar com Senha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Exige uma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senha para abrir o arquivo</a:t>
                      </a: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Restringir Edição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Bloqueia partes do texto para não serem alteradas.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Assinatura Digital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Adiciona uma assinatura oficial (como em contratos).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5" name="Google Shape;2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6728" y="1588934"/>
            <a:ext cx="1900903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Protegendo um Documento no Word</a:t>
            </a:r>
            <a:endParaRPr sz="1100"/>
          </a:p>
        </p:txBody>
      </p:sp>
      <p:sp>
        <p:nvSpPr>
          <p:cNvPr id="252" name="Google Shape;252;p21"/>
          <p:cNvSpPr txBox="1"/>
          <p:nvPr/>
        </p:nvSpPr>
        <p:spPr>
          <a:xfrm>
            <a:off x="272815" y="1045107"/>
            <a:ext cx="8553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CRIPTOGRAFAR COM SENHA (usaremos essa):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Proteger Documento &gt; Criptografar com Senha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a senha de sua turma.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Confirme a mesma senha novamente.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novo.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documento só abrirá se a senha for digitada corretamente.</a:t>
            </a:r>
            <a:endParaRPr sz="1100"/>
          </a:p>
        </p:txBody>
      </p:sp>
      <p:pic>
        <p:nvPicPr>
          <p:cNvPr id="253" name="Google Shape;2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624" y="2840900"/>
            <a:ext cx="2838900" cy="27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2 – Digitação: Anne com E</a:t>
            </a:r>
            <a:endParaRPr sz="1100"/>
          </a:p>
        </p:txBody>
      </p:sp>
      <p:sp>
        <p:nvSpPr>
          <p:cNvPr id="260" name="Google Shape;260;p23"/>
          <p:cNvSpPr txBox="1"/>
          <p:nvPr/>
        </p:nvSpPr>
        <p:spPr>
          <a:xfrm>
            <a:off x="194936" y="826464"/>
            <a:ext cx="8852100" cy="4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Anne Shirley 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garota órfã que, por engano, vai parar na casa dos irmãos Marilla e Matthew Cuthbert, que queriam adotar um menino para ajudá-los na fazenda.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imaginação fértil, palavras difíceis e um coração enorme, Anne transforma a vida dos que a cercam.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Apesar de um passado cheio de rejeições e tristeza, ela mantém um espírito alegre e sonhador.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inteligência, coragem e sinceridade fazem com que conquiste amigos, enfrente preconceitos e prove que ser diferente pode ser algo maravilhoso.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Anne nos ensina a importância de sonhar mesmo em tempos difíceis, e de acreditar que podemos ser amados como somos.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fala o que pensa, cria mundos com sua mente criativa, e luta para ser reconhecida por sua essência, não por sua aparência ou origem.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Anne mostra que a verdadeira família é aquela que te acolhe com amor. 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Suas aventuras em Green Gables, suas amizades, suas confusões e aprendizados fazem com que cada capítulo da sua história seja uma aula de empatia, coragem e imaginação.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Abrindo Documentos Salvos no Word</a:t>
            </a:r>
            <a:endParaRPr sz="1100"/>
          </a:p>
        </p:txBody>
      </p:sp>
      <p:sp>
        <p:nvSpPr>
          <p:cNvPr id="267" name="Google Shape;267;p24"/>
          <p:cNvSpPr txBox="1"/>
          <p:nvPr/>
        </p:nvSpPr>
        <p:spPr>
          <a:xfrm>
            <a:off x="317065" y="961233"/>
            <a:ext cx="8438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 criou e salvou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documento anteriormente e quer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para continuar, revisar ou imprimir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68" name="Google Shape;268;p24"/>
          <p:cNvSpPr txBox="1"/>
          <p:nvPr/>
        </p:nvSpPr>
        <p:spPr>
          <a:xfrm>
            <a:off x="317065" y="1884563"/>
            <a:ext cx="65502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um documento já salvo?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o Word.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canto superior esquerdo).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69" name="Google Shape;269;p24"/>
          <p:cNvSpPr txBox="1"/>
          <p:nvPr/>
        </p:nvSpPr>
        <p:spPr>
          <a:xfrm>
            <a:off x="317065" y="3269557"/>
            <a:ext cx="8438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aparece em seguida?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lado direito da tela vão aparecer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documentos recentes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foram abertos no computador.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o documento desejado estiver lá,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ele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abrir.</a:t>
            </a:r>
            <a:endParaRPr sz="1100"/>
          </a:p>
        </p:txBody>
      </p:sp>
      <p:sp>
        <p:nvSpPr>
          <p:cNvPr id="270" name="Google Shape;270;p24"/>
          <p:cNvSpPr txBox="1"/>
          <p:nvPr/>
        </p:nvSpPr>
        <p:spPr>
          <a:xfrm>
            <a:off x="317065" y="4240259"/>
            <a:ext cx="8438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 não estiver na lista?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PC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Navegue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onde você salvou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pasta Documentos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o arquivo desejado e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2025-06-19T16:57:11Z</dcterms:created>
  <dc:creator>leo Souza</dc:creator>
</cp:coreProperties>
</file>