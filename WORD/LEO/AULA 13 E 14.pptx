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Play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45BEXCgmBTBkeRmGgGgiwIcFW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Play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83D4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7277619" y="1349677"/>
            <a:ext cx="4158641" cy="4158641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&#10;&#10;O conteúdo gerado por IA pode estar incorreto."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5948" y="1968006"/>
            <a:ext cx="2921985" cy="292198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206988" y="2444281"/>
            <a:ext cx="6413326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409486" y="3642095"/>
            <a:ext cx="40083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0" y="-125260"/>
            <a:ext cx="12192000" cy="951978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CURRÍCULO VITAE (CV)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212910" y="1146647"/>
            <a:ext cx="1176617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UM CURRÍCULO?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"Curriculum Vitae" é uma expressão em latim que significa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trajeto de vida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CV é um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documento usado para apresentar o histórico educacional e profissional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uma pessoa.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Serve para mostrar aos recrutadores se o candidato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 perfil para a vaga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está sendo oferecida.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Também pode ser chamado de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Currículo Profissional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212911" y="4086902"/>
            <a:ext cx="1176617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 A FINALIDADE DO CURRÍCULO?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Mostrar as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informações mais importantes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a vida escolar, profissional e habilidades de uma pessoa.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Causar uma boa primeira impressão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já que geralmente é 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primeira coisa que a empresa vai analisar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antes de chamar para uma entrevista.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Facilitar 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seleção de candidatos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ajudando o recrutador a entender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quem está mais preparado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 vaga.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0" y="-125260"/>
            <a:ext cx="12192000" cy="951978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ESTRUTURA BÁSICA DE UM CURRÍCULO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560293" y="1151982"/>
            <a:ext cx="112865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bom currículo tem no máximo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 páginas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(para quem já trabalhou), ou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página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(para quem está inciando carreira).</a:t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560293" y="2123577"/>
            <a:ext cx="60960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Ordem recomendada: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Dados pessoais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profissional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Formação acadêmica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Experiências profissionais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Habilidades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Cursos complementares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Idiomas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/>
          <p:nvPr/>
        </p:nvSpPr>
        <p:spPr>
          <a:xfrm>
            <a:off x="0" y="-125260"/>
            <a:ext cx="12192000" cy="951978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MONTAR CADA PARTE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304800" y="1164121"/>
            <a:ext cx="60960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DADOS PESSOAIS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colocar: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Nome completo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Telefone/WhatsApp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E-mail profissional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Bairro e cidade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precisa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Estado civil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Idade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Foto (a menos que a vaga peça)</a:t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280147" y="4363846"/>
            <a:ext cx="11631706" cy="132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PROFISSIONAL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Frase que diz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você procura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vaga.</a:t>
            </a:r>
            <a:b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verbos como: </a:t>
            </a:r>
            <a:r>
              <a:rPr b="0" i="1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contribuir, aplicar, crescer, atuar, desenvolver, agregar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“Atuar na área administrativa, contribuindo com minha organização e responsabilidade para o bom funcionamento da equipe.”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/>
          <p:nvPr/>
        </p:nvSpPr>
        <p:spPr>
          <a:xfrm>
            <a:off x="0" y="-125260"/>
            <a:ext cx="12192000" cy="951978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MONTAR CADA PARTE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372036" y="894390"/>
            <a:ext cx="1047974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FORMAÇÃO ACADÊMICA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Liste seus estudos mais importantes, começando pelo mais recente.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Ensino Médio completo – Escola Estadual X (Concluído em 2023)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Cursando graduação em Administração – Universidade Y (Previsão: 2026)</a:t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372036" y="2439390"/>
            <a:ext cx="7198657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EXPERIÊNCIAS PROFISSIONAIS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Comece pelas mais recentes e escreva:</a:t>
            </a:r>
            <a:endParaRPr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Nome da empresa</a:t>
            </a:r>
            <a:endParaRPr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Cargo</a:t>
            </a:r>
            <a:endParaRPr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Período (ex: jan/2021 a dez/2023)</a:t>
            </a:r>
            <a:endParaRPr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Principais funções (pode usar tópicos)</a:t>
            </a:r>
            <a:endParaRPr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Resultados ou prêmios (se tiver)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b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Atendente – Supermercado Bom Preço (2021–2023)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Atendimento ao cliente</a:t>
            </a:r>
            <a:endParaRPr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Organização de prateleiras</a:t>
            </a:r>
            <a:endParaRPr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Operação de caixa</a:t>
            </a:r>
            <a:endParaRPr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Redução de filas no horário de pico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tem experiência? Coloque:</a:t>
            </a:r>
            <a:endParaRPr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Trabalhos voluntários</a:t>
            </a:r>
            <a:endParaRPr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Estágios</a:t>
            </a:r>
            <a:endParaRPr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Projetos escolares</a:t>
            </a:r>
            <a:endParaRPr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Atividades extracurriculares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/>
          <p:nvPr/>
        </p:nvSpPr>
        <p:spPr>
          <a:xfrm>
            <a:off x="0" y="-125260"/>
            <a:ext cx="12192000" cy="951978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MONTAR CADA PARTE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376518" y="983287"/>
            <a:ext cx="11483788" cy="20621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HABILIDADES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Liste o que você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sabe fazer bem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(de preferência algo que ajude na vaga).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Exemplos: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Boa comunicação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Trabalho em equipe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Conhecimento em informática básica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Organização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Facilidade com redes sociais</a:t>
            </a:r>
            <a:endParaRPr/>
          </a:p>
        </p:txBody>
      </p:sp>
      <p:sp>
        <p:nvSpPr>
          <p:cNvPr id="130" name="Google Shape;130;p10"/>
          <p:cNvSpPr/>
          <p:nvPr/>
        </p:nvSpPr>
        <p:spPr>
          <a:xfrm>
            <a:off x="376518" y="3265071"/>
            <a:ext cx="1148378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CURSOS COMPLEMENTARES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Coloque cursos com certificado que tenham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relação com a vaga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Curso de Atendimento ao Cliente – SENAI – 2022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Informática Básica – Motiva Cursos – 2025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 Use cursos online gratuitos com certificado (ex: Fundação Bradesco, SENAI, etc).</a:t>
            </a:r>
            <a:endParaRPr/>
          </a:p>
        </p:txBody>
      </p:sp>
      <p:sp>
        <p:nvSpPr>
          <p:cNvPr id="131" name="Google Shape;131;p10"/>
          <p:cNvSpPr/>
          <p:nvPr/>
        </p:nvSpPr>
        <p:spPr>
          <a:xfrm>
            <a:off x="376518" y="5054413"/>
            <a:ext cx="1148378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DIOMAS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Informe os idiomas que você sabe além do português.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Inglês básico – Curso Y (2024)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Espanhol intermediário (autodidata)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Nunca minta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currículo. Isso pode causar desclassificação.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"/>
          <p:cNvSpPr/>
          <p:nvPr/>
        </p:nvSpPr>
        <p:spPr>
          <a:xfrm>
            <a:off x="0" y="-125260"/>
            <a:ext cx="12192000" cy="951978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MONTAR CADA PARTE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376518" y="983287"/>
            <a:ext cx="11483788" cy="20621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HABILIDADES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Liste o que você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sabe fazer bem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(de preferência algo que ajude na vaga).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Exemplos: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Boa comunicação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Trabalho em equipe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Conhecimento em informática básica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Organização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Facilidade com redes sociais</a:t>
            </a:r>
            <a:endParaRPr/>
          </a:p>
        </p:txBody>
      </p:sp>
      <p:sp>
        <p:nvSpPr>
          <p:cNvPr id="139" name="Google Shape;139;p11"/>
          <p:cNvSpPr/>
          <p:nvPr/>
        </p:nvSpPr>
        <p:spPr>
          <a:xfrm>
            <a:off x="376518" y="3265071"/>
            <a:ext cx="1148378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CURSOS COMPLEMENTARES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Coloque cursos com certificado que tenham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relação com a vaga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Curso de Atendimento ao Cliente – SENAI – 2022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Informática Básica – Motiva Cursos – 2025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 Use cursos online gratuitos com certificado (ex: Fundação Bradesco, SENAI, etc).</a:t>
            </a:r>
            <a:endParaRPr/>
          </a:p>
        </p:txBody>
      </p:sp>
      <p:sp>
        <p:nvSpPr>
          <p:cNvPr id="140" name="Google Shape;140;p11"/>
          <p:cNvSpPr/>
          <p:nvPr/>
        </p:nvSpPr>
        <p:spPr>
          <a:xfrm>
            <a:off x="376518" y="5054413"/>
            <a:ext cx="1148378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DIOMAS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Informe os idiomas que você sabe além do português.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Inglês básico – Curso Y (2024)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Espanhol intermediário (autodidata)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Nunca minta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currículo. Isso pode causar desclassificação.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"/>
          <p:cNvSpPr/>
          <p:nvPr/>
        </p:nvSpPr>
        <p:spPr>
          <a:xfrm>
            <a:off x="0" y="-125260"/>
            <a:ext cx="12192000" cy="951978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CURRÍCULO PARA PRIMEIRO EMPREGO – JOVEM APRENDIZ</a:t>
            </a:r>
            <a:endParaRPr/>
          </a:p>
        </p:txBody>
      </p:sp>
      <p:sp>
        <p:nvSpPr>
          <p:cNvPr id="147" name="Google Shape;147;p12"/>
          <p:cNvSpPr/>
          <p:nvPr/>
        </p:nvSpPr>
        <p:spPr>
          <a:xfrm>
            <a:off x="304799" y="950276"/>
            <a:ext cx="112865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Ideal para quem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nunca trabalhou formalmente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mas quer começar no mercado com uma oportunidade de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Jovem Aprendiz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48" name="Google Shape;148;p12"/>
          <p:cNvSpPr/>
          <p:nvPr/>
        </p:nvSpPr>
        <p:spPr>
          <a:xfrm>
            <a:off x="304798" y="1824388"/>
            <a:ext cx="11286565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UM JOVEM APRENDIZ?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Jovem Aprendiz é um programa do governo que permite que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jovens entre 14 e 24 anos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trabalhem com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carteira assinada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estudem ao mesmo tempo e aprendam uma profissão.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Carga horária reduzida (geralmente 4 ou 6 horas por dia)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Oportunidade de aprender na prática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Ajuda no desenvolvimento pessoal e profissional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Recomendado para quem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está estudando ou já terminou o ensino médio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Não precisa ter experiência</a:t>
            </a:r>
            <a:endParaRPr/>
          </a:p>
        </p:txBody>
      </p:sp>
      <p:sp>
        <p:nvSpPr>
          <p:cNvPr id="149" name="Google Shape;149;p12"/>
          <p:cNvSpPr/>
          <p:nvPr/>
        </p:nvSpPr>
        <p:spPr>
          <a:xfrm>
            <a:off x="304798" y="4259968"/>
            <a:ext cx="11286565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DEVE SER UM CURRÍCULO PARA JOVEM APRENDIZ?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o aluno ainda não tem experiências profissionais formais, o currículo precisa valorizar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outras informações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Escolaridade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Cursos feitos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Habilidades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Trabalhos voluntários, participação em projetos escolares, eventos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Objetivo profissional bem claro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/>
          <p:nvPr/>
        </p:nvSpPr>
        <p:spPr>
          <a:xfrm>
            <a:off x="0" y="-125260"/>
            <a:ext cx="12192000" cy="951978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CURRÍCULO PARA PRIMEIRO EMPREGO – JOVEM APRENDIZ</a:t>
            </a:r>
            <a:endParaRPr/>
          </a:p>
        </p:txBody>
      </p:sp>
      <p:sp>
        <p:nvSpPr>
          <p:cNvPr id="156" name="Google Shape;156;p13"/>
          <p:cNvSpPr/>
          <p:nvPr/>
        </p:nvSpPr>
        <p:spPr>
          <a:xfrm>
            <a:off x="346363" y="1947835"/>
            <a:ext cx="11499273" cy="3293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PROFISSIONAL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a parte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importante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quem está começando!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Dicas: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Seja claro, direto e objetivo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Mostre que quer aprender e crescer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verbos positivos: contribuir, aprender, crescer, colaborar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“Busco minha primeira oportunidade no mercado de trabalho como Jovem Aprendiz, para desenvolver minhas habilidades profissionais e contribuir com o crescimento da empresa.”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“Desejo atuar como Jovem Aprendiz para adquirir experiência prática, crescer profissionalmente e colaborar com a equipe da empresa.”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/>
          <p:nvPr/>
        </p:nvSpPr>
        <p:spPr>
          <a:xfrm>
            <a:off x="0" y="-125260"/>
            <a:ext cx="12192000" cy="951978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/>
          </a:p>
        </p:txBody>
      </p:sp>
      <p:sp>
        <p:nvSpPr>
          <p:cNvPr id="163" name="Google Shape;163;p14"/>
          <p:cNvSpPr/>
          <p:nvPr/>
        </p:nvSpPr>
        <p:spPr>
          <a:xfrm>
            <a:off x="2649070" y="2019804"/>
            <a:ext cx="7167283" cy="3046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CRIAR UM CURRÍCULO NO WORD (PASSO A PASSO)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Abrir o Word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Ir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“Arquivo” &gt; “Novo”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Pesquisar por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“Currículo” ou “Curriculum Vitae”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um modelo simples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crie um documento em branco e:</a:t>
            </a:r>
            <a:endParaRPr/>
          </a:p>
          <a:p>
            <a:pPr indent="-1016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Escreva seu nome no topo (negrito e centralizado)</a:t>
            </a:r>
            <a:endParaRPr/>
          </a:p>
          <a:p>
            <a:pPr indent="-1016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Insira os dados pessoais logo abaixo</a:t>
            </a:r>
            <a:endParaRPr/>
          </a:p>
          <a:p>
            <a:pPr indent="-1016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títulos como: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Profissional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Formação Acadêmica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etc.</a:t>
            </a:r>
            <a:endParaRPr/>
          </a:p>
          <a:p>
            <a:pPr indent="-1016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Escreva com espaçamento de 1,5 entre linhas (opcional)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Salve como: Curriculo_Nome_Sobrenome.docx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Salve também em PDF para enviar por e-mail ou site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/>
          <p:nvPr/>
        </p:nvSpPr>
        <p:spPr>
          <a:xfrm>
            <a:off x="0" y="-125260"/>
            <a:ext cx="12192000" cy="951978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/>
          </a:p>
        </p:txBody>
      </p:sp>
      <p:pic>
        <p:nvPicPr>
          <p:cNvPr id="170" name="Google Shape;1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50729"/>
            <a:ext cx="5078844" cy="6476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4203" y="350729"/>
            <a:ext cx="4897808" cy="6671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"/>
          <p:cNvSpPr/>
          <p:nvPr/>
        </p:nvSpPr>
        <p:spPr>
          <a:xfrm>
            <a:off x="0" y="-125260"/>
            <a:ext cx="12192000" cy="951978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MALA DIRETA?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"/>
          <p:cNvSpPr/>
          <p:nvPr/>
        </p:nvSpPr>
        <p:spPr>
          <a:xfrm>
            <a:off x="412375" y="1145285"/>
            <a:ext cx="937708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Mala Direta é uma ferramenta do Word que permite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enviar o mesmo documento para várias pessoas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mudando só algumas partes, como: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Nome do destinatário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Endereço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Cidade</a:t>
            </a:r>
            <a:endParaRPr/>
          </a:p>
        </p:txBody>
      </p:sp>
      <p:sp>
        <p:nvSpPr>
          <p:cNvPr id="178" name="Google Shape;178;p2"/>
          <p:cNvSpPr/>
          <p:nvPr/>
        </p:nvSpPr>
        <p:spPr>
          <a:xfrm>
            <a:off x="412375" y="3078941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vai escrever só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vez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179" name="Google Shape;179;p2"/>
          <p:cNvSpPr/>
          <p:nvPr/>
        </p:nvSpPr>
        <p:spPr>
          <a:xfrm>
            <a:off x="412375" y="3904602"/>
            <a:ext cx="609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Prezado(a)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[NOME]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Informamos que seu endereço é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[ENDEREÇO]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localizado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[CIDADE]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80" name="Google Shape;180;p2"/>
          <p:cNvSpPr/>
          <p:nvPr/>
        </p:nvSpPr>
        <p:spPr>
          <a:xfrm>
            <a:off x="412375" y="5105417"/>
            <a:ext cx="1120588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Word vai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automaticamente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cópia para cada pessoa, trocando os campos entre colchetes pelos nomes verdadeiros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"/>
          <p:cNvSpPr/>
          <p:nvPr/>
        </p:nvSpPr>
        <p:spPr>
          <a:xfrm>
            <a:off x="0" y="-125260"/>
            <a:ext cx="12192000" cy="951978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PASSO A PASSO — CRIANDO MALA DIRETA NO WORD</a:t>
            </a:r>
            <a:endParaRPr/>
          </a:p>
        </p:txBody>
      </p:sp>
      <p:sp>
        <p:nvSpPr>
          <p:cNvPr id="187" name="Google Shape;187;p3"/>
          <p:cNvSpPr/>
          <p:nvPr/>
        </p:nvSpPr>
        <p:spPr>
          <a:xfrm>
            <a:off x="291352" y="1125088"/>
            <a:ext cx="114748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Escreva o texto no Word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um novo documento e digite a carta base, por exemplo:</a:t>
            </a:r>
            <a:endParaRPr/>
          </a:p>
        </p:txBody>
      </p:sp>
      <p:sp>
        <p:nvSpPr>
          <p:cNvPr id="188" name="Google Shape;188;p3"/>
          <p:cNvSpPr/>
          <p:nvPr/>
        </p:nvSpPr>
        <p:spPr>
          <a:xfrm>
            <a:off x="291352" y="2069789"/>
            <a:ext cx="975360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Prezado(a) ____________,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Seu endereço cadastrado é ____________, na cidade de ____________.</a:t>
            </a:r>
            <a:endParaRPr/>
          </a:p>
        </p:txBody>
      </p:sp>
      <p:sp>
        <p:nvSpPr>
          <p:cNvPr id="189" name="Google Shape;189;p3"/>
          <p:cNvSpPr/>
          <p:nvPr/>
        </p:nvSpPr>
        <p:spPr>
          <a:xfrm>
            <a:off x="291350" y="2871422"/>
            <a:ext cx="7144874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aba "Correspondências" (fica no menu superior do Word)</a:t>
            </a: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291350" y="3427721"/>
            <a:ext cx="5638803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"Iniciar Mala Direta"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escolha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"Cartas"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291350" y="4271662"/>
            <a:ext cx="5638803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"Selecionar Destinatários"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escolha a opção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"Digitar uma nova lista..."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291351" y="5115603"/>
            <a:ext cx="7333132" cy="132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abrir uma janelinha chamada "Nova Lista de Endereços"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Aqui você cadastra os dados das pessoas,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diretamente no Word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Preencha o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Cidade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 outros campos, se quiser).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"Novo item"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adicionar outra pessoa.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terminar de digitar todos, clique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"OK"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"/>
          <p:cNvSpPr/>
          <p:nvPr/>
        </p:nvSpPr>
        <p:spPr>
          <a:xfrm>
            <a:off x="0" y="-125260"/>
            <a:ext cx="12192000" cy="951978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PASSO A PASSO — CRIANDO MALA DIRETA NO WORD</a:t>
            </a: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363071" y="1082634"/>
            <a:ext cx="813547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Word vai pedir para salvar essa lista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Salve com um nome fácil (ex: "lista_alunos")</a:t>
            </a:r>
            <a:b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Esse arquivo fica salvo como .mdb (formato interno do Word)</a:t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363070" y="2292659"/>
            <a:ext cx="687144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Insira os campos no texto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onde você quer que apareça o nome.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clique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"Inserir Campo de Mesclagem"</a:t>
            </a:r>
            <a:b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escolha Nome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Repita para os outros campos (como Endereço, Cidade, etc.)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final no Word:</a:t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363069" y="4002759"/>
            <a:ext cx="796065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Prezado(a) «Nome»,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Seu endereço cadastrado é «Endereço», na cidade de «Cidade».</a:t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363069" y="4977789"/>
            <a:ext cx="1182893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"Visualizar Resultados"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para ver como vai ficar cada carta com os nomes reais.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navegar entre os registros com as setinhas ↔ que aparecem na aba “Correspondências”.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"/>
          <p:cNvSpPr/>
          <p:nvPr/>
        </p:nvSpPr>
        <p:spPr>
          <a:xfrm>
            <a:off x="0" y="-125260"/>
            <a:ext cx="12192000" cy="951978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PASSO A PASSO — CRIANDO MALA DIRETA NO WORD</a:t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318245" y="1082079"/>
            <a:ext cx="1042595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"Concluir e Mesclar"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escolher: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"Editar documentos individuais..."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cria um novo arquivo com todas as cartas já preenchidas.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"Imprimir documentos..."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envia direto para a impressora.</a:t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318245" y="2537769"/>
            <a:ext cx="1042595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depois quiser adicionar mais pessoas, basta: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Ir na aba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"Correspondências"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Clicar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"Editar lista de destinatários"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Clicar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"Editar..."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adicionar novos nomes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2025-06-19T16:57:11Z</dcterms:created>
  <dc:creator>leo Souza</dc:creator>
</cp:coreProperties>
</file>