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7150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87ropPL33tczc1Y89YYdIjZcN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48216" y="2065976"/>
            <a:ext cx="480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100"/>
          </a:p>
        </p:txBody>
      </p:sp>
      <p:sp>
        <p:nvSpPr>
          <p:cNvPr id="91" name="Google Shape;91;p1"/>
          <p:cNvSpPr txBox="1"/>
          <p:nvPr/>
        </p:nvSpPr>
        <p:spPr>
          <a:xfrm>
            <a:off x="1057130" y="3035075"/>
            <a:ext cx="4401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DIGITANDO UM TEXTO</a:t>
            </a:r>
            <a:endParaRPr sz="1100"/>
          </a:p>
        </p:txBody>
      </p:sp>
      <p:sp>
        <p:nvSpPr>
          <p:cNvPr id="97" name="Google Shape;97;p2"/>
          <p:cNvSpPr/>
          <p:nvPr/>
        </p:nvSpPr>
        <p:spPr>
          <a:xfrm>
            <a:off x="99172" y="1087785"/>
            <a:ext cx="89457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Jornada Inesperada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Viver uma aventura é descobrir o inesperado!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hobbit Bilbo Bolseiro levava uma vida tranquila em sua toca confortável no Condado. Mas tudo mudou quando o mago Gandalf bateu à sua porta, oferecendo uma oportunidade única: participar de uma jornada para além das colinas, florestas e montanhas distantes. Aventurar-se significava deixar a rotina, encarar perigos, e descobrir em si mesmo qualidades adormecidas. No início, Bilbo relutou, pois os hobbits prezam a paz e o conforto. Porém, a curiosidade – e talvez algo mais profundo – o fez dar o primeiro passo. E esse passo mudou tudo.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Aventurar-se também é construir histórias. É enfrentar trolls famintos, charadas com criaturas misteriosas, conversas com dragões gananciosos e noites frias sob as estrelas. É aprender que coragem não é ausência de medo, mas agir apesar dele. É saber que, mesmo sendo pequeno, você pode mudar o curso das coisas. O trabalho em equipe com os anões, os desafios superados e os tesouros encontrados foram apenas parte da jornada. O maior tesouro estava em si mesmo: a coragem, a inteligência e a determinação que nem ele sabia que possuía. Bilbo voltou ao lar diferente, não apenas por fora, mas por dentro. Ele entendeu que, às vezes, é preciso sair do conforto para realmente descobrir quem somos. E isso, sem dúvida, é a maior das aventuras.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CRIANDO TEXTOS EM COLUNAS 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59826" y="855775"/>
            <a:ext cx="8024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Transformar um texto longo em um formato de jornal/revista,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facilitando a leitura visual.</a:t>
            </a:r>
            <a:endParaRPr sz="1100"/>
          </a:p>
        </p:txBody>
      </p:sp>
      <p:sp>
        <p:nvSpPr>
          <p:cNvPr id="104" name="Google Shape;104;p3"/>
          <p:cNvSpPr/>
          <p:nvPr/>
        </p:nvSpPr>
        <p:spPr>
          <a:xfrm>
            <a:off x="255494" y="1561228"/>
            <a:ext cx="86331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completo no Word.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o texto adaptado de 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Hobbit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digitamos no início da aula.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TODO o texto.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antes da primeira palavra, segure o botão esquerdo do mouse e arraste até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último caractere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 ponto final).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não selecionar até o ponto final, pode acontecer de parte do texto não entrar nas colunas!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faixa de opções, vá até a guia “Layout da Página”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(ou só “Layout” nas versões mais novas).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linhas verticais).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fica geralmente no grupo “Configurar Página”.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número de colunas desejado: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Colunas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já vai dividir o texto automaticamente.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TEXTOS EM COLUNAS</a:t>
            </a:r>
            <a:endParaRPr sz="1100"/>
          </a:p>
        </p:txBody>
      </p:sp>
      <p:sp>
        <p:nvSpPr>
          <p:cNvPr id="110" name="Google Shape;110;p4"/>
          <p:cNvSpPr/>
          <p:nvPr/>
        </p:nvSpPr>
        <p:spPr>
          <a:xfrm>
            <a:off x="117661" y="828873"/>
            <a:ext cx="7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 Como Ficou Nosso Texto Após A Aplicação Das Colunas</a:t>
            </a:r>
            <a:endParaRPr sz="1100"/>
          </a:p>
        </p:txBody>
      </p:sp>
      <p:sp>
        <p:nvSpPr>
          <p:cNvPr id="111" name="Google Shape;111;p4"/>
          <p:cNvSpPr/>
          <p:nvPr/>
        </p:nvSpPr>
        <p:spPr>
          <a:xfrm>
            <a:off x="199182" y="1292138"/>
            <a:ext cx="88179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aplicamos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texto se reorganiza no estilo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jornal ou revista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🧾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visuais que você deve notar: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conteúdo agora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flui da primeira coluna para a segunda e depois para a terceira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em vez de ocupar a página inteira horizontalmente.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parágrafos continuam com recuo e espaçamento normal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se ajustam ao espaço de cada coluna.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texto for muito grande, ele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continuar em colunas nas páginas seguintes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automaticamente.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 colunas são equilibradas por padrão.</a:t>
            </a:r>
            <a:endParaRPr sz="1100"/>
          </a:p>
        </p:txBody>
      </p:sp>
      <p:sp>
        <p:nvSpPr>
          <p:cNvPr id="112" name="Google Shape;112;p4"/>
          <p:cNvSpPr/>
          <p:nvPr/>
        </p:nvSpPr>
        <p:spPr>
          <a:xfrm>
            <a:off x="199182" y="3140397"/>
            <a:ext cx="8817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 de observar o resultado: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nenhum pedaço do texto foi cortado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ficou fora da coluna.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Garantir que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fonte esteja legível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colunas mais estreitas.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Avaliar 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mais fácil ou mais difícil de ler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(exercício de percepção visual).</a:t>
            </a:r>
            <a:endParaRPr sz="1100"/>
          </a:p>
        </p:txBody>
      </p:sp>
      <p:sp>
        <p:nvSpPr>
          <p:cNvPr id="113" name="Google Shape;113;p4"/>
          <p:cNvSpPr/>
          <p:nvPr/>
        </p:nvSpPr>
        <p:spPr>
          <a:xfrm>
            <a:off x="140352" y="4530182"/>
            <a:ext cx="8935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visualizar melhor como ficou usando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leitura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aumentando o zoom.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pode parecer mais “organizado” visualmente, como em livros, jornais ou revistas.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PROPRIEDADES DO TEXTO EM COLUNAS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15993" y="855818"/>
            <a:ext cx="87171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aplicar as colunas: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Seu texto foi dividido em três colunas.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você pode observar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coluna ganhou uma régua própria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parte superior do documento.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pode fazer com isso: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cada coluna individualmente.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indicadores das margens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(os triângulos da régua) para definir onde começa e termina o texto em cada coluna.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colunas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estreitas ou mais largas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acordo com a necessidade visual.</a:t>
            </a:r>
            <a:endParaRPr sz="1100"/>
          </a:p>
        </p:txBody>
      </p:sp>
      <p:sp>
        <p:nvSpPr>
          <p:cNvPr id="120" name="Google Shape;120;p5"/>
          <p:cNvSpPr/>
          <p:nvPr/>
        </p:nvSpPr>
        <p:spPr>
          <a:xfrm>
            <a:off x="215993" y="3010254"/>
            <a:ext cx="87171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Opções de Colunas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novamente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guia “Layout”.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de baixo do menu,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Colunas…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nova janela vai aparecer com opções avançadas: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colunas: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colocar até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(não recomendo, mas é possível).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linha entre colunas: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basta marcar a caixinha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"Linha entre colunas"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 e espaçamento: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personalizar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de cada coluna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pode ajustar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distância entre uma coluna e outra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configurar,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PROPRIEDADES DO TEXTO EM COLUNAS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31574" y="2472779"/>
            <a:ext cx="80808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b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janela é ideal quando você quer mais controle visual sobre o layout — por exemplo, se quiser a coluna do meio mais estreita, ou se quiser aplicar uma linha de separação para dar efeito de revista.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AINDA SOBRE COLUNAS…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18515" y="972325"/>
            <a:ext cx="850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entre as colunas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de escolher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quantas 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texto terá, o Word também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uma linha de separação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elas, o que deixa o visual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organizado e profissional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como em jornais impressos.</a:t>
            </a:r>
            <a:endParaRPr sz="1100"/>
          </a:p>
        </p:txBody>
      </p:sp>
      <p:sp>
        <p:nvSpPr>
          <p:cNvPr id="133" name="Google Shape;133;p7"/>
          <p:cNvSpPr/>
          <p:nvPr/>
        </p:nvSpPr>
        <p:spPr>
          <a:xfrm>
            <a:off x="218514" y="1957837"/>
            <a:ext cx="85089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adicionar a linha entre as colunas: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novamente o texto com colunas.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(Pode clicar 3 vezes rápidas dentro do parágrafo para selecionar tudo ou usar Ctrl+T.)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no botão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Colunas…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(última do menu).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se abrir: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 caixinha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"Linha entre colunas"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18514" y="4112273"/>
            <a:ext cx="850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cada coluna estará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separada por uma linha vertical fina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dando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destaque e legibilidade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conteúdo.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DIGITANDO UM TEXTO</a:t>
            </a:r>
            <a:endParaRPr sz="1100"/>
          </a:p>
        </p:txBody>
      </p:sp>
      <p:sp>
        <p:nvSpPr>
          <p:cNvPr id="141" name="Google Shape;141;p8"/>
          <p:cNvSpPr/>
          <p:nvPr/>
        </p:nvSpPr>
        <p:spPr>
          <a:xfrm>
            <a:off x="359707" y="904043"/>
            <a:ext cx="8515500" cy="4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Força Que Nos Guia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galáxia vive tempos sombrios. Enquanto o Império impõe sua autoridade com rigidez, pequenos grupos de rebeldes lutam para devolver a liberdade aos planetas oprimidos. No meio disso tudo, surge Luke Skywalker, um jovem comum com um destino extraordinário.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Guiado por Obi-Wan Kenobi, ele descobre que carrega o legado dos Cavaleiros Jedi e a conexão com a Força — um campo de energia invisível que une todos os seres vivos. Com coragem e determinação, Luke inicia uma jornada de autoconhecimento, onde aprende que a verdadeira força está nas escolhas que fazemos e na capacidade de resistir ao medo.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enfrentando o temido Darth Vader e as dificuldades da guerra, Luke acredita que o bem ainda pode vencer. Sua história mostra que não importa o tamanho da pessoa, mas sim o tamanho da esperança que ela carrega. Que a Força esteja com você — sempre.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SIGA AS ESPECIFICAÇÕES DE FORMATAÇÃO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97500" y="789675"/>
            <a:ext cx="88884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Formatação do Título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título “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Força Que Nos Guia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 aplique: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Tahoma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Negrito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27800" y="2102825"/>
            <a:ext cx="88884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Formatação do Texto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todo o restante do texto (sem o título) e aplique: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Justificado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7500" y="3349751"/>
            <a:ext cx="8888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Dividir em 2 Colunas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o texto abaixo do título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(inclusive o primeiro parágrafo inteiro).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escolha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1" name="Google Shape;151;p9"/>
          <p:cNvSpPr/>
          <p:nvPr/>
        </p:nvSpPr>
        <p:spPr>
          <a:xfrm>
            <a:off x="127789" y="4371073"/>
            <a:ext cx="8888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Aplicar Letra Capitular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parágrafo do texto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(onde começa “</a:t>
            </a:r>
            <a:r>
              <a:rPr i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galáxia estava em guerra...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botão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 Capitular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“Capitular”)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“Capitular na Margem”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“Capitular no Texto”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conforme preferência.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CRIATIVA: MINHA MATÉRIA DE REVISTA</a:t>
            </a:r>
            <a:endParaRPr sz="1100"/>
          </a:p>
        </p:txBody>
      </p:sp>
      <p:sp>
        <p:nvSpPr>
          <p:cNvPr id="158" name="Google Shape;158;p10"/>
          <p:cNvSpPr txBox="1"/>
          <p:nvPr/>
        </p:nvSpPr>
        <p:spPr>
          <a:xfrm>
            <a:off x="268135" y="961233"/>
            <a:ext cx="8607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mini matéria de revista no Word usando tudo o que foi aprendido hoje: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título, colunas, formatação e letra capitular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68135" y="1786328"/>
            <a:ext cx="86076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 novo documento no Word.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chamativo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“Meu Mundo Gamer”, “Moda e Estilo”, “O Melhor Filme que Já Vi”, etc).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um texto autoral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mínimo de 2 parágrafos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sobre um jogo, série, lugar que gostaria de visitar, seu hobby favorito, um personagem famoso etc.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4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completa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Título: Tahoma, 14, negrito, centralizado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Texto: Arial, 11, justificado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Divida o texto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colunas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Adicione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 capitular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primeiro parágrafo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4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Capriche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 ortográfica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organização visual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/>
        </p:nvSpPr>
        <p:spPr>
          <a:xfrm>
            <a:off x="155241" y="2036901"/>
            <a:ext cx="480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100"/>
          </a:p>
        </p:txBody>
      </p:sp>
      <p:sp>
        <p:nvSpPr>
          <p:cNvPr id="167" name="Google Shape;167;p11"/>
          <p:cNvSpPr txBox="1"/>
          <p:nvPr/>
        </p:nvSpPr>
        <p:spPr>
          <a:xfrm>
            <a:off x="1057129" y="3035075"/>
            <a:ext cx="4081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sp>
        <p:nvSpPr>
          <p:cNvPr id="168" name="Google Shape;168;p11"/>
          <p:cNvSpPr txBox="1"/>
          <p:nvPr/>
        </p:nvSpPr>
        <p:spPr>
          <a:xfrm>
            <a:off x="1057050" y="3398787"/>
            <a:ext cx="3006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DIGIMASTER - KAHOOT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