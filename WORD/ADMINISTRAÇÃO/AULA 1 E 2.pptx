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gk7uiEkbUoYgzlkKn3BR6Z7VGV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customschemas.google.com/relationships/presentationmetadata" Target="meta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3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8B5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A383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6158849" y="541086"/>
            <a:ext cx="5278056" cy="527805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>
            <p:ph type="ctrTitle"/>
          </p:nvPr>
        </p:nvSpPr>
        <p:spPr>
          <a:xfrm>
            <a:off x="567083" y="2865538"/>
            <a:ext cx="5299353" cy="6291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pt-B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ADMINISTRAÇÃO</a:t>
            </a:r>
            <a:endParaRPr b="1"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>
            <p:ph idx="1" type="subTitle"/>
          </p:nvPr>
        </p:nvSpPr>
        <p:spPr>
          <a:xfrm>
            <a:off x="567083" y="2378550"/>
            <a:ext cx="5299353" cy="48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s://img.elo7.com.br/product/zoom/4DE09D0/matriz-de-bordado-simbolo-administracao-matriz-arquitetura.jpg" id="87" name="Google Shape;87;p1"/>
          <p:cNvPicPr preferRelativeResize="0"/>
          <p:nvPr/>
        </p:nvPicPr>
        <p:blipFill rotWithShape="1">
          <a:blip r:embed="rId3">
            <a:alphaModFix/>
          </a:blip>
          <a:srcRect b="6377" l="9052" r="11750" t="4354"/>
          <a:stretch/>
        </p:blipFill>
        <p:spPr>
          <a:xfrm>
            <a:off x="6950027" y="1618014"/>
            <a:ext cx="3695700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pt-B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INTRODUÇÃO À ADMINISTRAÇÃO</a:t>
            </a:r>
            <a:endParaRPr b="1"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781050" y="1720840"/>
            <a:ext cx="1062990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administração está presente na vida humana desde os tempos mais antigos.</a:t>
            </a:r>
            <a:b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Quando pensamos em civilizações primitivas, como os Sumérios por volta de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5.000 a.C.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percebemos que eles já buscavam formas de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organizar pessoas, tarefas e recursos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alcançar objetivos coletivos.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Exemplos disso: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Distribuição de alimentos e recursos na comunidade.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Organização de trabalhadores para construir templos ou canais de irrigação.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Definição de regras para convivência em grupo.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Mesmo sem dar esse nome, eles já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praticavam a administração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que mudou ao longo da história foram as ferramentas e os métodos, mas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princípios básicos continuam os mesmos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pt-BR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INTRODUÇÃO À ADMINISTRAÇÃO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908050" y="2828836"/>
            <a:ext cx="103759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Pergunta rápida: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Vocês acham que hoje ainda usamos ideias de milhares de anos atrás na administração?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Exemplo prático: Pensem no uso de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listas, planilhas ou até o Word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organizar informações.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Isso nada mais é do que uma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evolução das técnicas antigas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pt-BR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É ADMINISTRAÇÃO?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117600" y="1763743"/>
            <a:ext cx="9956800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Origem da palavra: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Vem do latim: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direção para, tendência.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minister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subordinação, obediência.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Ou seja: administrar =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fazer acontecer por meio de outras pessoas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Conceito prático: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Administrar é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obter resultados através de outros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administrador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 faz tudo sozinho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ele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comanda, planeja e organiza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buscar o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melhor resultado com o mínimo de recursos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(humanos, financeiros e materiais).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Áreas fundamentais da administração: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Planejamento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decidir antes o que precisa ser feito.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Organização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estruturar pessoas e recursos.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Direção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liderar, motivar e orientar.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Controle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acompanhar resultados e corrigir falhas.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pt-BR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CONCEITO DE ADMINISTRAÇÃO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1117600" y="1997839"/>
            <a:ext cx="9956800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Quando estudamos a história da administração, percebemos que ela foi construída a partir de muitas ideias e concepções diferentes.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Essas ideias nos ajudam a entender melhor como essa ciência funciona hoje.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palavra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administração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tem origem no latim: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direção para, tendência para.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minister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subordinação, obediência.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Portanto, administrar significa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fazer as coisas através de outras pessoas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sob a direção de alguém.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Isso quer dizer que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administrador não executa todas as tarefas sozinho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coordena, organiza e comanda a ação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buscando sempre os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melhores resultados possíveis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pt-BR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CONCEITO DE ADMINISTRAÇÃO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774700" y="2413338"/>
            <a:ext cx="1064260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que é administrar, em termos práticos: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Fazer as coisas da forma mais adequada, com o menor gasto de recursos (humanos, financeiros e materiais).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Governar e gerir uma empresa, organização ou até mesmo um grupo pequeno de pessoas.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Administrar envolve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planejamento, organização, direção e controle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tomar decisões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 base nas informações disponíveis, sempre pensando nas consequências.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Também é considerado uma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ciência social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porque estuda e sistematiza as práticas que ajudam a organizar pessoas e recursos para atingir objetivos.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pt-BR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CONCEITO DE ADMINISTRAÇÃO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31800" y="2551837"/>
            <a:ext cx="113284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Exemplos para deixar claro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Quando você organiza um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trabalho em grupo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decide quem faz a pesquisa, quem escreve, quem apresenta → isso é administração.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Quando um gerente distribui tarefas para sua equipe em uma empresa, ele está administrando.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Até em casa: decidir como usar o dinheiro do mês para pagar contas, fazer compras e guardar uma parte é um ato de administração.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1" lang="pt-BR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PRINCÍPIOS E FUNÇÕES DA ADMINISTRAÇÃO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387350" y="2551837"/>
            <a:ext cx="114173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que a administração funcione, existem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quatro princípios básicos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sustentam qualquer processo: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Planejar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definir antes o que deve ser feito.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Organizar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estruturar os recursos e as pessoas.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Dirigir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orientar, liderar e motivar.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Controlar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acompanhar e avaliar resultados.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Esses princípios se traduzem em várias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funções administrativas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que todo administrador precisa aplicar no dia a dia.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1" lang="pt-BR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PRINCÍPIOS E FUNÇÕES DA ADMINISTRAÇÃO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115747" y="1461063"/>
            <a:ext cx="11758753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Funções administrativas mais importantes: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Fixar objetivos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decidir aonde se quer chegar.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Analisar problemas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entender os desafios antes de agir.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Solucionar problemas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encontrar alternativas viáveis.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Organizar e alocar recursos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distribuir de forma equilibrada os recursos humanos, financeiros e tecnológicos.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Liderar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comunicar, orientar e motivar as pessoas para agir.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Negociar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buscar acordos e resolver conflitos.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Tomar decisões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escolher o melhor caminho diante das opções.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Controlar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medir, avaliar e corrigir quando necessário.</a:t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115747" y="4809223"/>
            <a:ext cx="1175875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Exemplos práticos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 escola: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planejar o trabalho, dividir funções, revisar e apresentar → aplicar os 4 princípios.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 vida real: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organizar uma viagem com amigos → decidir destino (objetivo), dividir custos (recursos), motivar o grupo (liderança) e avaliar se o plano deu certo (controle).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pt-BR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PAPEL DO ADMINISTRADOR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508000" y="1359463"/>
            <a:ext cx="1116330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Explicação para sala:</a:t>
            </a:r>
            <a:b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bom desempenho da administração depende muito da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capacidade do administrador como líder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 precisa: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Saber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lidar com pessoas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Negociar e comunicar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 clareza.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Tomar decisões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 segurança.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Ter uma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visão global e sistêmica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enxergar o todo e não apenas uma parte isolada da organização.</a:t>
            </a:r>
            <a:endParaRPr/>
          </a:p>
        </p:txBody>
      </p:sp>
      <p:sp>
        <p:nvSpPr>
          <p:cNvPr id="152" name="Google Shape;152;p10"/>
          <p:cNvSpPr/>
          <p:nvPr/>
        </p:nvSpPr>
        <p:spPr>
          <a:xfrm>
            <a:off x="508000" y="3852039"/>
            <a:ext cx="1116330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Áreas principais de atuação do administrador: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Finanças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cuidar do dinheiro, investimentos e custos.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Produção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organizar os processos de fabricação ou serviços.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Marketing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entender o mercado, atrair clientes e manter relacionamento.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Recursos Humanos (RH)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gerir pessoas, talentos e equipes.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Além dessas, o mercado exige que o administrador dialogue com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diversas áreas do conhecimento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desde exatas (como Matemática e Estatística) até humanas (como Filosofia, Psicologia e Sociologia).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1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pt-BR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PAPEL DO ADMINISTRADOR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444500" y="2986038"/>
            <a:ext cx="113030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Finanças: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decidir se vale mais a pena investir em um novo equipamento ou guardar o dinheiro para emergências.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Produção: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organizar a escala de funcionários em um restaurante.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Marketing: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planejar a divulgação de um produto nas redes sociais.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RH: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treinar e motivar a equipe para melhorar o desempenho.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pt-BR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CARACTERÍSTICAS DA ADMINISTRAÇÃO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2"/>
          <p:cNvSpPr/>
          <p:nvPr/>
        </p:nvSpPr>
        <p:spPr>
          <a:xfrm>
            <a:off x="241300" y="1943663"/>
            <a:ext cx="11493500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administração possui um conjunto de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características principais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que funcionam como um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circuito de atividades interligadas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Essas características incluem: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Buscar sempre a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obtenção de resultados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Fazer o melhor uso dos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recursos físicos e materiais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disponíveis.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Estar baseada nos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quatro pilares fundamentais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Planejamento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Organização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Direção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Isso mostra que administrar não é uma ação isolada, mas sim um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processo contínuo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no qual cada etapa se conecta com a outra.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3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pt-BR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PROCESSO ADMINISTRATIVO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3"/>
          <p:cNvSpPr/>
          <p:nvPr/>
        </p:nvSpPr>
        <p:spPr>
          <a:xfrm>
            <a:off x="317500" y="2559040"/>
            <a:ext cx="11506200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Explicação para sala:</a:t>
            </a:r>
            <a:b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tarefa central da administração é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pegar os objetivos da empresa e transformá-los em ações concretas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Isso acontece por meio do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processo administrativo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que envolve: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Planejamento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Organização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Direção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Controle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 processo deve sempre considerar os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fatores externos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(concorrência, mercado, economia, sociedade) para definir objetivos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realistas e alcançáveis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4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pt-BR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PROCESSO ADMINISTRATIVO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4"/>
          <p:cNvSpPr/>
          <p:nvPr/>
        </p:nvSpPr>
        <p:spPr>
          <a:xfrm>
            <a:off x="1016000" y="2843937"/>
            <a:ext cx="99568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que isso é importante?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sucesso de uma organização depende de como o processo administrativo é realizado.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Ele precisa equilibrar: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pessoais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(interesses dos colaboradores).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organizacionais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(interesses da empresa).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5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pt-BR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PROCESSO ADMINISTRATIVO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889000" y="2505839"/>
            <a:ext cx="93853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Conceitos-chave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Eficiência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capacidade de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fazer certo as coisas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(usar bem os recursos).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Eficácia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habilidade de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fazer as coisas certas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(alcançar os objetivos).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 simples: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Ser eficiente = usar poucos recursos para imprimir 100 relatórios.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Ser eficaz = imprimir os relatórios certos, que realmente vão ajudar na tomada de decisões.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1" lang="pt-BR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PRÁTICA – RESPONDA NO WORD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6"/>
          <p:cNvSpPr/>
          <p:nvPr/>
        </p:nvSpPr>
        <p:spPr>
          <a:xfrm>
            <a:off x="1917700" y="3010463"/>
            <a:ext cx="87503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Instruções para os alunos: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Abra o Word.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Crie um novo documento.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Responda às questões abaixo usando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suas próprias palavras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Capriche na organização, utilize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títulos e subtítulos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cada resposta.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1" lang="pt-BR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PRÁTICA – RESPONDA NO WORD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622300" y="1503045"/>
            <a:ext cx="10058400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que é Administração?</a:t>
            </a:r>
            <a:b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Explique com base nos conceitos estudados em aula.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Quais filósofos tiveram contribuição na Administração?</a:t>
            </a:r>
            <a:b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Cite e explique brevemente como suas ideias influenciaram a administração.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a Igreja Católica Romana e as organizações militares contribuíram para a Administração?</a:t>
            </a:r>
            <a:b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Dê exemplos de práticas ou métodos que foram incorporados.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Relacionando à Administração, explique: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AutoNum type="arabicPeriod"/>
            </a:pP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Planejamento: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AutoNum type="arabicPeriod"/>
            </a:pP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Organização: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AutoNum type="arabicPeriod"/>
            </a:pP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Direção: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AutoNum type="arabicPeriod"/>
            </a:pP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Controle: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Quais os três tipos de habilidades necessárias para que o administrador possa executar eficazmente o processo administrativo? Explique cada uma.</a:t>
            </a:r>
            <a:b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(Ex.: técnicas, humanas, conceituais)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Explique as 6 fases do processo histórico de evolução da Administração.</a:t>
            </a:r>
            <a:b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Detalhe os principais acontecimentos e ideias de cada fase.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pt-BR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COMO FUNCIONA UMA EMPRESA?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1435100" y="2617738"/>
            <a:ext cx="919480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Explicação</a:t>
            </a:r>
            <a:b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empresa é uma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unidade econômico-social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formada por pessoas, recursos materiais e tecnologia, com o objetivo de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gerar valor e atender ao mercado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bens e serviços.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isso, a empresa utiliza os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fatores produtivos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Trabalho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pessoas que executam tarefas.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Terra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recursos naturais.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Capital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dinheiro, máquinas e infraestrutura.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pt-BR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COMO FUNCIONA UMA EMPRESA?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1549400" y="1792238"/>
            <a:ext cx="947420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Classificação das empresas pelo setor econômico: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Setor primário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obtêm recursos diretamente da natureza.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Exemplos: agricultura, pecuária, pesca.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Setor secundário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transformam matérias-primas em produtos.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Exemplos: indústrias, construção civil.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Setor terciário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prestam serviços ou atuam no comércio.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Exemplos: lojas, bancos, transportes, educação.</a:t>
            </a:r>
            <a:endParaRPr/>
          </a:p>
        </p:txBody>
      </p:sp>
      <p:sp>
        <p:nvSpPr>
          <p:cNvPr id="216" name="Google Shape;216;p19"/>
          <p:cNvSpPr/>
          <p:nvPr/>
        </p:nvSpPr>
        <p:spPr>
          <a:xfrm>
            <a:off x="1549400" y="4477821"/>
            <a:ext cx="94742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Exemplos práticos para os alunos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Uma padaria: compra trigo (setor primário), produz pães (setor secundário) e vende aos clientes (setor terciário).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Uma empresa de software: desenvolve programas (setor secundário) e oferece suporte aos clientes (setor terciário).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1" lang="pt-BR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TIPOS DE EMPRESAS PELA ORGANIZAÇÃO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647700" y="2222143"/>
            <a:ext cx="1010920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Além da classificação pelo setor econômico, as empresas podem ser classificadas de acordo com sua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organizacional e relações de participação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Empresa associada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empresa na qual outra possui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participação significativa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(geralmente 20% ou mais dos direitos de voto).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empresa associada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sofre influência política e financeira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 empresa que detém a participação.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Empresas coligadas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Duas ou mais empresas que fazem parte de um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mesmo grupo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Podem compartilhar recursos, objetivos ou estratégias.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Empresa-mãe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a empresa que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detém uma ou mais subsidiárias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controlando suas atividades em nível estratégico.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1" lang="pt-BR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TIPOS DE EMPRESAS PELA ORGANIZAÇÃO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749300" y="1819414"/>
            <a:ext cx="905510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Direitos e responsabilidades de uma empresa: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Benefícios: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Comprar ações de outras empresas.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Possuir propriedades e bens.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Obrigações: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Responder judicialmente a processos.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Abrir processos contra empresas ou pessoas quando necessário.</a:t>
            </a:r>
            <a:endParaRPr/>
          </a:p>
        </p:txBody>
      </p:sp>
      <p:sp>
        <p:nvSpPr>
          <p:cNvPr id="231" name="Google Shape;231;p21"/>
          <p:cNvSpPr/>
          <p:nvPr/>
        </p:nvSpPr>
        <p:spPr>
          <a:xfrm>
            <a:off x="749300" y="4396938"/>
            <a:ext cx="90551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Exemplos práticos para os alunos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Uma empresa de tecnologia que investe em startups → empresa associada.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 grupo de empresas de alimentos compartilhando fornecedores → empresas coligadas.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\Uma grande indústria controlando filiais e subsidiárias → empresa-mãe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DIREITOS, DEVERES E RESPONSABILIDADES DAS EMPRESAS</a:t>
            </a:r>
            <a:endParaRPr b="1"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444500" y="2470140"/>
            <a:ext cx="1148707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entidades legais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as empresas podem contratar funcionários e atuar economicamente, mas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têm direitos e deveres perante a lei e a sociedade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Direitos: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Agir em prol de causas sociais ou de direitos humanos.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Tomar decisões estratégicas em benefício da organização e dos acionistas.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Deveres e responsabilidades: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Cumprir leis trabalhistas, fiscais e ambientais.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Responder judicialmente caso viole direitos humanos ou outras normas.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DIREITOS, DEVERES E RESPONSABILIDADES DAS EMPRESAS</a:t>
            </a:r>
            <a:endParaRPr b="1"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184070" y="2244248"/>
            <a:ext cx="118999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Propriedade e acionistas: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Médias e grandes empresas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geralmente pertencem a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acionistas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recebem uma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percentagem dos lucros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Os acionistas têm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controle sobre a empresa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são responsáveis por conduzi-la aos objetivos.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empresa deve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manter os acionistas informados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sobre atividades, resultados e acontecimentos importantes.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292100" y="3853918"/>
            <a:ext cx="11899900" cy="16773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Papel da ciência social e da administração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gestão de empresas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estuda como organizar e administrar essas entidades, analisando: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Recursos humanos, financeiros e materiais.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Processos internos.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Resultados das atividades.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pt-BR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RECURSOS HUMANOS (RH)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444500" y="1744041"/>
            <a:ext cx="107507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Recursos Humanos (RH)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o setor responsável pela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Gestão de Pessoas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dentro da empresa, garantindo que todos os times trabalhem de forma eficiente e em harmonia.</a:t>
            </a:r>
            <a:endParaRPr/>
          </a:p>
        </p:txBody>
      </p:sp>
      <p:sp>
        <p:nvSpPr>
          <p:cNvPr id="254" name="Google Shape;254;p24"/>
          <p:cNvSpPr/>
          <p:nvPr/>
        </p:nvSpPr>
        <p:spPr>
          <a:xfrm>
            <a:off x="444499" y="2643930"/>
            <a:ext cx="10750731" cy="25853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Principais atribuições do RH: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Recrutamento e seleção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contratar os profissionais certos.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Engajamento e motivação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manter os colaboradores motivados.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Treinamento e desenvolvimento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capacitar e preparar os funcionários.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Benefícios, planos de carreira e remuneração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organizar salários, incentivos e progressão profissional.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prática, quando falamos de “Recursos Humanos”, muitas vezes nos referimos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ao departamento da empresa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cuida dessas funções.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pt-BR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RECURSOS HUMANOS (RH)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787400" y="1907739"/>
            <a:ext cx="97155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Origem do RH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Surgiu no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início do século XX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como consequência da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Revolução Industrial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Inicialmente chamado de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Relações Industriais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tinha o objetivo de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intermediar a relação entre empregado e empregador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 o tempo, o RH evoluiu, incorporando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estratégias de planejamento e gestão de pessoas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unindo subjetividade (relações humanas) e técnicas administrativas.</a:t>
            </a:r>
            <a:endParaRPr/>
          </a:p>
        </p:txBody>
      </p:sp>
      <p:sp>
        <p:nvSpPr>
          <p:cNvPr id="262" name="Google Shape;262;p25"/>
          <p:cNvSpPr/>
          <p:nvPr/>
        </p:nvSpPr>
        <p:spPr>
          <a:xfrm>
            <a:off x="787400" y="4773136"/>
            <a:ext cx="106426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Exemplos práticos para os alunos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 RH eficaz organiza treinamentos para melhorar a comunicação entre setores.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Planeja benefícios e reconhecimentos que motivam os colaboradores a entregar melhores resultados.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6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6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pt-BR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O RH FAZ?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6"/>
          <p:cNvSpPr/>
          <p:nvPr/>
        </p:nvSpPr>
        <p:spPr>
          <a:xfrm>
            <a:off x="901700" y="2223344"/>
            <a:ext cx="989330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Recursos Humanos (RH)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responsável pela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Gestão de Pessoas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dentro das empresas. Seu objetivo é garantir que os colaboradores estejam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capacitados, motivados e alinhados aos objetivos da organização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Funções principais do RH: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Recrutamento e seleção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atrair e contratar os profissionais certos.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Treinamento e desenvolvimento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capacitar e melhorar competências dos colaboradores.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Gestão de desempenho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avaliar resultados e dar feedback.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Administração de benefícios e compensações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organizar salários, incentivos e planos de carreira.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Desenvolvimento organizacional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melhorar processos internos e cultura da empresa.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Gestão de saúde e segurança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cuidar do bem-estar e proteção dos funcionários.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Avaliação e planejamento de sucessão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preparar pessoas para cargos estratégicos futuros.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7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7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pt-BR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ADMINISTRAÇÃO DE PESSOAL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7"/>
          <p:cNvSpPr/>
          <p:nvPr/>
        </p:nvSpPr>
        <p:spPr>
          <a:xfrm>
            <a:off x="355600" y="1550938"/>
            <a:ext cx="112903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administração de pessoal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um subsetor do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Recursos Humanos (RH)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responsável por grande parte da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gestão do quadro de colaboradores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Atua de forma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centralizada em questões burocráticas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como admissão de funcionários e controle de ponto.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Mantém informações organizadas sobre todos os colaboradores, garantindo que a empresa cumpra suas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obrigações legais e trabalhistas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277" name="Google Shape;277;p27"/>
          <p:cNvSpPr/>
          <p:nvPr/>
        </p:nvSpPr>
        <p:spPr>
          <a:xfrm>
            <a:off x="355600" y="3859262"/>
            <a:ext cx="112903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Funções principais da Administração de Pessoal: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Gestão de processos trabalhistas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contratos, férias, desligamentos, etc.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Controle de ponto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acompanhar jornadas e horários dos colaboradores.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Admissão de pessoal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registro de novos funcionários.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Atualização do e-Social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Sistema de Escrituração Fiscal Digital das Obrigações Previdenciárias e Trabalhistas, que unifica e monitora dados de todos os funcionários.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8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8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pt-BR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ADMINISTRAÇÃO DE PESSOAL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8"/>
          <p:cNvSpPr/>
          <p:nvPr/>
        </p:nvSpPr>
        <p:spPr>
          <a:xfrm>
            <a:off x="508000" y="2021998"/>
            <a:ext cx="107188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Outras tarefas internas do setor: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Organizar informações internas de cada colaborador.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Apoiar a equipe de RH com relatórios e dados precisos.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Garantir que todas as ações burocráticas estejam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dentro da lei e da política interna da empresa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8"/>
          <p:cNvSpPr/>
          <p:nvPr/>
        </p:nvSpPr>
        <p:spPr>
          <a:xfrm>
            <a:off x="508000" y="4147848"/>
            <a:ext cx="107188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empresa que contrata um novo funcionário deve registrar seus dados, controlar seu ponto e atualizar o e-Social → tudo isso é função da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Administração de Pessoal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9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9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lang="pt-BR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DE PESQUISA – RESPONDA NO WORD</a:t>
            </a:r>
            <a:endParaRPr b="1"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9"/>
          <p:cNvSpPr/>
          <p:nvPr/>
        </p:nvSpPr>
        <p:spPr>
          <a:xfrm>
            <a:off x="457200" y="1359463"/>
            <a:ext cx="11099800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QUESTÕES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Principais etapas do processo de recrutamento e seleção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AutoNum type="arabicPeriod"/>
            </a:pPr>
            <a:r>
              <a:rPr b="0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Quais são essas etapas?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AutoNum type="arabicPeriod"/>
            </a:pPr>
            <a:r>
              <a:rPr b="0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Como cada uma contribui para escolher o candidato mais adequado?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Métodos para avaliar o desempenho dos colaboradores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AutoNum type="arabicPeriod"/>
            </a:pPr>
            <a:r>
              <a:rPr b="0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Quais são os métodos mais eficazes?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AutoNum type="arabicPeriod"/>
            </a:pPr>
            <a:r>
              <a:rPr b="0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Como essas avaliações influenciam a </a:t>
            </a: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gestão de talentos</a:t>
            </a:r>
            <a:r>
              <a:rPr b="0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na empresa?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Identificação de necessidades de treinamento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AutoNum type="arabicPeriod"/>
            </a:pPr>
            <a:r>
              <a:rPr b="0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Como a empresa pode identificar quais treinamentos são necessários para os funcionários?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AutoNum type="arabicPeriod"/>
            </a:pPr>
            <a:r>
              <a:rPr b="0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Quais são os </a:t>
            </a: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benefícios do investimento em desenvolvimento profissional</a:t>
            </a:r>
            <a:r>
              <a:rPr b="0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Clima organizacional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AutoNum type="arabicPeriod"/>
            </a:pPr>
            <a:r>
              <a:rPr b="0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 que forma o clima organizacional impacta </a:t>
            </a: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motivação e produtividade</a:t>
            </a:r>
            <a:r>
              <a:rPr b="0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AutoNum type="arabicPeriod"/>
            </a:pPr>
            <a:r>
              <a:rPr b="0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Quais estratégias podem ser implementadas para </a:t>
            </a: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melhorar o clima organizacional</a:t>
            </a:r>
            <a:r>
              <a:rPr b="0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Legislação trabalhista e gestão de pessoal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AutoNum type="arabicPeriod"/>
            </a:pPr>
            <a:r>
              <a:rPr b="0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Quais são os principais aspectos da legislação trabalhista que o RH deve considerar?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AutoNum type="arabicPeriod"/>
            </a:pPr>
            <a:r>
              <a:rPr b="0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Como isso ajuda a </a:t>
            </a:r>
            <a:r>
              <a:rPr b="1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evitar conflitos e garantir os direitos dos colaboradores</a:t>
            </a:r>
            <a:r>
              <a:rPr b="0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2025-03-29T17:42:36Z</dcterms:created>
  <dc:creator>Aluno</dc:creator>
</cp:coreProperties>
</file>