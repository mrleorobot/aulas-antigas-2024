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Dc+T4noS3DkHLcb3qEgdI8v/L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B5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383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158849" y="541086"/>
            <a:ext cx="5278056" cy="527805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567083" y="2865538"/>
            <a:ext cx="5299353" cy="629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ADMINISTRAÇÃO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567083" y="2378550"/>
            <a:ext cx="5299353" cy="48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img.elo7.com.br/product/zoom/4DE09D0/matriz-de-bordado-simbolo-administracao-matriz-arquitetura.jpg" id="87" name="Google Shape;87;p1"/>
          <p:cNvPicPr preferRelativeResize="0"/>
          <p:nvPr/>
        </p:nvPicPr>
        <p:blipFill rotWithShape="1">
          <a:blip r:embed="rId3">
            <a:alphaModFix/>
          </a:blip>
          <a:srcRect b="6377" l="9052" r="11750" t="4354"/>
          <a:stretch/>
        </p:blipFill>
        <p:spPr>
          <a:xfrm>
            <a:off x="6950027" y="1618014"/>
            <a:ext cx="36957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lang="pt-BR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Humanos e Departamento Pessoal: Entendendo as Diferenças e Características</a:t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84200" y="1997839"/>
            <a:ext cx="110236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falamos em empresas, muitas vezes ouvimos os termos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Humanos (RH)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Departamento Pessoal (DP)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a impressão comum é que se tratam da mesma coisa. Mas, na prática, cada um desempenha papéis distintos — e entender essas diferenças é essencial para compreender como uma organização funciona de dentro para fora.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Humanos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ou RH, tem foco nas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pessoas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Ele está preocupado em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desenvolver talentos, melhorar o clima organizacional e fortalecer a cultura da empresa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Imagine o RH como alguém que cuida do "coração" da empresa: seleciona e recruta funcionários, acompanha o desempenho das equipes, promove treinamentos e incentiva o crescimento profissional. O objetivo do RH não é apenas contratar pessoas, mas fazer com que cada colaborador se sinta motivado, valorizado e parte de um time mais eficaz.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Humanos e Departamento Pessoal: Entendendo as Diferenças e Características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34949" y="1914942"/>
            <a:ext cx="11722101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Já 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Departamento Pessoal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ou DP, lida com 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burocracia e processos administrativos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É o DP que garante que os salários sejam pagos corretamente, que as admissões e demissões sigam as regras, que as férias e benefícios estejam organizados, e que os registros de ponto estejam corretos. Se o RH cuida do coração, o DP cuida das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regras e da estrutura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mantém a empresa funcionando dentro da lei e sem problemas trabalhistas.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interessante notar que, embora tenham funções diferentes,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RH e DP podem se sobrepor em alguns pontos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Por exemplo, na admissão de um novo funcionário, o RH pode conduzir entrevistas e avaliar se o candidato se encaixa na cultura da empresa, enquanto o DP cuida de toda a documentação legal e registros obrigatórios. Essa colaboração garante que a empresa contrate com eficiência e cumpra a legislação.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resumo: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RH = Gestão estratégica de pessoas, motivação e desenvolvimento.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DP = Administração, burocracia e conformidade legal.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Compreender essa distinção ajuda a valorizar cada área pelo seu papel, mostrando que ambas são essenciais para o sucesso de qualquer organização.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Arial"/>
              <a:buNone/>
            </a:pPr>
            <a:r>
              <a:rPr b="1" lang="pt-BR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Excelência no Atendimento: Encantando e Fidelizando Clientes</a:t>
            </a:r>
            <a:endParaRPr b="1"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8000" y="2635240"/>
            <a:ext cx="11176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falamos em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atendimento ao cliente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não estamos falando apenas de responder dúvidas ou solucionar problemas. O atendimento de excelência vai muito além: é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garantir que o cliente se sinta ouvido, valorizado e seguro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mesmo em situações difíceis, como críticas ou reclamações.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Imagine um cliente insatisfeito entrando em contato. Um atendimento comum pode apenas resolver o problema, mas um atendimento de excelência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 uma experiência memorável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Isso acontece quando a comunicação é clara, transparente e eficiente, e quando o cliente percebe que a empresa realmente se importa com ele. Esse tipo de cuidado transforma clientes ocasionais em clientes fiéis.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Arial"/>
              <a:buNone/>
            </a:pPr>
            <a:r>
              <a:rPr b="1" lang="pt-BR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Excelência no Atendimento: Encantando e Fidelizando Clientes</a:t>
            </a:r>
            <a:endParaRPr b="1"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61949" y="1732846"/>
            <a:ext cx="11468101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fidelização de clientes é crucial para qualquer negócio. Você sabia que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manter um cliente é mais barato do que conquistar um novo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Por isso, investir em atendimento de qualidade não é apenas uma questão de gentileza, mas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 de sucesso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Pesquisas confirmam a importância disso. Um estudo da Zendesk revelou que, no Brasil,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75% dos clientes consideram a qualidade do atendimento mais importante do que o preço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(contra 65% que priorizam preço). Isso significa que, mesmo em um mercado competitivo,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quem se destaca é quem oferece experiências positivas e confiáveis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resumo: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Atendimento de excelência =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satisfação + relacionamento confiável + valorização do cliente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Fidelizar clientes é estratégico: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econômico e vantajoso que conquistar novos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Clientes valorizam mais a qualidade do atendimento do que o preço.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grande segredo para empresas de sucesso, seja no mundo físico, digital ou omnichannel, é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o cliente no centro de cada ação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tornando cada interação uma oportunidade de encantar e fidelizar.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Arial"/>
              <a:buNone/>
            </a:pPr>
            <a:r>
              <a:rPr b="1" lang="pt-BR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 no Atendimento – Resumo das 10 Dicas</a:t>
            </a:r>
            <a:endParaRPr b="1"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70623" y="2264539"/>
            <a:ext cx="1125075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Prometa apenas o que puder cumprir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cumpra sempre suas promessas, evitando frustrações.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Fale a verdade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seja honesto sobre produtos ou serviços, mesmo em situações delicadas.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Respeite prazos e horários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cumpra compromissos e entregas no tempo combinado.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Seja ágil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faça o cliente ganhar tempo, tornando o atendimento eficiente.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Ouça atentamente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escute com foco, buscando entender e resolver a necessidade do cliente.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Olhe nos olhos do cliente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estabeleça conexão e atenção durante a comunicação.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Tenha calma e paciência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permita que o cliente analise opções sem pressa.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retorno das solicitações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mantenha o cliente informado sobre pedidos e processos.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Evite arrogância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tenha espírito de servir, colocando-se no lugar do cliente.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Sorria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transmite simpatia, gera confiança e facilita o relacionamento.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a Excelência no Atendimento ao Cliente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06400" y="1564839"/>
            <a:ext cx="11353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já parou para pensar por que algumas empresas parecem conquistar clientes fiéis com facilidade, enquanto outras perdem vendas constantemente? Um dos segredos mais eficazes está em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oferecer um atendimento de excelência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excelente atendimento ao cliente não é apenas um gesto de cortesia; ele é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estratégia poderosa para fidelizar clientes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um cliente é bem atendido, a tendência é que ele volte a comprar, indique a empresa para outras pessoas e desenvolva uma relação de confiança com a marca.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a Excelência no Atendimento ao Cliente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6100" y="2245142"/>
            <a:ext cx="110998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Acredite ou não,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custa de cinco a seis vezes mais conquistar um cliente novo do que manter um cliente existente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(TMI – Time Manager International).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Ainda assim, muitas empresas investem milhões em propaganda para atrair novos consumidores e muito pouco na fidelização daqueles que já compram seus produtos ou serviços. É como tentar encher um balde furado: muito esforço desperdiçado.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Outro ponto importante: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mal atendimento é o principal motivo de perda de clientes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Estudos mostram que apenas 9% das perdas são relacionadas ao preço ou vantagens da concorrência, enquanto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estão ligados a problemas de atendimento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(Ciclo Consultoria).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no mundo conectado de hoje, uma experiência negativa se espalha rapidamente, seja em sites de reclamações ou nas redes sociais, afetando a imagem da marca e decisões de compra.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a Excelência no Atendimento ao Cliente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28650" y="2238445"/>
            <a:ext cx="109347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outro lado, oferecer um atendimento de qualidade gera benefícios concretos: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Criação de identidade e reputação da empresa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clientes satisfeitos recomendam espontaneamente a empresa, reforçando a marca e a lembrança positiva na mente do consumidor.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Aumento do lucro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clientes bem atendidos compram mais, voltam e indicam a empresa, gerando vendas adicionais e crescimento financeiro.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Satisfação dos funcionários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para atender bem, é essencial que a equipe esteja motivada e valorizada. Funcionários satisfeitos atendem melhor, criando um ciclo positivo que reflete diretamente na experiência do cliente.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Sobrevivência no mercado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em um cenário de alta competitividade, empresas que negligenciam o atendimento colocam em risco sua própria continuidade. O cliente é, literalmente, a razão de ser do negócio.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resumo, investir em excelência no atendimento não é apenas um diferencial: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uma questão estratégica e vital para o sucesso e a sobrevivência de qualquer empresa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 ciclo de serviços e a criação de valor: Quanto valem os meus diplomas? –  Ortodontia Mazzieiro Blog"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2714" y="2641600"/>
            <a:ext cx="7529286" cy="42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ciclo de serviços 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240937" y="1643968"/>
            <a:ext cx="69977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ciclo de serviços é 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sequência de etapas que o cliente percorre ao utilizar um serviço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Cada contato, interação e experiência faz parte desse ciclo, desde o primeiro contato até o pós-atendimento. Entender e gerenciar bem essas etapas garante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satisfação do cliente, fidelização e qualidade consistente do serviço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Características da Qualidade de Serviço</a:t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1898650" y="1969344"/>
            <a:ext cx="839470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Determinantes da qualidade (Gianesi &amp; Corrêa, 1994):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Tangíveis (aparência física e equipamentos)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Consistência (resultado uniforme)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Competência (habilidade e conhecimento da equipe)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Velocidade de atendimento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Atmosfera de atendimento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Flexibilidade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Credibilidade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Acesso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Custo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características dos serviços: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Inseparabilidade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produção e consumo acontecem ao mesmo tempo.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Variabilidade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qualidade pode variar conforme a execução.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Intangibilidade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serviços não podem ser tocados ou estocados.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Perecibilidade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não podem ser armazenados para uso futuro.</a:t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1682750" y="1484416"/>
            <a:ext cx="8826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qualidade de serviço é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quanto o serviço atende ou supera as expectativas do cliente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pt-BR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Qualidade no Atendimento e Gestão pela Qualidade Total</a:t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774700" y="1787942"/>
            <a:ext cx="107188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pilares do atendimento ao cliente: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Coloque-se no lugar do consumidor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Comprometa-se com seu cliente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Atenda às necessidades do cliente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Mantenha os prazos organizados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Supere as expectativas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Qualidade: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Foco na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conquista da confiança do cliente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meio de informações precisas e atendimento eficiente.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Gestão pela Qualidade Total: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Estratégia que busca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excelência em toda a organização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garantindo satisfação do cliente em todas as áreas.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Importância da luta pela qualidade: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Sobrevivência em um mercado competitivo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Permanência e destaque da organização no mercado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/>
          <p:nvPr/>
        </p:nvSpPr>
        <p:spPr>
          <a:xfrm>
            <a:off x="0" y="0"/>
            <a:ext cx="12192000" cy="1273215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rgbClr val="2E8B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>
            <p:ph type="title"/>
          </p:nvPr>
        </p:nvSpPr>
        <p:spPr>
          <a:xfrm>
            <a:off x="115747" y="86248"/>
            <a:ext cx="11968223" cy="1094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de Pesquisa – Administração e Atendimento ao Cliente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241300" y="1537263"/>
            <a:ext cx="117094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Diferença entre Cliente Interno e Cliente Externo: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Pesquise e explique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diferença entre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 interno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(funcionários ou colaboradores que recebem serviços dentro da própria organização) 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 externo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(pessoas ou empresas que compram produtos ou serviços da organização).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Dê exemplos de cada um.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Ética Profissional: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Pesquise e descreva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ética profissional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Explique como a ética influencia o relacionamento com clientes, colegas e a reputação da empresa.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Atendimento Persuasivo: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Pesquise e Explique o que é atendimento persuasivo.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Ciclo de Atendimento ao Serviço:</a:t>
            </a:r>
            <a:b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Pesquise e explique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2025-03-29T17:42:36Z</dcterms:created>
  <dc:creator>Aluno</dc:creator>
</cp:coreProperties>
</file>