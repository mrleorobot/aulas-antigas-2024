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715000" cx="9144000"/>
  <p:notesSz cx="6858000" cy="9144000"/>
  <p:embeddedFontLst>
    <p:embeddedFont>
      <p:font typeface="Play"/>
      <p:regular r:id="rId21"/>
      <p:bold r:id="rId22"/>
    </p:embeddedFont>
    <p:embeddedFont>
      <p:font typeface="Arim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gRQ05HbPzBDzaAWGvGMWilslDV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AC9EA4-EB8F-4274-A92E-54E17F21CB6C}">
  <a:tblStyle styleId="{2AAC9EA4-EB8F-4274-A92E-54E17F21CB6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lay-bold.fntdata"/><Relationship Id="rId21" Type="http://schemas.openxmlformats.org/officeDocument/2006/relationships/font" Target="fonts/Play-regular.fntdata"/><Relationship Id="rId24" Type="http://schemas.openxmlformats.org/officeDocument/2006/relationships/font" Target="fonts/Arimo-bold.fntdata"/><Relationship Id="rId23" Type="http://schemas.openxmlformats.org/officeDocument/2006/relationships/font" Target="fonts/Arimo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imo-boldItalic.fntdata"/><Relationship Id="rId25" Type="http://schemas.openxmlformats.org/officeDocument/2006/relationships/font" Target="fonts/Arimo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2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3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4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5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  <a:defRPr b="0" i="0" sz="3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push dir="r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5035463" y="981206"/>
            <a:ext cx="3335100" cy="3705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357917" y="981206"/>
            <a:ext cx="25644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</a:pPr>
            <a:r>
              <a:rPr b="0" i="0" lang="pt-BR" sz="3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WINDOWS</a:t>
            </a:r>
            <a:r>
              <a:rPr b="0" i="0" lang="pt-BR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/>
          </a:p>
        </p:txBody>
      </p:sp>
      <p:sp>
        <p:nvSpPr>
          <p:cNvPr id="86" name="Google Shape;86;p1"/>
          <p:cNvSpPr txBox="1"/>
          <p:nvPr/>
        </p:nvSpPr>
        <p:spPr>
          <a:xfrm>
            <a:off x="432556" y="1466588"/>
            <a:ext cx="46029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100"/>
          </a:p>
        </p:txBody>
      </p:sp>
      <p:pic>
        <p:nvPicPr>
          <p:cNvPr descr="Tela de computador com fundo azul&#10;&#10;O conteúdo gerado por IA pode estar incorreto." id="87" name="Google Shape;87;p1"/>
          <p:cNvPicPr preferRelativeResize="0"/>
          <p:nvPr/>
        </p:nvPicPr>
        <p:blipFill rotWithShape="1">
          <a:blip r:embed="rId3">
            <a:alphaModFix/>
          </a:blip>
          <a:srcRect b="0" l="20043" r="20042" t="0"/>
          <a:stretch/>
        </p:blipFill>
        <p:spPr>
          <a:xfrm>
            <a:off x="4847573" y="1358762"/>
            <a:ext cx="3522944" cy="295050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1020020" y="1888568"/>
            <a:ext cx="3458700" cy="30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WINDOWS EXPLORER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MENU EXIBIR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BARRA DE FERRAMENTAS E ENDEREÇOS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LOCAIS DE ARMAZENAMENTO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OPERAÇÕES BÁSICAS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CRIANDO PASTAS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COPIANDO ARQUIVOS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MOVENDO ARQUIVOS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RENOMEANDO ARQUIVOS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EXCLUINDO ARQUIVOS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RESTAURANDO ARQUIVOS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OPÇÕES DE PASTAS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MODOS DE EXIBIÇÃO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OCULTANDO E EXIBINDO PASTAS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UNIDADES DE ARMAZENAMENTO</a:t>
            </a:r>
            <a:endParaRPr sz="1100"/>
          </a:p>
        </p:txBody>
      </p:sp>
    </p:spTree>
  </p:cSld>
  <p:clrMapOvr>
    <a:masterClrMapping/>
  </p:clrMapOvr>
  <mc:AlternateContent>
    <mc:Choice Requires="p14">
      <p:transition spd="slow" p14:dur="3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Windows Explorer</a:t>
            </a:r>
            <a:endParaRPr sz="1100"/>
          </a:p>
        </p:txBody>
      </p:sp>
      <p:pic>
        <p:nvPicPr>
          <p:cNvPr id="94" name="Google Shape;94;p2"/>
          <p:cNvPicPr preferRelativeResize="0"/>
          <p:nvPr/>
        </p:nvPicPr>
        <p:blipFill rotWithShape="1">
          <a:blip r:embed="rId3">
            <a:alphaModFix/>
          </a:blip>
          <a:srcRect b="17892" l="34050" r="13491" t="14761"/>
          <a:stretch/>
        </p:blipFill>
        <p:spPr>
          <a:xfrm>
            <a:off x="5263702" y="911688"/>
            <a:ext cx="3645155" cy="4700285"/>
          </a:xfrm>
          <a:prstGeom prst="rect">
            <a:avLst/>
          </a:prstGeom>
          <a:solidFill>
            <a:srgbClr val="ECECEC"/>
          </a:solidFill>
          <a:ln cap="rnd" cmpd="sng" w="1905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algn="tl">
              <a:srgbClr val="000000">
                <a:alpha val="40784"/>
              </a:srgbClr>
            </a:outerShdw>
          </a:effectLst>
        </p:spPr>
      </p:pic>
      <p:sp>
        <p:nvSpPr>
          <p:cNvPr id="95" name="Google Shape;95;p2"/>
          <p:cNvSpPr txBox="1"/>
          <p:nvPr/>
        </p:nvSpPr>
        <p:spPr>
          <a:xfrm>
            <a:off x="206681" y="981206"/>
            <a:ext cx="4653600" cy="3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Explorador de Arquivos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(ou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Windows Explorer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é como se fosse a gaveta digital do seu computador! Ele serve para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organizar, abrir, copiar, mover ou apagar arquivos e pastas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maneira bem prática.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ele, você consegue ver tudo o que está salvo no computador — fotos, músicas, documentos, vídeos e até pastas do sistema.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abrir o Explorador de Arquivos: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botão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Iniciar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(aquele com a logo do Windows, no canto inferior esquerdo da tela).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Explorador de Arquivos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barra de pesquisa.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na opção que aparece com esse nome (vai ter um ícone de pastinha amarela).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RÁPIDA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Você também pode abrir usando o atalho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Tecla Windows + 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teclado!</a:t>
            </a:r>
            <a:endParaRPr sz="1100"/>
          </a:p>
        </p:txBody>
      </p:sp>
    </p:spTree>
  </p:cSld>
  <p:clrMapOvr>
    <a:masterClrMapping/>
  </p:clrMapOvr>
  <p:transition spd="med"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Barra de Ferramentas e Barra de Endereços - GUI</a:t>
            </a:r>
            <a:r>
              <a:rPr b="1" lang="pt-BR" sz="1600">
                <a:solidFill>
                  <a:schemeClr val="lt1"/>
                </a:solidFill>
              </a:rPr>
              <a:t>A INICIO</a:t>
            </a:r>
            <a:endParaRPr sz="1100"/>
          </a:p>
        </p:txBody>
      </p:sp>
      <p:sp>
        <p:nvSpPr>
          <p:cNvPr id="101" name="Google Shape;101;p7"/>
          <p:cNvSpPr txBox="1"/>
          <p:nvPr/>
        </p:nvSpPr>
        <p:spPr>
          <a:xfrm>
            <a:off x="291229" y="984483"/>
            <a:ext cx="8699400" cy="30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ferramentas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Explorador de Arquivos permite ao usuário realizar ações rápidas, como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copiar, recortar, colar, excluir, renomear arquivos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até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novas pastas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apenas alguns cliques.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abaixo, temos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endereços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mostra o caminho da pasta que está sendo acessada no momento. Com ela, também é possível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navegar entre as pastas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digitando diretamente o endereço ou clicando nas setinhas ao lado.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7"/>
          <p:cNvPicPr preferRelativeResize="0"/>
          <p:nvPr/>
        </p:nvPicPr>
        <p:blipFill rotWithShape="1">
          <a:blip r:embed="rId3">
            <a:alphaModFix/>
          </a:blip>
          <a:srcRect b="85650" l="0" r="0" t="3726"/>
          <a:stretch/>
        </p:blipFill>
        <p:spPr>
          <a:xfrm>
            <a:off x="1211892" y="1991218"/>
            <a:ext cx="6858000" cy="647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7"/>
          <p:cNvPicPr preferRelativeResize="0"/>
          <p:nvPr/>
        </p:nvPicPr>
        <p:blipFill rotWithShape="1">
          <a:blip r:embed="rId4">
            <a:alphaModFix/>
          </a:blip>
          <a:srcRect b="81696" l="0" r="34776" t="13248"/>
          <a:stretch/>
        </p:blipFill>
        <p:spPr>
          <a:xfrm>
            <a:off x="366400" y="4017153"/>
            <a:ext cx="8699398" cy="599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Operações Básicas no Explorador de Arquivos - GUIA INICIO</a:t>
            </a:r>
            <a:endParaRPr sz="1100"/>
          </a:p>
        </p:txBody>
      </p:sp>
      <p:sp>
        <p:nvSpPr>
          <p:cNvPr id="109" name="Google Shape;109;p8"/>
          <p:cNvSpPr txBox="1"/>
          <p:nvPr/>
        </p:nvSpPr>
        <p:spPr>
          <a:xfrm>
            <a:off x="326459" y="897413"/>
            <a:ext cx="42456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Criar Pastas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criar uma nova pasta, o usuário pode: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Clicar na opção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"Nova pasta"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barra de ferramentas;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Clicar com o botão direito do mouse em um espaço vazio, selecionar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Novo &gt; Pasta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usar o atalho de teclado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Shift + N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10" name="Google Shape;110;p8"/>
          <p:cNvSpPr txBox="1"/>
          <p:nvPr/>
        </p:nvSpPr>
        <p:spPr>
          <a:xfrm>
            <a:off x="4572000" y="3599203"/>
            <a:ext cx="42456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Copiar Arquivos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copiar um arquivo: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o arquivo e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"Copiar"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barra de ferramentas;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clique com o botão direito do mouse e selecione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ainda use o atalho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C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8"/>
          <p:cNvSpPr txBox="1"/>
          <p:nvPr/>
        </p:nvSpPr>
        <p:spPr>
          <a:xfrm>
            <a:off x="210399" y="3599203"/>
            <a:ext cx="42456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Mover Arquivos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mover um arquivo (recortar de um lugar e colar em outro):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 opção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"Mover para"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barra de ferramentas;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clique com o botão direito e escolha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Recortar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use o atalho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X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pic>
        <p:nvPicPr>
          <p:cNvPr id="112" name="Google Shape;112;p8"/>
          <p:cNvPicPr preferRelativeResize="0"/>
          <p:nvPr/>
        </p:nvPicPr>
        <p:blipFill rotWithShape="1">
          <a:blip r:embed="rId3">
            <a:alphaModFix/>
          </a:blip>
          <a:srcRect b="10728" l="0" r="0" t="10976"/>
          <a:stretch/>
        </p:blipFill>
        <p:spPr>
          <a:xfrm>
            <a:off x="4025529" y="1088363"/>
            <a:ext cx="540892" cy="941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627" y="2886335"/>
            <a:ext cx="976895" cy="850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02547" y="2990513"/>
            <a:ext cx="522407" cy="746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Operações Básicas no Explorador de Arquivos - GUIA INICIO</a:t>
            </a:r>
            <a:endParaRPr sz="1100"/>
          </a:p>
        </p:txBody>
      </p:sp>
      <p:sp>
        <p:nvSpPr>
          <p:cNvPr id="120" name="Google Shape;120;p9"/>
          <p:cNvSpPr txBox="1"/>
          <p:nvPr/>
        </p:nvSpPr>
        <p:spPr>
          <a:xfrm>
            <a:off x="326459" y="3317855"/>
            <a:ext cx="36450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Renomear Arquivos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alterar o nome de um arquivo: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 opção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"Renomear"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barra de ferramentas;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clique com o botão direito e selecione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Renomear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pressione a tecla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F2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9"/>
          <p:cNvSpPr txBox="1"/>
          <p:nvPr/>
        </p:nvSpPr>
        <p:spPr>
          <a:xfrm>
            <a:off x="4435948" y="3433271"/>
            <a:ext cx="45798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Excluir Arquivos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excluir um arquivo: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"Excluir"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barra de ferramentas;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clique com o botão direito e selecione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Excluir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pressione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teclado.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excluir permanentemente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(sem ir para a Lixeira): use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+ Del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22" name="Google Shape;122;p9"/>
          <p:cNvSpPr txBox="1"/>
          <p:nvPr/>
        </p:nvSpPr>
        <p:spPr>
          <a:xfrm>
            <a:off x="326459" y="840299"/>
            <a:ext cx="42456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Colar Arquivos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colar o arquivo copiado ou recortado: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na opção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"Colar"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barra de ferramentas;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clique com o botão direito e escolha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use o atalho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V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pic>
        <p:nvPicPr>
          <p:cNvPr id="123" name="Google Shape;12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5948" y="840299"/>
            <a:ext cx="667226" cy="841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9"/>
          <p:cNvPicPr preferRelativeResize="0"/>
          <p:nvPr/>
        </p:nvPicPr>
        <p:blipFill rotWithShape="1">
          <a:blip r:embed="rId4">
            <a:alphaModFix/>
          </a:blip>
          <a:srcRect b="0" l="12031" r="0" t="0"/>
          <a:stretch/>
        </p:blipFill>
        <p:spPr>
          <a:xfrm>
            <a:off x="2806505" y="2499463"/>
            <a:ext cx="614615" cy="933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5862" y="2684646"/>
            <a:ext cx="540617" cy="928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Recuperando Arquivos da Lixeira</a:t>
            </a:r>
            <a:endParaRPr b="1"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0"/>
          <p:cNvSpPr txBox="1"/>
          <p:nvPr/>
        </p:nvSpPr>
        <p:spPr>
          <a:xfrm>
            <a:off x="523744" y="847005"/>
            <a:ext cx="8335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você exclui um arquivo, ele geralmente vai para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Lixeira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 não é apagado de forma definitiva — ainda dá tempo de recuperá-lo!</a:t>
            </a:r>
            <a:endParaRPr sz="1100"/>
          </a:p>
        </p:txBody>
      </p:sp>
      <p:sp>
        <p:nvSpPr>
          <p:cNvPr id="132" name="Google Shape;132;p10"/>
          <p:cNvSpPr txBox="1"/>
          <p:nvPr/>
        </p:nvSpPr>
        <p:spPr>
          <a:xfrm>
            <a:off x="291069" y="1671838"/>
            <a:ext cx="83352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restaurar um arquivo:</a:t>
            </a:r>
            <a:endParaRPr sz="1100"/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a Lixeira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(procure o ícone na Área de Trabalho).</a:t>
            </a:r>
            <a:endParaRPr sz="1100"/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uma vez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arquivo que deseja restaurar.</a:t>
            </a:r>
            <a:endParaRPr sz="1100"/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topo da janela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clique na opção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"Restaurar item selecionado"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33" name="Google Shape;133;p10"/>
          <p:cNvSpPr txBox="1"/>
          <p:nvPr/>
        </p:nvSpPr>
        <p:spPr>
          <a:xfrm>
            <a:off x="523743" y="3406057"/>
            <a:ext cx="83352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Observações importantes: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quiser restaurar tudo de uma vez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clique na opção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"Restaurar todos os itens"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arquivos restaurados voltam automaticamente para a pasta de onde foram apagados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(sua pasta de origem).</a:t>
            </a:r>
            <a:endParaRPr sz="1100"/>
          </a:p>
        </p:txBody>
      </p:sp>
      <p:pic>
        <p:nvPicPr>
          <p:cNvPr id="134" name="Google Shape;13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0958" y="1476874"/>
            <a:ext cx="1045131" cy="1323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Guia “Exibir”</a:t>
            </a:r>
            <a:endParaRPr sz="1100"/>
          </a:p>
        </p:txBody>
      </p:sp>
      <p:sp>
        <p:nvSpPr>
          <p:cNvPr id="140" name="Google Shape;140;p3"/>
          <p:cNvSpPr txBox="1"/>
          <p:nvPr/>
        </p:nvSpPr>
        <p:spPr>
          <a:xfrm>
            <a:off x="382043" y="866385"/>
            <a:ext cx="8567700" cy="36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menu Exibir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fica na parte de cima do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Explorador de Arquivos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 usuário pode escolher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os arquivos e pastas vão aparecer na tela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Isso é muito útil para deixar tudo mais fácil de encontrar e visualizar.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possível fazer na guia Exibir: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Mudar o tamanho dos ícones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Você pode escolher se quer ver os arquivos como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ícones grandes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médios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pequenos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lista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ou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detalhes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(que mostram o nome, tamanho, tipo e data de modificação).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Mostrar/ocultar a extensão dos arquivos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Se ativar essa opção, o nome dos arquivos vai aparecer completo, com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“.txt”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“.jpg”, “.mp3”, etc.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Painel de visualização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Quando ativado, ele mostra uma prévia do conteúdo do arquivo sem precisar abrir — ótimo para ver fotos ou textos rapidamente!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Painel de detalhes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Mostra mais informações sobre o arquivo selecionado, como tamanho, data de modificação, autor (no caso de documentos) e muito mais.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Grupo “Painéis” no Menu Exibir</a:t>
            </a:r>
            <a:endParaRPr sz="1100"/>
          </a:p>
        </p:txBody>
      </p:sp>
      <p:sp>
        <p:nvSpPr>
          <p:cNvPr id="146" name="Google Shape;146;p5"/>
          <p:cNvSpPr txBox="1"/>
          <p:nvPr/>
        </p:nvSpPr>
        <p:spPr>
          <a:xfrm>
            <a:off x="311650" y="967476"/>
            <a:ext cx="5067900" cy="44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Grupo “Layout” no Menu Exibir</a:t>
            </a:r>
            <a:endParaRPr/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segundo grupo do menu Exibir se chama </a:t>
            </a: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Nele, o usuário pode escolher </a:t>
            </a: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os arquivos e pastas vão aparecer na tela</a:t>
            </a: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com </a:t>
            </a: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ícones grandes, médios, pequenos</a:t>
            </a: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em </a:t>
            </a: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modo lista, detalhes, mosaico</a:t>
            </a: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entre outros.</a:t>
            </a:r>
            <a:endParaRPr/>
          </a:p>
          <a:p>
            <a:pPr indent="-1905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Essas opções ajudam a organizar a visualização de acordo com o que o usuário prefere ou precisa naquele momento.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Grupo “Exibição Atual”</a:t>
            </a:r>
            <a:endParaRPr/>
          </a:p>
          <a:p>
            <a:pPr indent="-1905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terceiro grupo do menu Exibir se chama </a:t>
            </a: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Exibição Atual</a:t>
            </a: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Nele, o usuário encontra </a:t>
            </a: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opções para ajustar como os arquivos estão sendo mostrados</a:t>
            </a: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</a:t>
            </a: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agrupar</a:t>
            </a: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classificar</a:t>
            </a: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filtrar</a:t>
            </a: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os itens.</a:t>
            </a:r>
            <a:b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Algumas opções só aparecem dependendo do </a:t>
            </a: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 de visualização (Layout)</a:t>
            </a: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estiver sendo usada.</a:t>
            </a:r>
            <a:endParaRPr/>
          </a:p>
        </p:txBody>
      </p:sp>
      <p:pic>
        <p:nvPicPr>
          <p:cNvPr id="147" name="Google Shape;147;p5"/>
          <p:cNvPicPr preferRelativeResize="0"/>
          <p:nvPr/>
        </p:nvPicPr>
        <p:blipFill rotWithShape="1">
          <a:blip r:embed="rId3">
            <a:alphaModFix/>
          </a:blip>
          <a:srcRect b="86396" l="16905" r="59986" t="4658"/>
          <a:stretch/>
        </p:blipFill>
        <p:spPr>
          <a:xfrm>
            <a:off x="5643864" y="1112891"/>
            <a:ext cx="2901619" cy="998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5"/>
          <p:cNvPicPr preferRelativeResize="0"/>
          <p:nvPr/>
        </p:nvPicPr>
        <p:blipFill rotWithShape="1">
          <a:blip r:embed="rId4">
            <a:alphaModFix/>
          </a:blip>
          <a:srcRect b="86086" l="40004" r="36548" t="3425"/>
          <a:stretch/>
        </p:blipFill>
        <p:spPr>
          <a:xfrm>
            <a:off x="5571164" y="4068991"/>
            <a:ext cx="2901619" cy="1153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Grupo “Painéis” no Menu Exibir</a:t>
            </a:r>
            <a:endParaRPr sz="1100"/>
          </a:p>
        </p:txBody>
      </p:sp>
      <p:sp>
        <p:nvSpPr>
          <p:cNvPr id="154" name="Google Shape;154;p6"/>
          <p:cNvSpPr txBox="1"/>
          <p:nvPr/>
        </p:nvSpPr>
        <p:spPr>
          <a:xfrm>
            <a:off x="233774" y="774770"/>
            <a:ext cx="5027100" cy="46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rmAutofit/>
          </a:bodyPr>
          <a:lstStyle/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Grupo “Mostrar/Ocultar”</a:t>
            </a:r>
            <a:endParaRPr sz="1100"/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quarto grupo do menu Exibir é o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Mostrar/Ocultar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ele, o usuário pode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escolher o que deseja ver ou esconder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extensões de arquivos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itens ocultos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a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 de detalhes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/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/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Grupo “Opções”</a:t>
            </a:r>
            <a:endParaRPr sz="1100"/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último grupo do menu Exibir é o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Opções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ele, o usuário pode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abrir a janela de configurações das pastas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onde é possível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personalizar o modo como os arquivos e pesquisas são exibidos e realizados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pic>
        <p:nvPicPr>
          <p:cNvPr id="155" name="Google Shape;155;p6"/>
          <p:cNvPicPr preferRelativeResize="0"/>
          <p:nvPr/>
        </p:nvPicPr>
        <p:blipFill rotWithShape="1">
          <a:blip r:embed="rId3">
            <a:alphaModFix/>
          </a:blip>
          <a:srcRect b="86090" l="63882" r="13903" t="4565"/>
          <a:stretch/>
        </p:blipFill>
        <p:spPr>
          <a:xfrm>
            <a:off x="5776814" y="774768"/>
            <a:ext cx="2905011" cy="1086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6"/>
          <p:cNvPicPr preferRelativeResize="0"/>
          <p:nvPr/>
        </p:nvPicPr>
        <p:blipFill rotWithShape="1">
          <a:blip r:embed="rId4">
            <a:alphaModFix/>
          </a:blip>
          <a:srcRect b="84480" l="81550" r="0" t="4367"/>
          <a:stretch/>
        </p:blipFill>
        <p:spPr>
          <a:xfrm>
            <a:off x="5776814" y="3540975"/>
            <a:ext cx="2905011" cy="156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Grupo “Painéis” no Menu Exibir</a:t>
            </a:r>
            <a:endParaRPr sz="1100"/>
          </a:p>
        </p:txBody>
      </p:sp>
      <p:sp>
        <p:nvSpPr>
          <p:cNvPr id="162" name="Google Shape;162;p4"/>
          <p:cNvSpPr txBox="1"/>
          <p:nvPr/>
        </p:nvSpPr>
        <p:spPr>
          <a:xfrm>
            <a:off x="324501" y="901378"/>
            <a:ext cx="4494900" cy="46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rmAutofit fontScale="62500" lnSpcReduction="20000"/>
          </a:bodyPr>
          <a:lstStyle/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</a:t>
            </a:r>
            <a:r>
              <a:rPr b="1"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primeiro grupo do menu Exibir</a:t>
            </a:r>
            <a:r>
              <a:rPr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chamado </a:t>
            </a:r>
            <a:r>
              <a:rPr b="1"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Painéis</a:t>
            </a:r>
            <a:r>
              <a:rPr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 usuário pode configurar </a:t>
            </a:r>
            <a:r>
              <a:rPr b="1"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vai enxergar as pastas e arquivos</a:t>
            </a:r>
            <a:r>
              <a:rPr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Explorador de Arquivos. Isso ajuda bastante na hora de encontrar ou entender o que tem dentro de cada item, sem precisar abrir tudo!</a:t>
            </a:r>
            <a:endParaRPr sz="1100"/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Veja o que cada opção faz:</a:t>
            </a:r>
            <a:endParaRPr sz="1100"/>
          </a:p>
          <a:p>
            <a:pPr indent="-17621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Painel de Navegação</a:t>
            </a:r>
            <a:r>
              <a:rPr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Clicando nesta opção, o usuário pode ativar ou desativar o painel lateral onde aparecem </a:t>
            </a:r>
            <a:r>
              <a:rPr b="1"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pastas do computador organizadas em árvore</a:t>
            </a:r>
            <a:r>
              <a:rPr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Esse painel ajuda a navegar entre pastas com mais rapidez.</a:t>
            </a:r>
            <a:endParaRPr sz="1100"/>
          </a:p>
          <a:p>
            <a:pPr indent="-17621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Painel de Visualização</a:t>
            </a:r>
            <a:r>
              <a:rPr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ativado, aparece um </a:t>
            </a:r>
            <a:r>
              <a:rPr b="1"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painel lateral do lado direito da tela</a:t>
            </a:r>
            <a:r>
              <a:rPr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Nele, o usuário pode </a:t>
            </a:r>
            <a:r>
              <a:rPr b="1"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 uma prévia do conteúdo</a:t>
            </a:r>
            <a:r>
              <a:rPr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dos arquivos (como imagens, textos, PDFs, etc.), sem precisar abrir.</a:t>
            </a:r>
            <a:endParaRPr sz="1100"/>
          </a:p>
          <a:p>
            <a:pPr indent="-176212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Painel de Detalhes</a:t>
            </a:r>
            <a:r>
              <a:rPr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Ativando essa opção, também aparece um painel lateral, mas dessa vez ele mostra </a:t>
            </a:r>
            <a:r>
              <a:rPr b="1"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informações detalhadas do arquivo selecionado</a:t>
            </a:r>
            <a:r>
              <a:rPr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como: nome, tipo, tamanho, data de modificação e até autor (em alguns casos).</a:t>
            </a:r>
            <a:endParaRPr sz="1100"/>
          </a:p>
        </p:txBody>
      </p:sp>
      <p:pic>
        <p:nvPicPr>
          <p:cNvPr id="163" name="Google Shape;163;p4"/>
          <p:cNvPicPr preferRelativeResize="0"/>
          <p:nvPr/>
        </p:nvPicPr>
        <p:blipFill rotWithShape="1">
          <a:blip r:embed="rId3">
            <a:alphaModFix/>
          </a:blip>
          <a:srcRect b="85651" l="0" r="82929" t="931"/>
          <a:stretch/>
        </p:blipFill>
        <p:spPr>
          <a:xfrm>
            <a:off x="5071713" y="972477"/>
            <a:ext cx="1702413" cy="1117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4"/>
          <p:cNvPicPr preferRelativeResize="0"/>
          <p:nvPr/>
        </p:nvPicPr>
        <p:blipFill rotWithShape="1">
          <a:blip r:embed="rId4">
            <a:alphaModFix/>
          </a:blip>
          <a:srcRect b="22726" l="0" r="74875" t="0"/>
          <a:stretch/>
        </p:blipFill>
        <p:spPr>
          <a:xfrm>
            <a:off x="7026448" y="972477"/>
            <a:ext cx="1572397" cy="40391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Unidades de Armazenamento</a:t>
            </a:r>
            <a:endParaRPr b="1"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1"/>
          <p:cNvSpPr txBox="1"/>
          <p:nvPr/>
        </p:nvSpPr>
        <p:spPr>
          <a:xfrm>
            <a:off x="490923" y="704475"/>
            <a:ext cx="81372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Sabia que tudo o que você digita, vê ou usa no computador ocupa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espaço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dentro dele? Esse espaço é chamado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armazenamento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está presente em equipamentos como: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HD (disco rígido)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Memória ROM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Disquete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(mais antigo)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CD-ROM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 drive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entre outros.</a:t>
            </a:r>
            <a:endParaRPr sz="1100"/>
          </a:p>
        </p:txBody>
      </p:sp>
      <p:sp>
        <p:nvSpPr>
          <p:cNvPr id="171" name="Google Shape;171;p11"/>
          <p:cNvSpPr txBox="1"/>
          <p:nvPr/>
        </p:nvSpPr>
        <p:spPr>
          <a:xfrm>
            <a:off x="580111" y="2759135"/>
            <a:ext cx="7586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medimos esse espaço?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medir o quanto um equipamento pode guardar, usamos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unidades de medida digitais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72" name="Google Shape;172;p11"/>
          <p:cNvSpPr txBox="1"/>
          <p:nvPr/>
        </p:nvSpPr>
        <p:spPr>
          <a:xfrm>
            <a:off x="580111" y="3890454"/>
            <a:ext cx="77760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Tudo começa com o BIT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lang="pt-BR">
                <a:solidFill>
                  <a:schemeClr val="dk1"/>
                </a:solidFill>
              </a:rPr>
              <a:t>Um bit é a menor  </a:t>
            </a:r>
            <a:r>
              <a:rPr lang="pt-BR">
                <a:solidFill>
                  <a:schemeClr val="dk1"/>
                </a:solidFill>
              </a:rPr>
              <a:t>p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arte da informação digital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Ele pode ser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(ligado)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(desligado)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como uma luz que acende ou apaga.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Unidades de Armazenamento</a:t>
            </a:r>
            <a:endParaRPr b="1"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295252" y="827494"/>
            <a:ext cx="8408100" cy="15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bits formam 1 Byte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U</a:t>
            </a:r>
            <a:r>
              <a:rPr b="0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</a:t>
            </a:r>
            <a:r>
              <a:rPr b="1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Byte</a:t>
            </a:r>
            <a:r>
              <a:rPr b="0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representa </a:t>
            </a:r>
            <a:r>
              <a:rPr b="1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único caractere</a:t>
            </a:r>
            <a:r>
              <a:rPr b="0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uma letra ou um número.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b="0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exemplo:</a:t>
            </a:r>
            <a:endParaRPr/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b="0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Letra </a:t>
            </a:r>
            <a:r>
              <a:rPr b="1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 Byte</a:t>
            </a:r>
            <a:endParaRPr/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b="0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Número </a:t>
            </a:r>
            <a:r>
              <a:rPr b="1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 Byte</a:t>
            </a:r>
            <a:endParaRPr/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b="0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Ponto </a:t>
            </a:r>
            <a:r>
              <a:rPr b="1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 Byte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P</a:t>
            </a:r>
            <a:r>
              <a:rPr b="0" i="0" lang="pt-BR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ara o computador, letras e símbolos são apenas códigos de 8 bits (como 00110011).</a:t>
            </a:r>
            <a:endParaRPr/>
          </a:p>
        </p:txBody>
      </p:sp>
      <p:sp>
        <p:nvSpPr>
          <p:cNvPr id="179" name="Google Shape;179;p12"/>
          <p:cNvSpPr txBox="1"/>
          <p:nvPr/>
        </p:nvSpPr>
        <p:spPr>
          <a:xfrm>
            <a:off x="367952" y="2555359"/>
            <a:ext cx="4579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 de medidas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(múltiplos do Byte)</a:t>
            </a:r>
            <a:endParaRPr sz="1100"/>
          </a:p>
        </p:txBody>
      </p:sp>
      <p:graphicFrame>
        <p:nvGraphicFramePr>
          <p:cNvPr id="180" name="Google Shape;180;p12"/>
          <p:cNvGraphicFramePr/>
          <p:nvPr/>
        </p:nvGraphicFramePr>
        <p:xfrm>
          <a:off x="367952" y="3004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{2AAC9EA4-EB8F-4274-A92E-54E17F21CB6C}</a:tableStyleId>
              </a:tblPr>
              <a:tblGrid>
                <a:gridCol w="3943350"/>
                <a:gridCol w="39433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Medida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Equivalência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1 Byte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8 bits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1 KB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1.024 Bytes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1 MB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1.024 KB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1 GB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1.024 MB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1 TB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1.024 GB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Unidades de Armazenamento</a:t>
            </a:r>
            <a:endParaRPr b="1"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325651" y="1566662"/>
            <a:ext cx="8492700" cy="23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o computador entende o que digitamos?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Imagine que você digita a letra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teclado: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computador transforma essa letra num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código de 8 bits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(exemplo: 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00110011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código é enviado para a CPU, que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entende e processa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fim, o monitor mostra a letra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como resposta.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assim que o computador transforma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códigos em palavras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imagens e tudo o que usamos!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b="1"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4"/>
          <p:cNvSpPr txBox="1"/>
          <p:nvPr/>
        </p:nvSpPr>
        <p:spPr>
          <a:xfrm>
            <a:off x="269250" y="802478"/>
            <a:ext cx="8605500" cy="45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O que é o Explorador de Arquivos e qual a sua utilidade?</a:t>
            </a:r>
            <a:br>
              <a:rPr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t-BR" sz="17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Dica: Pense em como ele ajuda você a encontrar e organizar arquivos.</a:t>
            </a:r>
            <a:endParaRPr sz="1700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Como você pode criar uma nova pasta usando atalhos?</a:t>
            </a:r>
            <a:br>
              <a:rPr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t-BR" sz="17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Escreva o atalho correto e também outra forma de fazer.</a:t>
            </a:r>
            <a:endParaRPr sz="1700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O que acontece quando usamos o atalho Ctrl + C?</a:t>
            </a:r>
            <a:br>
              <a:rPr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t-BR" sz="17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Explique de forma simples e objetiva.</a:t>
            </a:r>
            <a:endParaRPr sz="1700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Para que serve a função “Painel de Visualização” no menu Exibir?</a:t>
            </a:r>
            <a:br>
              <a:rPr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t-BR" sz="17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Escreva com suas palavras.</a:t>
            </a:r>
            <a:endParaRPr sz="1700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Qual a diferença entre Copiar e Recortar um arquivo?</a:t>
            </a:r>
            <a:br>
              <a:rPr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t-BR" sz="17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Dê um exemplo prático.</a:t>
            </a:r>
            <a:endParaRPr sz="1700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O que são unidades de armazenamento e para que elas servem?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 O que é um Byte? E o que são Bits?</a:t>
            </a:r>
            <a:br>
              <a:rPr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t-BR" sz="17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Explique usando números, se quiser.</a:t>
            </a:r>
            <a:endParaRPr sz="1700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8. Quando usamos o atalho F2, o que estamos fazendo com um arquivo?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 Como restaurar um arquivo que foi para a Lixeira por engano?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10. O que fazer para excluir um arquivo permanentemente?</a:t>
            </a:r>
            <a:br>
              <a:rPr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t-BR" sz="17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Dica: Qual o atalho usado?</a:t>
            </a:r>
            <a:endParaRPr sz="1700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"/>
          <p:cNvSpPr/>
          <p:nvPr/>
        </p:nvSpPr>
        <p:spPr>
          <a:xfrm>
            <a:off x="0" y="-93945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Atividade - Parte 2</a:t>
            </a:r>
            <a:endParaRPr b="1"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5"/>
          <p:cNvSpPr/>
          <p:nvPr/>
        </p:nvSpPr>
        <p:spPr>
          <a:xfrm>
            <a:off x="170667" y="876189"/>
            <a:ext cx="8802600" cy="39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 sz="1100"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300"/>
              <a:buAutoNum type="arabicPeriod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Área de Trabalho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computador.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300"/>
              <a:buAutoNum type="arabicPeriod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uma nova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pasta com o nome "Meus Estudos"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i="1" lang="pt-BR" sz="1200">
                <a:solidFill>
                  <a:schemeClr val="dk1"/>
                </a:solidFill>
              </a:rPr>
              <a:t> </a:t>
            </a: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com o botão direito → Novo → Pasta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use o atalho: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Shift + N</a:t>
            </a:r>
            <a:endParaRPr sz="1100"/>
          </a:p>
          <a:p>
            <a:pPr indent="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300"/>
              <a:buFont typeface="Arial"/>
              <a:buAutoNum type="arabicPeriod"/>
            </a:pPr>
            <a:r>
              <a:rPr b="1" lang="pt-BR" sz="1200">
                <a:solidFill>
                  <a:schemeClr val="dk1"/>
                </a:solidFill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a pasta “Meus Estudos”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dois cliques.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300"/>
              <a:buAutoNum type="arabicPeriod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Agora,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dentro dela, crie outra pasta com o seu nome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(Exemplo: se seu nome for João, a pasta será "João")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300"/>
              <a:buFont typeface="Arial"/>
              <a:buAutoNum type="arabicPeriod"/>
            </a:pPr>
            <a:r>
              <a:rPr b="1" lang="pt-BR" sz="1200">
                <a:solidFill>
                  <a:schemeClr val="dk1"/>
                </a:solidFill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Volte para o WordPad ou Bloco de Notas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onde você respondeu as perguntas da Parte 1.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Arquivo → Salvar como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a pasta com seu nome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(que está dentro de "Meus Estudos")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Nomeie o arquivo como: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Atividade Windows 9 e 10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300"/>
              <a:buFont typeface="Arial"/>
              <a:buAutoNum type="arabicPeriod"/>
            </a:pPr>
            <a:r>
              <a:rPr b="1" lang="pt-BR" sz="1200">
                <a:solidFill>
                  <a:schemeClr val="dk1"/>
                </a:solidFill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Feche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WordPad/Bloco de Notas.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300"/>
              <a:buFont typeface="Arial"/>
              <a:buAutoNum type="arabicPeriod"/>
            </a:pPr>
            <a:r>
              <a:rPr b="1" lang="pt-BR" sz="1200">
                <a:solidFill>
                  <a:schemeClr val="dk1"/>
                </a:solidFill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até o Explorador de Arquivos 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verifique se seu arquivo está salvo corretamente na pasta com seu nome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2025-05-01T13:20:56Z</dcterms:created>
  <dc:creator>leo Souza</dc:creator>
</cp:coreProperties>
</file>