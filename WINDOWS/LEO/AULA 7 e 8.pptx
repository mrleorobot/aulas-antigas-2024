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alibri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alibri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None/>
              <a:defRPr b="0" i="0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035463" y="981206"/>
            <a:ext cx="3335100" cy="3705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451817" y="2213856"/>
            <a:ext cx="25644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</a:pPr>
            <a:r>
              <a:rPr b="0" i="0" lang="pt-BR" sz="3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b="0" i="0" lang="pt-BR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32581" y="2998063"/>
            <a:ext cx="46029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b="0" i="0" lang="pt-BR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la de computador com fundo azul&#10;&#10;O conteúdo gerado por IA pode estar incorreto.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20043" r="20042" t="0"/>
          <a:stretch/>
        </p:blipFill>
        <p:spPr>
          <a:xfrm>
            <a:off x="4847573" y="1358762"/>
            <a:ext cx="3522944" cy="2950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ÁREA DE TRANSFERÊNCIA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78296" y="1071218"/>
            <a:ext cx="85377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sabia que quando você copia alguma coisa no computador, ela vai parar em um lugar especial chamado Área de Transferência? Pois é! E no Windows 10 e 11, essa ferramenta ficou ainda mais inteligente.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6728791" y="1877392"/>
            <a:ext cx="2176800" cy="24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1" lang="pt-BR" sz="1200">
                <a:solidFill>
                  <a:schemeClr val="dk1"/>
                </a:solidFill>
              </a:rPr>
              <a:t> Como ativar e usar?</a:t>
            </a:r>
            <a:endParaRPr b="1"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Pressione as teclas Windows + V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aparecer uma janelinha com tudo que você copiou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pode: Colar qualquer item da lista 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Fixar os que quiser guardar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Excluir os que não quiser mais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Limpar tudo de uma vez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14"/>
          <p:cNvCxnSpPr/>
          <p:nvPr/>
        </p:nvCxnSpPr>
        <p:spPr>
          <a:xfrm>
            <a:off x="5898875" y="1645481"/>
            <a:ext cx="1038600" cy="4419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6" name="Google Shape;96;p14"/>
          <p:cNvSpPr txBox="1"/>
          <p:nvPr/>
        </p:nvSpPr>
        <p:spPr>
          <a:xfrm>
            <a:off x="283265" y="2176406"/>
            <a:ext cx="5615700" cy="29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você estiver usando a mesma conta da Microsoft em outro computador, dá até pra colar algo copiado no seu PC, direto em outro !Legal, né?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Observação Importante: Essa função só está disponível em algumas versões do Windows 10 e no Windows 11. Se não funcionar no seu, talvez a versão não tenha esse recurso.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ACESSIBILIDADE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238539" y="942151"/>
            <a:ext cx="86571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sabia que o Windows 10 tem ferramentas feitas pra facilitar a vida de quem tem dificuldades de usar o computador? Essas ferramentas ficam em um lugar especial chamado "Acessibilidade”.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238539" y="1689652"/>
            <a:ext cx="43632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Como acessar?</a:t>
            </a:r>
            <a:endParaRPr b="1"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botão Iniciar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ícone de Configurações(engrenagem)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Acessibilidade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337931" y="2802840"/>
            <a:ext cx="86670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</a:rPr>
              <a:t>O que você encontra por lá?</a:t>
            </a:r>
            <a:r>
              <a:rPr b="1" lang="pt-BR" sz="1400">
                <a:solidFill>
                  <a:schemeClr val="dk1"/>
                </a:solidFill>
              </a:rPr>
              <a:t> </a:t>
            </a:r>
            <a:endParaRPr b="1"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Narrador: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voz (masculina ou feminina) lê tudo o que está na tela (Dá pra mudar a velocidade da leitura e o que será lido) Exemplo: Ajuda quem tem dificuldade de ler ou está aprendendo a ler.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337931" y="3710843"/>
            <a:ext cx="8667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Lupa: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Serve pra dar zoom em qualquer parte da tela; Você escolhe quanto aumentar e onde usar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Ótimo pra quem esqueceu o óculos ou pra ver detalhes pequenininhos. </a:t>
            </a:r>
            <a:endParaRPr sz="1100"/>
          </a:p>
        </p:txBody>
      </p:sp>
      <p:sp>
        <p:nvSpPr>
          <p:cNvPr id="106" name="Google Shape;106;p15"/>
          <p:cNvSpPr txBox="1"/>
          <p:nvPr/>
        </p:nvSpPr>
        <p:spPr>
          <a:xfrm>
            <a:off x="337931" y="4340473"/>
            <a:ext cx="86670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Alto Contraste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Deixa o fundo e o texto com cores bem diferentes, como branco no preto.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Ajuda a enxergar melhor quem tem problema de visão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Parece um modo “super escuro” com cores fortes — mais fácil de ler!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/>
          <p:nvPr/>
        </p:nvSpPr>
        <p:spPr>
          <a:xfrm>
            <a:off x="0" y="0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MAIS RECURSOS DE ACESSIBILIDADE: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337931" y="852308"/>
            <a:ext cx="86571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Além da Lupa, Narrador e Alto Contraste, o menu de Acessibilidade do Windows tem mais ferramentas incríveis pra te ajudar no dia a dia.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337931" y="1587740"/>
            <a:ext cx="86670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</a:rPr>
              <a:t>Legendas Ocultas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Mostra legendas na tela, como num filme!Você escolhe a cor do texto, do fundo e até o tamanho. Exemplo: Perfeito para quem tem dificuldade auditiva ou quer acompanhar vídeos sem som.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337931" y="2498213"/>
            <a:ext cx="86670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600">
                <a:solidFill>
                  <a:schemeClr val="dk1"/>
                </a:solidFill>
              </a:rPr>
              <a:t>Teclado Virtual: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teclado aparece na tela, e você pode digitar clicando com o mouse ou com o dedo (em telas de toque) Também dá pra ajustar funções especiais das teclas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Ideal pra quem não pode usar o teclado comum, ou quando o teclado do computador quebra!</a:t>
            </a:r>
            <a:endParaRPr sz="1100"/>
          </a:p>
        </p:txBody>
      </p:sp>
      <p:sp>
        <p:nvSpPr>
          <p:cNvPr id="115" name="Google Shape;115;p16"/>
          <p:cNvSpPr txBox="1"/>
          <p:nvPr/>
        </p:nvSpPr>
        <p:spPr>
          <a:xfrm>
            <a:off x="337931" y="3673265"/>
            <a:ext cx="86670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</a:rPr>
              <a:t>Mouse pelo Teclado: 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o mouse não estiver funcionando, você pode controlar o ponteiro com o teclado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Dá também pra aumentar o tamanho do cursor, pra enxergar melhor</a:t>
            </a:r>
            <a:endParaRPr sz="1100"/>
          </a:p>
        </p:txBody>
      </p:sp>
      <p:sp>
        <p:nvSpPr>
          <p:cNvPr id="116" name="Google Shape;116;p16"/>
          <p:cNvSpPr txBox="1"/>
          <p:nvPr/>
        </p:nvSpPr>
        <p:spPr>
          <a:xfrm>
            <a:off x="337931" y="4591838"/>
            <a:ext cx="67686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</a:rPr>
              <a:t>Opções Extras: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Espessura do cursor (pra ficar mais visível).	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Ligar ou desligar animações e efeitos de transição.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Ideal pra deixar o computador mais simples ou mais leve de usar.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/>
          <p:nvPr/>
        </p:nvSpPr>
        <p:spPr>
          <a:xfrm>
            <a:off x="0" y="0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REVISÃO DOS ASSUNTOS ANTERIORES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367747" y="806173"/>
            <a:ext cx="85785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Antes de continuar, vamos relembrar os assuntos que começaram toda essa jornada no computador!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Informática? A Informática é uma parte da ciência que estuda como a gente usa a tecnologia para lidar com informações.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ajuda a: Coletar, guardar, organizar, compartilhar e usar dados; Fazer tudo isso de forma rápida e automática.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367747" y="2158273"/>
            <a:ext cx="55263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onde vem a palavra?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Informática = Informação + Automática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seja: tratar informações automaticamente com a ajuda da tecnologia Exemplo: Quando você escreve algo no computador e salva, isso já é informática em ação!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367747" y="3467168"/>
            <a:ext cx="8279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tudo começou?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história da informática começou bem antes do primeiro computador!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Lá em 1830 já existiam ideias de máquinas pra fazer cálculos rápidos.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tudo foi evoluindo até chegarmos nos computadores modernos que temos hoje!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367747" y="4336002"/>
            <a:ext cx="81897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OPERACIONAL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 cérebro do computador! O sistema operacional é um programa principal que faz tudo funcionar no computador! Ele liga o computador, mostra a tela que a gente vê, ajuda a abrir jogos, programas, e acessar a internet… faz a gente se comunicar com o computador de um jeito fácil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Windows é um dos sistemas operacionais mais famosos, mas existém outros como o Linux e MacOs.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/>
          <p:nvPr/>
        </p:nvSpPr>
        <p:spPr>
          <a:xfrm>
            <a:off x="0" y="0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REVISÃO DOS ASSUNTOS ANTERIORES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273326" y="837443"/>
            <a:ext cx="85974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que já conhecemos várias partes do Windows, vamos relembrar tudo o que vimos sobre a área de trabalho e seus elementos.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273326" y="1546088"/>
            <a:ext cx="84930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 de Trabalho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É a tela principal do seu computador nela ficam: Ícones dos programas, Janelas dos aplicativos, Atalhos e a barra de tarefas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Quando você liga o computador e aparece aquela tela com uma paisagem no fundo e os ícones? Isso é a Área de Trabalho!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273326" y="2625227"/>
            <a:ext cx="8388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Elementos da Área de Trabalho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Menu Iniciar fica no cantinho esquerdo da barra de tarefas é o ponto de partida pra abrir qualquer coisa no computador.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Clique no botão com o logo do Windows!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9651" y="3047300"/>
            <a:ext cx="315950" cy="40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273326" y="3525329"/>
            <a:ext cx="82695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Ícones: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São desenhos pequenos que representam programas, arquivos, pastas...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Um “W” azul é o ícone do Word!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Tarefas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Fica na parte de baixo da tela mostra programas abertos, hora, volume, Wi-Fi e muito mais.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/>
          <p:nvPr/>
        </p:nvSpPr>
        <p:spPr>
          <a:xfrm>
            <a:off x="0" y="0"/>
            <a:ext cx="9144000" cy="7068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REVISÃO DOS ASSUNTOS ANTERIORES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382121" y="815425"/>
            <a:ext cx="36912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Outros Elementos Importantes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382137" y="1148862"/>
            <a:ext cx="83796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Janelas: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você abre um programa, ele aparece dentro de uma janela seguida das funções:</a:t>
            </a:r>
            <a:endParaRPr sz="1100"/>
          </a:p>
        </p:txBody>
      </p:sp>
      <p:sp>
        <p:nvSpPr>
          <p:cNvPr id="143" name="Google Shape;143;p19"/>
          <p:cNvSpPr txBox="1"/>
          <p:nvPr/>
        </p:nvSpPr>
        <p:spPr>
          <a:xfrm>
            <a:off x="382137" y="1552141"/>
            <a:ext cx="8132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Minimizar (-):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Oculta a janela da tela e a envia para a barra de tarefas. Clique no botão com um tracinho (–) para fazer isso. A janela continua aberta, só não aparece mais na área de trabalho até você clicar nela de novo na barra de tarefas.</a:t>
            </a:r>
            <a:endParaRPr sz="1100"/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Maximizar (□):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Aumenta o tamanho da janela para ocupar toda a tela. Se a janela já estiver maximizada, o botão muda para “Restaurar” (dois quadradinhos sobrepostos), que serve para voltar a janela ao tamanho anterior.</a:t>
            </a:r>
            <a:endParaRPr sz="1100"/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Fechar (X):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Encerra a janela e, geralmente, o programa que está sendo usado. Clique no "X" vermelho para fechar.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" name="Google Shape;144;p19"/>
          <p:cNvGrpSpPr/>
          <p:nvPr/>
        </p:nvGrpSpPr>
        <p:grpSpPr>
          <a:xfrm>
            <a:off x="7544180" y="3065647"/>
            <a:ext cx="1392213" cy="351351"/>
            <a:chOff x="8516203" y="3978844"/>
            <a:chExt cx="3166280" cy="718068"/>
          </a:xfrm>
        </p:grpSpPr>
        <p:pic>
          <p:nvPicPr>
            <p:cNvPr id="145" name="Google Shape;14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707632" y="3978845"/>
              <a:ext cx="2974851" cy="7180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9"/>
            <p:cNvSpPr/>
            <p:nvPr/>
          </p:nvSpPr>
          <p:spPr>
            <a:xfrm>
              <a:off x="8516203" y="3978845"/>
              <a:ext cx="832513" cy="718067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5550" lIns="71100" spcFirstLastPara="1" rIns="71100" wrap="square" tIns="355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9617122" y="3978844"/>
              <a:ext cx="832513" cy="718067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5550" lIns="71100" spcFirstLastPara="1" rIns="71100" wrap="square" tIns="355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9"/>
            <p:cNvSpPr/>
            <p:nvPr/>
          </p:nvSpPr>
          <p:spPr>
            <a:xfrm>
              <a:off x="10718042" y="3978845"/>
              <a:ext cx="832513" cy="718067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5550" lIns="71100" spcFirstLastPara="1" rIns="71100" wrap="square" tIns="355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9"/>
          <p:cNvSpPr txBox="1"/>
          <p:nvPr/>
        </p:nvSpPr>
        <p:spPr>
          <a:xfrm>
            <a:off x="382137" y="3414770"/>
            <a:ext cx="8553600" cy="1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Explorador de Arquivos: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Ajuda a encontrar pastas e arquivos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copiar, apagar, mover e organizar tudo.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Configurações e Internet: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Configurações Um lugar com várias opções pra ajustar o computador Você pode mudar o fundo, mexer no som, ativar o Wi-Fi, e muito mais.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Internet: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a rede gigante que liga o mundo todo A gente usa pra pesquisar, estudar, conversar e jogar.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Sites e E-mails: Site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lugar na internet com informações, imagens e vídeos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YouTube, Google, Wikipedia.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E-mail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como um correio digital Serve pra enviar mensagens, arquivos e recados.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Gmail, Outlook, Yahoo.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0" y="0"/>
            <a:ext cx="9144000" cy="788100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238539" y="816443"/>
            <a:ext cx="8627100" cy="49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 Aprender a criar pastas, salvar arquivos e usar programas como o WordPad e o Paint.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1 – ORGANIZE SUA ÁREA DE TRABALHO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o Gerenciador de arquivos e Vá até a pasta Documentos.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uma nova pasta com o seu nome completo.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dela, crie mais duas pastas: Textos e Desenhos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Escreva seu primeiro texto, Abra o WordPad e Digite a frase abaixo, substituindo pelo seu nome: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“Estou aprendendo a usar o computador e já sei criar pastas e salvar arquivos no WordPad. Assinado: [Seu Nome]”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Salve esse arquivo dentro da pasta Textos, com o nome: Windows Aula 7 e 8 – SEU NOME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Testando mais um texto, no WordPad, vá em Arquivo &gt;&gt; Novo para abrir um novo documento e Digite o seguinte texto: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“O Paint é um programa simples, mas com ele podemos fazer desenhos e aprender a usar o mouse com criatividade. Já o WordPad serve para escrever textos e aprender a salvar arquivos corretamente.”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Salve esse texto na pasta Textos, com o nome: Wpaint Aula 7 e 8 – SEU NOME.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Feche o WordPad.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Solte a criatividade no paint, abra o Paint e Faça um desenho sobre algo que você aprendeu hoje. 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Salve o arquivo na pasta Desenhos com o nome: Wpaint Aula 7 e 8- SEU NOME. 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Feche o Paint.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Volte para a pasta Documentos e Encontre a pasta com o seu nome </a:t>
            </a:r>
            <a:endParaRPr sz="1100"/>
          </a:p>
          <a:p>
            <a:pPr indent="-2540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botão direito nela e escolha: Enviar para &gt;&gt; Área de Trabalho (criar atalho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3869278" y="134075"/>
            <a:ext cx="1829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2876547" y="426950"/>
            <a:ext cx="4353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EXPLORANDO O COMPUTADOR DO SEU JEITO!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