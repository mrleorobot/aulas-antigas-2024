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5715000" cx="9144000"/>
  <p:notesSz cx="6858000" cy="9144000"/>
  <p:embeddedFontLst>
    <p:embeddedFont>
      <p:font typeface="Play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iyYX0dtbTmdN8vYyry9q8yqMFl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font" Target="fonts/Play-bold.fntdata"/><Relationship Id="rId9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11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lay"/>
              <a:buNone/>
              <a:defRPr b="0" i="0" sz="3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6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5035463" y="981206"/>
            <a:ext cx="3335100" cy="3705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357917" y="1872358"/>
            <a:ext cx="25644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rial"/>
              <a:buNone/>
            </a:pPr>
            <a:r>
              <a:rPr b="0" i="0" lang="pt-BR" sz="3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WINDOWS</a:t>
            </a:r>
            <a:r>
              <a:rPr b="0" i="0" lang="pt-BR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/>
          </a:p>
        </p:txBody>
      </p:sp>
      <p:sp>
        <p:nvSpPr>
          <p:cNvPr id="86" name="Google Shape;86;p1"/>
          <p:cNvSpPr txBox="1"/>
          <p:nvPr/>
        </p:nvSpPr>
        <p:spPr>
          <a:xfrm>
            <a:off x="432556" y="2444114"/>
            <a:ext cx="46029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rPr b="1" i="0" lang="pt-BR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100"/>
          </a:p>
        </p:txBody>
      </p:sp>
      <p:pic>
        <p:nvPicPr>
          <p:cNvPr descr="Tela de computador com fundo azul&#10;&#10;O conteúdo gerado por IA pode estar incorreto." id="87" name="Google Shape;87;p1"/>
          <p:cNvPicPr preferRelativeResize="0"/>
          <p:nvPr/>
        </p:nvPicPr>
        <p:blipFill rotWithShape="1">
          <a:blip r:embed="rId3">
            <a:alphaModFix/>
          </a:blip>
          <a:srcRect b="0" l="20043" r="20042" t="0"/>
          <a:stretch/>
        </p:blipFill>
        <p:spPr>
          <a:xfrm>
            <a:off x="4847573" y="1358762"/>
            <a:ext cx="3522944" cy="295050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977030" y="2851211"/>
            <a:ext cx="3147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TESTE FINAL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0"/>
            <a:ext cx="9144000" cy="8664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Missão Final – Agência Digital Motiva – Parte 1</a:t>
            </a:r>
            <a:endParaRPr sz="1100"/>
          </a:p>
        </p:txBody>
      </p:sp>
      <p:sp>
        <p:nvSpPr>
          <p:cNvPr id="94" name="Google Shape;94;p2"/>
          <p:cNvSpPr txBox="1"/>
          <p:nvPr/>
        </p:nvSpPr>
        <p:spPr>
          <a:xfrm>
            <a:off x="317064" y="1002392"/>
            <a:ext cx="85137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Trabalhar em grupo para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revisar conteúdos de Windows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Excelência no Atendimento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Redes Sociais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uso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consciente da internet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usando criatividade, pesquisa e escrita.</a:t>
            </a:r>
            <a:endParaRPr sz="1100"/>
          </a:p>
        </p:txBody>
      </p:sp>
      <p:sp>
        <p:nvSpPr>
          <p:cNvPr id="95" name="Google Shape;95;p2"/>
          <p:cNvSpPr txBox="1"/>
          <p:nvPr/>
        </p:nvSpPr>
        <p:spPr>
          <a:xfrm>
            <a:off x="317064" y="1839838"/>
            <a:ext cx="82977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Criação de um Post para Redes Sociais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escrever como seria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 e o conteúdo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uma postagem nas redes sociais para divulgar um serviço da empresa fictícia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Motiva.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Devem incluir: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Nome da empresa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Slogan (curtinho e criativo)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 da legenda (chamando o público para contratar)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Breve descrição da imagem que </a:t>
            </a:r>
            <a:r>
              <a:rPr b="0" i="1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imaginam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usar (ex: "um técnico consertando um notebook", ou "uma pessoa feliz com o computador funcionando")</a:t>
            </a:r>
            <a:endParaRPr sz="1100"/>
          </a:p>
        </p:txBody>
      </p:sp>
      <p:sp>
        <p:nvSpPr>
          <p:cNvPr id="96" name="Google Shape;96;p2"/>
          <p:cNvSpPr/>
          <p:nvPr/>
        </p:nvSpPr>
        <p:spPr>
          <a:xfrm>
            <a:off x="317064" y="4062278"/>
            <a:ext cx="85098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para inspirar: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Nome: TechForce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Slogan: “Seu PC, nossa missão.”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Legenda: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“Problemas com lentidão no seu computador? A TechForce resolve! 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Ligue agora e tenha seu PC como novo!”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Imagem imaginada(Descrever): um notebook sendo consertado, com fundo azul e texto em destaque.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0" y="0"/>
            <a:ext cx="9144000" cy="8664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Missão Final – Agência Digital Motiva – Parte 2</a:t>
            </a:r>
            <a:endParaRPr sz="1100"/>
          </a:p>
        </p:txBody>
      </p:sp>
      <p:sp>
        <p:nvSpPr>
          <p:cNvPr id="102" name="Google Shape;102;p3"/>
          <p:cNvSpPr txBox="1"/>
          <p:nvPr/>
        </p:nvSpPr>
        <p:spPr>
          <a:xfrm>
            <a:off x="256783" y="942935"/>
            <a:ext cx="86265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Simulação de Atendimento ao Cliente (Escrita)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Devem escrever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diálogo entre cliente e atendente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(de forma profissional e educada), com foco em: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Cumprimento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Identificação do problema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Solução ou direcionamento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Agradecimento</a:t>
            </a:r>
            <a:endParaRPr sz="1100"/>
          </a:p>
        </p:txBody>
      </p:sp>
      <p:sp>
        <p:nvSpPr>
          <p:cNvPr id="103" name="Google Shape;103;p3"/>
          <p:cNvSpPr txBox="1"/>
          <p:nvPr/>
        </p:nvSpPr>
        <p:spPr>
          <a:xfrm>
            <a:off x="260696" y="2768736"/>
            <a:ext cx="4579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 de roteiro:</a:t>
            </a:r>
            <a:endParaRPr sz="1100"/>
          </a:p>
        </p:txBody>
      </p:sp>
      <p:sp>
        <p:nvSpPr>
          <p:cNvPr id="104" name="Google Shape;104;p3"/>
          <p:cNvSpPr txBox="1"/>
          <p:nvPr/>
        </p:nvSpPr>
        <p:spPr>
          <a:xfrm>
            <a:off x="256783" y="3076513"/>
            <a:ext cx="86265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highlight>
                  <a:srgbClr val="C0C0C0"/>
                </a:highlight>
                <a:latin typeface="Arial"/>
                <a:ea typeface="Arial"/>
                <a:cs typeface="Arial"/>
                <a:sym typeface="Arial"/>
              </a:rPr>
              <a:t>Cliente</a:t>
            </a:r>
            <a:r>
              <a:rPr lang="pt-BR" sz="1400">
                <a:solidFill>
                  <a:schemeClr val="dk1"/>
                </a:solidFill>
                <a:highlight>
                  <a:srgbClr val="C0C0C0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Olá, comprei um teclado com vocês e ele veio com defeito.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highlight>
                  <a:srgbClr val="808080"/>
                </a:highlight>
                <a:latin typeface="Arial"/>
                <a:ea typeface="Arial"/>
                <a:cs typeface="Arial"/>
                <a:sym typeface="Arial"/>
              </a:rPr>
              <a:t>Atendente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Boa tarde! Me chamo João, sou atendente da TechForce. Sinto muito pelo ocorrido. Pode me informar o número do seu pedido?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highlight>
                  <a:srgbClr val="C0C0C0"/>
                </a:highlight>
                <a:latin typeface="Arial"/>
                <a:ea typeface="Arial"/>
                <a:cs typeface="Arial"/>
                <a:sym typeface="Arial"/>
              </a:rPr>
              <a:t>Cliente</a:t>
            </a:r>
            <a:r>
              <a:rPr lang="pt-BR" sz="1400">
                <a:solidFill>
                  <a:schemeClr val="dk1"/>
                </a:solidFill>
                <a:highlight>
                  <a:srgbClr val="C0C0C0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Claro, é o 001258.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highlight>
                  <a:srgbClr val="808080"/>
                </a:highlight>
                <a:latin typeface="Arial"/>
                <a:ea typeface="Arial"/>
                <a:cs typeface="Arial"/>
                <a:sym typeface="Arial"/>
              </a:rPr>
              <a:t>Atendente</a:t>
            </a:r>
            <a:r>
              <a:rPr lang="pt-BR" sz="1400">
                <a:solidFill>
                  <a:schemeClr val="dk1"/>
                </a:solidFill>
                <a:highlight>
                  <a:srgbClr val="808080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Obrigado! Já localizei. Podemos trocar o produto sem custo adicional. Em até 3 dias úteis, o novo teclado será entregue.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highlight>
                  <a:srgbClr val="C0C0C0"/>
                </a:highlight>
                <a:latin typeface="Arial"/>
                <a:ea typeface="Arial"/>
                <a:cs typeface="Arial"/>
                <a:sym typeface="Arial"/>
              </a:rPr>
              <a:t>Cliente:</a:t>
            </a:r>
            <a:r>
              <a:rPr lang="pt-BR" sz="1400">
                <a:solidFill>
                  <a:schemeClr val="dk1"/>
                </a:solidFill>
                <a:highlight>
                  <a:srgbClr val="C0C0C0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Muito obrigado pela ajuda!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highlight>
                  <a:srgbClr val="808080"/>
                </a:highlight>
                <a:latin typeface="Arial"/>
                <a:ea typeface="Arial"/>
                <a:cs typeface="Arial"/>
                <a:sym typeface="Arial"/>
              </a:rPr>
              <a:t>Atendente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Eu que agradeço. Qualquer outra dúvida, estamos à disposição. Tenha um ótimo dia!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0" y="0"/>
            <a:ext cx="9144000" cy="8664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Missão Final – Agência Digital Motiva – Parte 2</a:t>
            </a:r>
            <a:endParaRPr sz="1100"/>
          </a:p>
        </p:txBody>
      </p:sp>
      <p:sp>
        <p:nvSpPr>
          <p:cNvPr id="110" name="Google Shape;110;p4"/>
          <p:cNvSpPr txBox="1"/>
          <p:nvPr/>
        </p:nvSpPr>
        <p:spPr>
          <a:xfrm>
            <a:off x="204330" y="1065022"/>
            <a:ext cx="86358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Tutorial de Windows (passo a passo)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Escrever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 com título, numerado e bem explicado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função básica do Windows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Aqui vão sugestões fáceis de escolher (você pode imprimir essa listinha para os grupos):</a:t>
            </a:r>
            <a:endParaRPr sz="1100"/>
          </a:p>
        </p:txBody>
      </p:sp>
      <p:sp>
        <p:nvSpPr>
          <p:cNvPr id="111" name="Google Shape;111;p4"/>
          <p:cNvSpPr txBox="1"/>
          <p:nvPr/>
        </p:nvSpPr>
        <p:spPr>
          <a:xfrm>
            <a:off x="204329" y="2157838"/>
            <a:ext cx="43677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Sugestões de Tutoriais: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mudar o plano de fundo da área de trabalho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renomear uma pasta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organizar arquivos em pastas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 o Explorador de Arquivos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fixar programas na barra de tarefas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criar um atalho na área de trabalho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tirar print da tela com a tecla Print Screen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 a Lixeira: excluir e restaurar arquivos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alterar o brilho da tela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acessar o Painel de Controle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345482" y="2157838"/>
            <a:ext cx="3494700" cy="19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 de resposta esperada: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Título: Como renomear uma pasta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pasta desejada.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com o botão direito nela.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a opção “Renomear”.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Digite o novo nome e pressione Enter.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Pronto! Sua pasta foi renomeada.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2025-06-05T21:35:33Z</dcterms:created>
  <dc:creator>leo Souza</dc:creator>
</cp:coreProperties>
</file>