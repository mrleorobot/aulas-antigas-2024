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715000" cx="9144000"/>
  <p:notesSz cx="6858000" cy="9144000"/>
  <p:embeddedFontLst>
    <p:embeddedFont>
      <p:font typeface="Play"/>
      <p:regular r:id="rId27"/>
      <p:bold r:id="rId28"/>
    </p:embeddedFont>
    <p:embeddedFont>
      <p:font typeface="Proxima Nova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7.jp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357917" y="981206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b="0" i="0" lang="pt-BR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432556" y="1466588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Tela de computador com fundo azul&#10;&#10;O conteúdo gerado por IA pode estar incorreto.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20020" y="1888567"/>
            <a:ext cx="34587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SERVIÇOS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PROVEDORES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SITES E E-MAIL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CRIAÇÃO DE E-MAIL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ENVIO DE ARQUIVOS ANEXOS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PESQUISA (SITES DE BUSCA)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WORDPAD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INTERFACE GRÁFICA DO WORDPAD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TEXTO: 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APLICAÇÃO DE FERRAMENTAS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A INTERNET?</a:t>
            </a:r>
            <a:endParaRPr sz="1100"/>
          </a:p>
        </p:txBody>
      </p:sp>
      <p:sp>
        <p:nvSpPr>
          <p:cNvPr id="98" name="Google Shape;98;p14"/>
          <p:cNvSpPr txBox="1"/>
          <p:nvPr/>
        </p:nvSpPr>
        <p:spPr>
          <a:xfrm>
            <a:off x="140918" y="1263041"/>
            <a:ext cx="85584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é como uma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enorme rede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conecta milhões de computadores do mundo todo! 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permite que pessoas de diferentes lugares se comuniquem, acessem informações, joguem, estudem e trabalhem.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através de um conjunto de regras chamadas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protocolos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(TCP/IP).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Liga redes públicas, privadas, acadêmicas e governamentais.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 diferentes tecnologias: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cabo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fibra óptica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Wi-Fi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sinais de satélite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99" name="Google Shape;99;p14"/>
          <p:cNvSpPr txBox="1"/>
          <p:nvPr/>
        </p:nvSpPr>
        <p:spPr>
          <a:xfrm>
            <a:off x="291230" y="4331918"/>
            <a:ext cx="84081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highlight>
                  <a:srgbClr val="808080"/>
                </a:highlight>
                <a:latin typeface="Arial"/>
                <a:ea typeface="Arial"/>
                <a:cs typeface="Arial"/>
                <a:sym typeface="Arial"/>
              </a:rPr>
              <a:t>Internet é uma união de redes (não apenas "uma coisa só") e que precisa seguir protocolos para que todos possam "falar a mesma língua".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QUE SERVE A INTERNET?</a:t>
            </a:r>
            <a:endParaRPr sz="1100"/>
          </a:p>
        </p:txBody>
      </p:sp>
      <p:sp>
        <p:nvSpPr>
          <p:cNvPr id="106" name="Google Shape;106;p15"/>
          <p:cNvSpPr txBox="1"/>
          <p:nvPr/>
        </p:nvSpPr>
        <p:spPr>
          <a:xfrm>
            <a:off x="203548" y="981206"/>
            <a:ext cx="8736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a Internet?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oferece muitos serviços que usamos no dia a dia, como: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Wide Web (WWW):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Páginas de sites, blogs, vídeos, pesquisas.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Troca de mensagens rápidas com pessoas de todo o mundo.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ponto a ponto (P2P):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Compartilhamento de arquivos diretamente entre computadores.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03548" y="2974932"/>
            <a:ext cx="8192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acessamos o YouTube para ver um vídeo ou enviamos uma mensagem no WhatsApp, estamos usando a Internet!</a:t>
            </a:r>
            <a:endParaRPr sz="1100"/>
          </a:p>
        </p:txBody>
      </p:sp>
      <p:pic>
        <p:nvPicPr>
          <p:cNvPr descr="Mulher com celular na mão&#10;&#10;O conteúdo gerado por IA pode estar incorreto.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546" y="3744373"/>
            <a:ext cx="2132338" cy="1599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ulher com computador portátil&#10;&#10;O conteúdo gerado por IA pode estar incorreto.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7170" y="3744373"/>
            <a:ext cx="2132338" cy="1599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ão segurando controle remoto&#10;&#10;O conteúdo gerado por IA pode estar incorreto.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796" y="3744373"/>
            <a:ext cx="2132338" cy="1599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Origem da Internet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41126" y="1002082"/>
            <a:ext cx="86616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tudo começou?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da Internet que conhecemos hoje, existia uma necessidade: criar uma comunicação segura entre computadores, mesmo em tempos de guerra!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foi no final da década de 1960, nos Estados Unidos.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projeto inicial se chamou ARPANET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(Advanced Research Projects Agency Network) — era uma rede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troca de informações entre universidades e centros militares.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mensagem enviada na ARPANET foi entre duas universidades — e o sistema caiu logo após duas letras! </a:t>
            </a:r>
            <a:endParaRPr sz="1100"/>
          </a:p>
        </p:txBody>
      </p:sp>
      <p:sp>
        <p:nvSpPr>
          <p:cNvPr id="117" name="Google Shape;117;p16"/>
          <p:cNvSpPr txBox="1"/>
          <p:nvPr/>
        </p:nvSpPr>
        <p:spPr>
          <a:xfrm>
            <a:off x="241126" y="2876182"/>
            <a:ext cx="85335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depois da ARPANET?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 países, como Reino Unido e França, também desenvolveram suas redes.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início da década de 1980, os cientistas criaram o protocolo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uma linguagem comum para os computadores se entenderem.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diferentes começaram a se conectar.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troca de mensagens e dados ficou mais fácil e rápida.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comunicação global começou a acontecer de verdade!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nasceu da necessidade de comunicação segura ➔ evoluiu com a união de redes ➔ virou o que conhecemos hoj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Evolução e a Complexidade da Internet</a:t>
            </a:r>
            <a:endParaRPr sz="1100"/>
          </a:p>
        </p:txBody>
      </p:sp>
      <p:sp>
        <p:nvSpPr>
          <p:cNvPr id="123" name="Google Shape;123;p17"/>
          <p:cNvSpPr txBox="1"/>
          <p:nvPr/>
        </p:nvSpPr>
        <p:spPr>
          <a:xfrm>
            <a:off x="325676" y="1085588"/>
            <a:ext cx="8492700" cy="4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a Internet é tão complexa?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é um dos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maiores sistemas tecnológicos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já criados, funcionando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 global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é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variada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diferentes tipos de conexões, velocidades e tecnologias se misturam o tempo todo.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sendo criada há décadas, a estrutura da Internet ainda consegue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suportar bilhões de conexões ao mesmo tempo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 único cabo ou rede, vários computadores podem se conectar juntos — criando redes dentro de redes, quase como uma árvore cheia de galhos.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Mudanças no futuro?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cientistas estudam novas formas de melhorar a Internet, porque as regras antigas (como o protocolo IPv4) foram pensadas para uma realidade muito menor do que temos hoje.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604375" y="5082125"/>
            <a:ext cx="821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highlight>
                  <a:srgbClr val="000000"/>
                </a:highlight>
              </a:rPr>
              <a:t>a Internet, apesar de parecer "invisível", é feita de cabos, servidores e redes muito reais</a:t>
            </a:r>
            <a:r>
              <a:rPr lang="pt-BR">
                <a:solidFill>
                  <a:schemeClr val="dk1"/>
                </a:solidFill>
                <a:highlight>
                  <a:srgbClr val="000000"/>
                </a:highlight>
              </a:rPr>
              <a:t>. </a:t>
            </a:r>
            <a:endParaRPr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 Internet Chega até Você?</a:t>
            </a:r>
            <a:endParaRPr sz="1100"/>
          </a:p>
        </p:txBody>
      </p:sp>
      <p:sp>
        <p:nvSpPr>
          <p:cNvPr id="130" name="Google Shape;130;p18"/>
          <p:cNvSpPr txBox="1"/>
          <p:nvPr/>
        </p:nvSpPr>
        <p:spPr>
          <a:xfrm>
            <a:off x="208245" y="1205577"/>
            <a:ext cx="87072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várias formas de ter internet em casa ou no trabalho. Cada tipo é escolhido de acordo com a necessidade.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Olha só alguns exemplos: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Cabo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Internet que chega pelos fios (igual TV a cabo).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Fibra Ótica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mais rápida! A internet viaja por fios especiais de vidro ou plástico.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 Rádio ou Satélite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Ideal para quem mora em áreas rurais ou distantes.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DSL (Linha telefônica)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Usa o fio do telefone para trazer internet, mas é mais antiga.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Dados Móveis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Internet que vem pelo chip do celular, tipo 4G e 5G.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SERVIÇO DE INTERNET</a:t>
            </a:r>
            <a:endParaRPr sz="1100"/>
          </a:p>
        </p:txBody>
      </p:sp>
      <p:sp>
        <p:nvSpPr>
          <p:cNvPr id="136" name="Google Shape;136;p19"/>
          <p:cNvSpPr txBox="1"/>
          <p:nvPr/>
        </p:nvSpPr>
        <p:spPr>
          <a:xfrm>
            <a:off x="206679" y="1022959"/>
            <a:ext cx="8727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serviços de internet?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todos os serviços que ajudam a instalar, conectar e manter a internet funcionando na nossa casa, na empresa ou em lugares públicos.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usa?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Casas (residências)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Empresas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Escolas, hospitais e órgãos do governo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pesquisa feita pelo IBGE mostrou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90% das casas no Brasil têm internet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 Isso é muita gente conectada: mais de 65,6 milhões de lares! </a:t>
            </a:r>
            <a:endParaRPr sz="1100"/>
          </a:p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995153"/>
            <a:ext cx="2169356" cy="1445580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og de Assis Ramalho: Uso da internet nas escolas públicas cresce, mas  conexão ainda é lenta" id="138" name="Google Shape;138;p19"/>
          <p:cNvSpPr/>
          <p:nvPr/>
        </p:nvSpPr>
        <p:spPr>
          <a:xfrm>
            <a:off x="116681" y="-120386"/>
            <a:ext cx="22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5595" y="3995153"/>
            <a:ext cx="2072457" cy="13917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o Vender Internet Para Empresas: Dicas Para Conquistar O Mercado" id="140" name="Google Shape;1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6947" y="3944766"/>
            <a:ext cx="2341648" cy="1546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são Provedores de Internet?</a:t>
            </a:r>
            <a:endParaRPr sz="1100"/>
          </a:p>
        </p:txBody>
      </p:sp>
      <p:sp>
        <p:nvSpPr>
          <p:cNvPr id="146" name="Google Shape;146;p20"/>
          <p:cNvSpPr txBox="1"/>
          <p:nvPr/>
        </p:nvSpPr>
        <p:spPr>
          <a:xfrm>
            <a:off x="206680" y="1022959"/>
            <a:ext cx="86982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usou a internet nos anos 90 e 2000 vai lembrar: pra se conectar, era preciso instalar um programa que vinha num CD-ROM!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programa era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provedor de acesso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ele fazia a ligação entre o seu computador e a internet via linha telefônica.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funcionava naquela época?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empresa de telefonia (ex: Telemar, Embratel) dava a estrutura física (linha telefônica).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provedor (ex: AOL, UOL, IG) dava o “acesso” à internet.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Era comum ouvir o som do “discador” conectando — aquele barulho clássico de modem! </a:t>
            </a:r>
            <a:endParaRPr sz="3700"/>
          </a:p>
        </p:txBody>
      </p:sp>
      <p:pic>
        <p:nvPicPr>
          <p:cNvPr descr="Nostalgia: 5 coisas que só quem usou a internet nos anos 2000 vai lembrar -  Positivo do seu jeito"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9312" y="3764321"/>
            <a:ext cx="3429000" cy="171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são Provedores de Internet?</a:t>
            </a:r>
            <a:endParaRPr sz="1100"/>
          </a:p>
        </p:txBody>
      </p:sp>
      <p:sp>
        <p:nvSpPr>
          <p:cNvPr id="153" name="Google Shape;153;p21"/>
          <p:cNvSpPr txBox="1"/>
          <p:nvPr/>
        </p:nvSpPr>
        <p:spPr>
          <a:xfrm>
            <a:off x="366386" y="1075151"/>
            <a:ext cx="77880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Mudanças com o tempo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chegada de tecnologias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Banda larga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Fibra óptica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Rádio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Satélite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conexão ficou muito mais rápida e prática.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2013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Anatel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(Agência Nacional de Telecomunicações) decidiu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seria mais obrigatório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contratar um provedor separado para acessar a internet banda larga.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mudou?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Agora, quem vende a conexão (ex: Claro, Vivo, Oi) também é o provedor.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planos ficaram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baratos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 houve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concorrência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mercado.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Hoje, quando falamos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provedores de internet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estamos nos referindo 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Empresas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oferecem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planos de conexão direto para o cliente.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é mais preciso nenhum intermediário separado.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SÃO SITES?</a:t>
            </a:r>
            <a:endParaRPr sz="1100"/>
          </a:p>
        </p:txBody>
      </p:sp>
      <p:sp>
        <p:nvSpPr>
          <p:cNvPr id="159" name="Google Shape;159;p22"/>
          <p:cNvSpPr/>
          <p:nvPr/>
        </p:nvSpPr>
        <p:spPr>
          <a:xfrm>
            <a:off x="117169" y="1187468"/>
            <a:ext cx="86658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se fosse a "casa" de alguém na internet, onde ficam guardadas informações para que outras pessoas possam visitar.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Nesses sites, é possível: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Conhecer pessoas ou empresas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Comprar produtos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Jogar e se divertir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Estudar assuntos novos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funciona?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site tem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 único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tipo o CEP de uma casa, que indica onde ele está na internet. Quando você digita esse endereço no navegador (como Google Chrome ou Edge), o navegador encontra o site e mostra para você.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4656" y="3875676"/>
            <a:ext cx="2867612" cy="1433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E-mail?</a:t>
            </a:r>
            <a:endParaRPr sz="1100"/>
          </a:p>
        </p:txBody>
      </p:sp>
      <p:sp>
        <p:nvSpPr>
          <p:cNvPr id="166" name="Google Shape;166;p23"/>
          <p:cNvSpPr/>
          <p:nvPr/>
        </p:nvSpPr>
        <p:spPr>
          <a:xfrm>
            <a:off x="239152" y="1557311"/>
            <a:ext cx="86340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o correio, mas eletrônico!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permite que enviemos mensagens, documentos e fotos para qualquer pessoa usando a internet.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em dia, muita gente ainda usa e-mail, principalmente em empresas, para conversar de maneira mais formal.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dois tipos principais: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POP3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Baixa as mensagens para o computador — dá para ler mesmo sem internet!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Webmail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Funciona direto no navegador (Google Chrome, Edge, etc.), sem precisar instalar nada.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 com o E-mail!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Nem tudo no e-mail é seguro!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Alguns e-mails trazem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vírus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espiões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(spywares).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Outros mandam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(mensagens chatas que a gente não pediu).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os alunos: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Nunca clique em links de e-mails estranhos ou de remetentes desconhecidos!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ENVIO DE EMAIL </a:t>
            </a:r>
            <a:endParaRPr sz="1100"/>
          </a:p>
        </p:txBody>
      </p:sp>
      <p:sp>
        <p:nvSpPr>
          <p:cNvPr id="172" name="Google Shape;172;p24"/>
          <p:cNvSpPr txBox="1"/>
          <p:nvPr/>
        </p:nvSpPr>
        <p:spPr>
          <a:xfrm>
            <a:off x="347026" y="1091272"/>
            <a:ext cx="2640900" cy="4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-24765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enviar um e-mail vá até a sua conta do Gmail e clique na opção escrever</a:t>
            </a:r>
            <a:endParaRPr sz="1100"/>
          </a:p>
          <a:p>
            <a:pPr indent="-24765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caixa que irá se abrir insira o nome do destinatário (pessoa para quem o e-mail vai ser enviado) e o assunto do e-mail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corpo explique sobre o e-mail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556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de baixo da caixa, ao lado da letra A, clique no ícone do clipe (anexo)</a:t>
            </a:r>
            <a:endParaRPr sz="1100"/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de onde você vai pegar o arquivo que vai ser anexado ao e-mail e clique em inserir</a:t>
            </a:r>
            <a:endParaRPr sz="1100"/>
          </a:p>
          <a:p>
            <a:pPr indent="0" lvl="0" marL="0" marR="0" rtl="0" algn="l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inserir o anexo, uma barra de carregamento irá aparecer, ao concluir o carregamento é só clicar em enviar</a:t>
            </a:r>
            <a:endParaRPr sz="1100"/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4177" l="0" r="3688" t="12258"/>
          <a:stretch/>
        </p:blipFill>
        <p:spPr>
          <a:xfrm>
            <a:off x="3475972" y="1237320"/>
            <a:ext cx="5148634" cy="4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4211720" y="1362670"/>
            <a:ext cx="319500" cy="4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400"/>
              <a:buFont typeface="Proxima Nova"/>
              <a:buNone/>
            </a:pPr>
            <a:r>
              <a:rPr lang="pt-BR" sz="1400">
                <a:solidFill>
                  <a:srgbClr val="1D2125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400">
              <a:solidFill>
                <a:srgbClr val="1D212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6635992" y="2420384"/>
            <a:ext cx="201000" cy="369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400"/>
              <a:buFont typeface="Proxima Nova"/>
              <a:buNone/>
            </a:pPr>
            <a:r>
              <a:rPr lang="pt-BR" sz="1400">
                <a:solidFill>
                  <a:srgbClr val="1D2125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400">
              <a:solidFill>
                <a:srgbClr val="1D212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7325096" y="2683793"/>
            <a:ext cx="229200" cy="352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</a:pPr>
            <a:r>
              <a:rPr lang="pt-BR"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1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6635992" y="4704353"/>
            <a:ext cx="237300" cy="417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</a:pPr>
            <a:r>
              <a:rPr lang="pt-BR"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Atenção com o E-mail!</a:t>
            </a:r>
            <a:endParaRPr sz="1100"/>
          </a:p>
        </p:txBody>
      </p:sp>
      <p:sp>
        <p:nvSpPr>
          <p:cNvPr id="183" name="Google Shape;183;p25"/>
          <p:cNvSpPr txBox="1"/>
          <p:nvPr/>
        </p:nvSpPr>
        <p:spPr>
          <a:xfrm>
            <a:off x="529389" y="1577473"/>
            <a:ext cx="8111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Nem tudo no e-mail é seguro!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Alguns e-mails trazem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vírus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programas espiões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(spywares).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Outros mandam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(mensagens chatas que a gente não pediu).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os alunos: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Nunca clique em links de e-mails estranhos ou de remetentes desconhecidos!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ncipais motivos para um e-mail ser marcado como SPAM - Blog - Innova Host" id="184" name="Google Shape;1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852" y="2808580"/>
            <a:ext cx="3902264" cy="2043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são Sites de Busca?</a:t>
            </a:r>
            <a:endParaRPr sz="1100"/>
          </a:p>
        </p:txBody>
      </p:sp>
      <p:sp>
        <p:nvSpPr>
          <p:cNvPr id="190" name="Google Shape;190;p26"/>
          <p:cNvSpPr txBox="1"/>
          <p:nvPr/>
        </p:nvSpPr>
        <p:spPr>
          <a:xfrm>
            <a:off x="300790" y="1150713"/>
            <a:ext cx="8509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pensou em quantas coisas novas surgem na internet todos os dias?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ajudar a encontrar tudo isso de forma rápida e fácil, foram criados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 de busca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 de busca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buscador) é como um grande mapa que ajuda você a encontrar qualquer coisa que quiser na internet: informações, imagens, vídeos, notícias, etc.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300790" y="2862465"/>
            <a:ext cx="36345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sites de busca mais conhecidos são: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Yahoo!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DuckDuckGo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 google logo - Ícones Social media e Logos"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406" y="2328345"/>
            <a:ext cx="1922831" cy="96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2291" y="3396585"/>
            <a:ext cx="2419668" cy="67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6984" y="4141305"/>
            <a:ext cx="1839094" cy="1411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funciona um Site de Busca?</a:t>
            </a:r>
            <a:endParaRPr sz="1100"/>
          </a:p>
        </p:txBody>
      </p:sp>
      <p:sp>
        <p:nvSpPr>
          <p:cNvPr id="200" name="Google Shape;200;p27"/>
          <p:cNvSpPr txBox="1"/>
          <p:nvPr/>
        </p:nvSpPr>
        <p:spPr>
          <a:xfrm>
            <a:off x="300790" y="1443789"/>
            <a:ext cx="8470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pesquisa algo, o buscador: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a palavra-chave que você digitou;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uma lista de sites que falam sobre aquele assunto.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digitar "melhor receita de bolo" no Google, ele vai procurar em milhões de sites e te mostrar os que têm receitas de bolo!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WordPad?</a:t>
            </a:r>
            <a:endParaRPr sz="1100"/>
          </a:p>
        </p:txBody>
      </p:sp>
      <p:sp>
        <p:nvSpPr>
          <p:cNvPr id="206" name="Google Shape;206;p28"/>
          <p:cNvSpPr txBox="1"/>
          <p:nvPr/>
        </p:nvSpPr>
        <p:spPr>
          <a:xfrm>
            <a:off x="300790" y="1136316"/>
            <a:ext cx="86508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WordPad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programa simples para criar e editar textos no Windows.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já vem instalado no seu computador, então você não precisa baixar nada!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WordPad é como um "irmãozinho mais simples" do Microsoft Word: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Dá para digitar textos,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letras (fontes),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Colorir e arrumar o texto,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imagens ou desenhos do Paint.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podemos fazer no WordPad?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WordPad é possível: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 histórias, bilhetes, ou trabalhos simples;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o tipo e o tamanho da fonte;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imagens ou desenhos feitos no Paint;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os documentos em dois formatos diferentes: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(Formato padrão do WordPad, mantém formatação como negrito e cores);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(Um texto mais simples, usado em sites ou quando não precisa de enfeite).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97" y="1863969"/>
            <a:ext cx="2197745" cy="2211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WordPad?</a:t>
            </a:r>
            <a:endParaRPr sz="1100"/>
          </a:p>
        </p:txBody>
      </p:sp>
      <p:sp>
        <p:nvSpPr>
          <p:cNvPr id="213" name="Google Shape;213;p29"/>
          <p:cNvSpPr txBox="1"/>
          <p:nvPr/>
        </p:nvSpPr>
        <p:spPr>
          <a:xfrm>
            <a:off x="315366" y="1050654"/>
            <a:ext cx="1638600" cy="4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Importante!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terminar seu trabalho no WordPad,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esqueça de salvar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Basta ir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escolher o formato: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um texto bonito e formatado,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RTF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um texto simples para internet,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2214910" y="1440449"/>
            <a:ext cx="6390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pt-BR" sz="3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INTERFACE GRÁFICA DO WORDPAD</a:t>
            </a:r>
            <a:endParaRPr sz="1100"/>
          </a:p>
        </p:txBody>
      </p:sp>
      <p:pic>
        <p:nvPicPr>
          <p:cNvPr id="215" name="Google Shape;215;p29"/>
          <p:cNvPicPr preferRelativeResize="0"/>
          <p:nvPr/>
        </p:nvPicPr>
        <p:blipFill rotWithShape="1">
          <a:blip r:embed="rId3">
            <a:alphaModFix/>
          </a:blip>
          <a:srcRect b="56781" l="0" r="0" t="0"/>
          <a:stretch/>
        </p:blipFill>
        <p:spPr>
          <a:xfrm>
            <a:off x="2214910" y="2458148"/>
            <a:ext cx="6734701" cy="258726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2214910" y="1868699"/>
            <a:ext cx="11022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ACESSO RÁPIDO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7" name="Google Shape;217;p29"/>
          <p:cNvCxnSpPr/>
          <p:nvPr/>
        </p:nvCxnSpPr>
        <p:spPr>
          <a:xfrm flipH="1" rot="10800000">
            <a:off x="2427966" y="2104766"/>
            <a:ext cx="179700" cy="29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29"/>
          <p:cNvSpPr txBox="1"/>
          <p:nvPr/>
        </p:nvSpPr>
        <p:spPr>
          <a:xfrm>
            <a:off x="3317185" y="1868699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NOME DO ARQUIVO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19" name="Google Shape;219;p29"/>
          <p:cNvCxnSpPr/>
          <p:nvPr/>
        </p:nvCxnSpPr>
        <p:spPr>
          <a:xfrm flipH="1" rot="10800000">
            <a:off x="3170916" y="2168266"/>
            <a:ext cx="179700" cy="29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29"/>
          <p:cNvSpPr txBox="1"/>
          <p:nvPr/>
        </p:nvSpPr>
        <p:spPr>
          <a:xfrm>
            <a:off x="2214910" y="3370387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GUIA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ARQUIVO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>
            <a:off x="2338154" y="2789168"/>
            <a:ext cx="49200" cy="621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29"/>
          <p:cNvSpPr txBox="1"/>
          <p:nvPr/>
        </p:nvSpPr>
        <p:spPr>
          <a:xfrm>
            <a:off x="2827247" y="3370387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GUIA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INÍCIO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3" name="Google Shape;223;p29"/>
          <p:cNvCxnSpPr/>
          <p:nvPr/>
        </p:nvCxnSpPr>
        <p:spPr>
          <a:xfrm>
            <a:off x="2741522" y="2707523"/>
            <a:ext cx="249900" cy="73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29"/>
          <p:cNvSpPr txBox="1"/>
          <p:nvPr/>
        </p:nvSpPr>
        <p:spPr>
          <a:xfrm>
            <a:off x="4092722" y="1974720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GUIA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EXIBIR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5" name="Google Shape;225;p29"/>
          <p:cNvCxnSpPr/>
          <p:nvPr/>
        </p:nvCxnSpPr>
        <p:spPr>
          <a:xfrm flipH="1" rot="10800000">
            <a:off x="3100716" y="2322373"/>
            <a:ext cx="968100" cy="386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29"/>
          <p:cNvSpPr txBox="1"/>
          <p:nvPr/>
        </p:nvSpPr>
        <p:spPr>
          <a:xfrm>
            <a:off x="7758479" y="4242574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ÁREA DE TRABALHO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7" name="Google Shape;227;p29"/>
          <p:cNvCxnSpPr/>
          <p:nvPr/>
        </p:nvCxnSpPr>
        <p:spPr>
          <a:xfrm flipH="1" rot="10800000">
            <a:off x="6692991" y="4590235"/>
            <a:ext cx="1074300" cy="159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29"/>
          <p:cNvSpPr txBox="1"/>
          <p:nvPr/>
        </p:nvSpPr>
        <p:spPr>
          <a:xfrm>
            <a:off x="6727754" y="2507928"/>
            <a:ext cx="1004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None/>
            </a:pPr>
            <a:r>
              <a:rPr lang="pt-BR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RÉGUAS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29" name="Google Shape;229;p29"/>
          <p:cNvCxnSpPr/>
          <p:nvPr/>
        </p:nvCxnSpPr>
        <p:spPr>
          <a:xfrm flipH="1" rot="10800000">
            <a:off x="6513441" y="2757708"/>
            <a:ext cx="356100" cy="46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WordPad?</a:t>
            </a:r>
            <a:endParaRPr sz="1100"/>
          </a:p>
        </p:txBody>
      </p:sp>
      <p:sp>
        <p:nvSpPr>
          <p:cNvPr id="235" name="Google Shape;235;p30"/>
          <p:cNvSpPr txBox="1"/>
          <p:nvPr/>
        </p:nvSpPr>
        <p:spPr>
          <a:xfrm>
            <a:off x="132347" y="1069474"/>
            <a:ext cx="75624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encontra tudo que é relacionado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seus arquivos!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o que você pode fazer aqui: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criar um documento em branco.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abrir um arquivo que você já salvou antes.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guardar o seu trabalho.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 como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guardar o seu trabalho mudando o nome ou escolhendo outro local.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Imprimir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mandar seu documento para a impressora.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Compartilhar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enviar o seu arquivo para outra pessoa.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WordPad?</a:t>
            </a:r>
            <a:endParaRPr sz="1100"/>
          </a:p>
        </p:txBody>
      </p:sp>
      <p:sp>
        <p:nvSpPr>
          <p:cNvPr id="241" name="Google Shape;241;p31"/>
          <p:cNvSpPr txBox="1"/>
          <p:nvPr/>
        </p:nvSpPr>
        <p:spPr>
          <a:xfrm>
            <a:off x="132347" y="1069474"/>
            <a:ext cx="75624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Início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Início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estão as ferramentas que usamos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escrever, editar e decorar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texto!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vai encontrar: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Transferência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estão as opções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(ajudam a mover textos ou imagens).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 e Parágrafo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onde você pode mudar: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tipo de letra (fonte),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tamanho,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Deixar em negrito, itálico ou sublinhado,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o texto (esquerda, centro, direita, justificado).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colocar: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e hora,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Desenhos feitos no Paint,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Objetos especiais.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Editando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localizar uma palavra, substituir uma palavra por outra ou selecionar tudo no texto.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WordPad?</a:t>
            </a:r>
            <a:endParaRPr sz="1100"/>
          </a:p>
        </p:txBody>
      </p:sp>
      <p:sp>
        <p:nvSpPr>
          <p:cNvPr id="247" name="Google Shape;247;p32"/>
          <p:cNvSpPr txBox="1"/>
          <p:nvPr/>
        </p:nvSpPr>
        <p:spPr>
          <a:xfrm>
            <a:off x="132347" y="1069474"/>
            <a:ext cx="86775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Exibir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Exibir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controla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 documento aparece na tela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tem: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diminuir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você está vendo (não muda o tamanho real do texto, só o que você enxerga).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 ou ocultar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linhas de medida para alinhar melhor o texto.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status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mostra informações como o número de páginas ou letras.</a:t>
            </a:r>
            <a:endParaRPr sz="1100"/>
          </a:p>
          <a:p>
            <a:pPr indent="-1397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Configurações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de medida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(centímetros, polegadas etc.).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Ativar ou desativar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quebra de linha automática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(faz o texto pular sozinho para a linha de baixo sem precisar apertar Enter).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</a:t>
            </a:r>
            <a:endParaRPr sz="1100"/>
          </a:p>
        </p:txBody>
      </p:sp>
      <p:sp>
        <p:nvSpPr>
          <p:cNvPr id="253" name="Google Shape;253;p33"/>
          <p:cNvSpPr txBox="1"/>
          <p:nvPr/>
        </p:nvSpPr>
        <p:spPr>
          <a:xfrm>
            <a:off x="517358" y="1056105"/>
            <a:ext cx="8301900" cy="4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Evolução da Internet e o Papel do Windows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Internet mudou o mundo. Desde sua criação, ela conecta pessoas de todos os lugares, permitindo que informações, vídeos, fotos e mensagens sejam enviadas em poucos segundos. Com o passar do tempo, surgiram novas formas de acessar a Internet, como a fibra óptica, o Wi-Fi e os dados móveis.</a:t>
            </a:r>
            <a:b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Windows, sistema operacional mais famoso do mundo, também evoluiu junto com a Internet. Hoje, ele facilita o uso de navegadores, sites, e-mails e redes sociais. Além disso, ferramentas como o WordPad, o Paint e a Área de Transferência tornam o dia a dia mais fácil para quem precisa estudar, trabalhar ou se divertir.</a:t>
            </a:r>
            <a:b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a Internet e o Windows é essencial para aproveitar melhor todas as oportunidades que a tecnologia oferece.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</a:t>
            </a:r>
            <a:endParaRPr sz="1100"/>
          </a:p>
        </p:txBody>
      </p:sp>
      <p:sp>
        <p:nvSpPr>
          <p:cNvPr id="259" name="Google Shape;259;p34"/>
          <p:cNvSpPr txBox="1"/>
          <p:nvPr/>
        </p:nvSpPr>
        <p:spPr>
          <a:xfrm>
            <a:off x="276726" y="1272160"/>
            <a:ext cx="8734800" cy="3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 a internet?</a:t>
            </a:r>
            <a:endParaRPr sz="18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site?</a:t>
            </a:r>
            <a:endParaRPr sz="18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um exemplo de site que você já visitou.</a:t>
            </a:r>
            <a:endParaRPr sz="18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e-mail?</a:t>
            </a:r>
            <a:endParaRPr sz="18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usamos para fazer uma pesquisa na internet?</a:t>
            </a:r>
            <a:endParaRPr sz="18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pt-BR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provedor de internet?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