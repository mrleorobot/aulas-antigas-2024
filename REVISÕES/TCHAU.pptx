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gE2axWMW0Hks3dpvwIOY3c2G5B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067050" y="2237014"/>
            <a:ext cx="60579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EI, VOCÊ!</a:t>
            </a:r>
            <a:endParaRPr sz="9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368879" y="2416629"/>
            <a:ext cx="94542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SORRIA, VOCÊ ESTÁ SENDO VIGIADO!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7414" y="1109761"/>
            <a:ext cx="357366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 GIFs | Tenor" id="100" name="Google Shape;10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1486" y="0"/>
            <a:ext cx="8759825" cy="7684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s gifs mais engraçados dos Minions | Capricho"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743" y="125187"/>
            <a:ext cx="9584284" cy="42889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2024742" y="4833257"/>
            <a:ext cx="8164285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A PROXIMA AULA.</a:t>
            </a:r>
            <a:endParaRPr sz="6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2025-06-10T19:15:28Z</dcterms:created>
  <dc:creator>Aluno</dc:creator>
</cp:coreProperties>
</file>