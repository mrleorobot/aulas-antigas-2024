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lay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AnGS4x38+gub42oxbjIrehSoK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5EB76D-1361-4238-8124-E53EE6BDA67F}">
  <a:tblStyle styleId="{6D5EB76D-1361-4238-8124-E53EE6BDA6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626267" y="892479"/>
            <a:ext cx="4767139" cy="476713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31440" y="2129425"/>
            <a:ext cx="5164559" cy="1453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b="1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97299" y="1697558"/>
            <a:ext cx="5632842" cy="619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6194" y="1312406"/>
            <a:ext cx="3927284" cy="39272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43982" y="3009937"/>
            <a:ext cx="534814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CORTAR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FACA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EXCLUIR SEGMENTO VIRTUAL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TRANFORMAR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AGRUPAR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DUPLICAR E CLONAR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ALINHAR E DISTRIBUIR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COMBINAR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SOLDAR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APARAR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INTERSEÇÃO DE OBJETOS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Cortar (Cut Tool)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35988" y="1112965"/>
            <a:ext cx="93034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dividir objetos em partes ou cortar pedaços que você não quer.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35988" y="1618231"/>
            <a:ext cx="989427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lá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lado esquerdo da tela.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Procura o ícone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uma lâmina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Clica com o botão direito ou segura apertado em cima desse ícone.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abrir um mini menu —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"Cortar"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(é a primeira da lista).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135988" y="3264372"/>
            <a:ext cx="1180748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Seleciona o objeto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cortar (pode ser um retângulo, círculo, forma ou desenho).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Escolhe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Cortar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explicado acima.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clique e arraste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onde você quer fazer o corte.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segure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cortar em linha reta se quiser mais precisão.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Solta o clique. O objeto vai se dividir em partes separadas.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você pode clicar nas partes 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mover, pintar ou deletar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quiser!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135988" y="5464510"/>
            <a:ext cx="1118850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um círculo vermelho.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arrasta uma linha reta no meio.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você tem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metades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pode colorir uma de azul e outra de verde!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3532" y="1297631"/>
            <a:ext cx="1530961" cy="16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7678" y="1222941"/>
            <a:ext cx="11343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apagar partes de objetos vetoriais ou desenhos. Não apaga tudo, só o que você passar em cima!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87678" y="1625656"/>
            <a:ext cx="1106189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(lado esquerdo da tela).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o mesmo ícone da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usamos antes.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com o botão direito ou segura apertado ali.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o mini menu —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 "Borracha"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borrachinha mesmo).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87677" y="3136367"/>
            <a:ext cx="1134324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 objeto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apagar (se não quiser apagar nada por engano, bloqueia os outros!).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é só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e arrastar sobre a parte que quer apagar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vai cortar e apagar o trecho por onde a borracha passou.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As partes restantes continuam como vetores, podendo ser movidas ou editadas.</a:t>
            </a:r>
            <a:endParaRPr/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8025" y="5152147"/>
            <a:ext cx="2992902" cy="138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48528" y="1187271"/>
            <a:ext cx="1175121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Personalização: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Lá em cima, na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 ajustar 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borracha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apagar com mais precisão.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Dá pra escolher entre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 ou livre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 quiser mais controle.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48528" y="2259285"/>
            <a:ext cx="1139952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retângulo azul.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Borracha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Apaga um cantinho do retângulo.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você tem uma nova forma.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43" y="3946853"/>
            <a:ext cx="10538663" cy="634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Faca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34455" y="1075960"/>
            <a:ext cx="115542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dividir objetos em partes, mas com mais liberdade do que a Cortar. Dá pra fazer cortes retos, curvos e até serrilhados!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234455" y="1803024"/>
            <a:ext cx="115542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(lado esquerdo da tela).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o ícone da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(é literalmente uma lâmina).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estiver usando a Borracha ou Cortar, clica e segura no ícone pra abrir o grupo.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"Faca"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(Knife).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34455" y="3361085"/>
            <a:ext cx="1155426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 objeto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quer cortar.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Faca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você pode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e arrastar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desenhando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linha de corte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reta, curva ou em zigue-zague.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Solta o botão do mouse — o objeto será dividido em partes!</a:t>
            </a:r>
            <a:endParaRPr/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2265" y="4973736"/>
            <a:ext cx="2992902" cy="138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Faca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92258" y="1214595"/>
            <a:ext cx="112447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úteis (Barra de propriedades, lá em cima):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Corte em linha reta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linha direta de um ponto a outro.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Corte à mão livre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✍️ você desenha o caminho.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Auto-fechar curvas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une os cortes automaticamente se eles se conectarem.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Manter linha de corte visível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quiser ver o caminho depois.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92258" y="2929487"/>
            <a:ext cx="1138545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uma estrela grande.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a Faca pra cortar no meio em curva.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pinta cada lado com uma cor diferente — virou arte moderna!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Excluir Segmento Virtual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62597" y="1211052"/>
            <a:ext cx="115683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apagar só o pedacinho de linha entre duas interseções. Ideal pra "limpar" partes de desenhos mais complexos sem apagar tudo.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11834" y="1857383"/>
            <a:ext cx="1156833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 2020: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(lado esquerdo).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o grupo de ferramentas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seta branca ou o segundo ícone de cima pra baixo).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 segura nesse grupo.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o menu: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 “Excluir Segmento Virtual”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um ponteiro com uma linha cortada por uma tesoura).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62597" y="3888708"/>
            <a:ext cx="1156833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dois ou mais objetos que se cruzem — tipo dois círculos sobrepostos.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Excluir Segmento Virtual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passa o mouse sobre a parte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as interseções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 parte “do meio” que você quer remover).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Clica!  Pronto, aquela parte do traço sumiu — o resto continua no lugar.</a:t>
            </a:r>
            <a:endParaRPr/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671" y="5198819"/>
            <a:ext cx="2992902" cy="138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Excluir Segmento Virtual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04800" y="1241364"/>
            <a:ext cx="112307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Técnica: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só funciona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há interseção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Se os objetos não se cruzarem, ele não faz nada.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deleta objetos inteiros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só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trechinho entre as linhas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04800" y="2441693"/>
            <a:ext cx="113995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dois círculos que se cruzam.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a ferramenta Excluir Segmento Virtual pra apagar o “meio” onde se sobrepõem.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 fica parecendo um símbolo personalizado — tipo o logo da Mastercard dividido!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Transformar (Transformações)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290731" y="1138535"/>
            <a:ext cx="116246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aplicar mudanças como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mover, girar, espelhar, redimensionar e inclinar objetos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precisão numérica.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290731" y="1946370"/>
            <a:ext cx="60960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 2020: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Janela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(lá no topo da tela).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Passa o mouse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Janelas de encaixe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depois 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 painel do lado direito com várias opções: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Posição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Rotação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 e Espelhamento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Inclinar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17339" y="4808692"/>
            <a:ext cx="1137138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 (Exemplo com Rotação):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 objeto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transformar.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painel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clica na aba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graus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quer girar (ex: 45°).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objeto gira na medida exata.</a:t>
            </a:r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6536" y="1884013"/>
            <a:ext cx="1364566" cy="580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Transformar (Transformações)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210673" y="1091977"/>
            <a:ext cx="36856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dá pra fazer com cada aba:</a:t>
            </a:r>
            <a:endParaRPr/>
          </a:p>
        </p:txBody>
      </p:sp>
      <p:graphicFrame>
        <p:nvGraphicFramePr>
          <p:cNvPr id="167" name="Google Shape;167;p10"/>
          <p:cNvGraphicFramePr/>
          <p:nvPr/>
        </p:nvGraphicFramePr>
        <p:xfrm>
          <a:off x="210673" y="1461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{6D5EB76D-1361-4238-8124-E53EE6BDA67F}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Aba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Posição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Move o objeto com valores exatos de X e Y.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Rotação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Gira o objeto (graus positivos ou negativos).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Escala e Espelhamento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Redimensiona e também espelha (inverte horizontal/vertical).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Inclinar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Inclina o objeto para um lado (tipo tortinho).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10"/>
          <p:cNvSpPr/>
          <p:nvPr/>
        </p:nvSpPr>
        <p:spPr>
          <a:xfrm>
            <a:off x="210673" y="3763836"/>
            <a:ext cx="1154991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retângulo.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Transformações &gt; Escala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 200% em Largura e 50% em Altura.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virou um retângulo alongado na horizontal — transformação total!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Agrupar Objetos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347003" y="1265144"/>
            <a:ext cx="1156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juntar dois ou mais objetos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mover, redimensionar ou aplicar efeitos como se fossem um só.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347003" y="1911475"/>
            <a:ext cx="115683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 2020: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os objetos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agrupar (com Shift ou arrastando o mouse ao redor deles).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Organizar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lá no topo.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ou usa o atalho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G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347003" y="3388803"/>
            <a:ext cx="1156833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 ou mais objetos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um círculo e um retângulo).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de Seleção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(primeira ferramenta).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todos (Shift + clique em cada um, ou arrasta uma “caixa” em volta).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G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Agrupar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eles viraram um “bloco”.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347003" y="5314690"/>
            <a:ext cx="1034444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Desagrupar: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quiser editar um objeto individual de novo: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 grupo.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Desagrupar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usa o atalho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U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973" y="2963695"/>
            <a:ext cx="2408945" cy="850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Agrupar Objetos</a:t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206326" y="1187271"/>
            <a:ext cx="1175121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um sol com um círculo e várias linhas como raios.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Agrupa tudo.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move o sol pra qualquer lugar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perder nenhuma parte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 ☀️✨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Duplicar e Clonar</a:t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176926" y="1134180"/>
            <a:ext cx="40831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criar cópias de um objeto.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176926" y="1457345"/>
            <a:ext cx="65838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cópia independente.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Clonar: cópia que acompanha as alterações do objeto original.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176926" y="2426841"/>
            <a:ext cx="1161053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 2020: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Duplicar: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Seleciona o objeto.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o Corel cria uma cópia no ato, ligeiramente deslocada.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Duplicar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Clonar: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Seleciona o objeto.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Clonar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cópia é criada e fica vinculada ao original: se você editar o original, o clone muda junto!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Duplicar e Clonar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283698" y="1120444"/>
            <a:ext cx="1162460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qualquer forma (ex: um coração).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e aperta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Apareceu outro coração. Agora você pode mexer nele separadamente.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retângulo.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e 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Clonar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 o retângulo original — o clone vai seguir automaticamente.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que o clone pare de seguir o original? 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Desvincular Clone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283698" y="4010741"/>
            <a:ext cx="113432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propriedades do clone: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você clica num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aparece uma mensagem no rodapé dizendo de qual objeto ele foi clonado.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te ajuda a lembrar que ele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um objeto comum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ele depende de outro.</a:t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283698" y="4805676"/>
            <a:ext cx="1162460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uma estrela.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Clona ela 4 vezes.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 a cor da original — todas as clones mudam junto!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Desvincular Clone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delas e pinta de outra cor — virou independente!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Alinhar e Distribuir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332936" y="1208873"/>
            <a:ext cx="115683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alinhar e distribuir objetos com precisão, na horizontal, vertical ou em relação à página, bordas ou outros objetos.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332936" y="2087046"/>
            <a:ext cx="1145579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ou mais objetos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Organizar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depois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e Distribuir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janela com as opções completas.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usa o atalho rápido: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(seleciona tudo) e depois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Shift + 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(abre o painel de alinhamento).</a:t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332936" y="3611550"/>
            <a:ext cx="31726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visuais (descritos):</a:t>
            </a:r>
            <a:endParaRPr/>
          </a:p>
        </p:txBody>
      </p:sp>
      <p:graphicFrame>
        <p:nvGraphicFramePr>
          <p:cNvPr id="209" name="Google Shape;209;p15"/>
          <p:cNvGraphicFramePr/>
          <p:nvPr/>
        </p:nvGraphicFramePr>
        <p:xfrm>
          <a:off x="332936" y="4257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{6D5EB76D-1361-4238-8124-E53EE6BDA67F}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Alinhar ao centro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Todos os objetos ficam alinhados pelo meio da página.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Distribuir horizontalmente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Espaça os objetos igualmente, da esquerda pra direita.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Alinhar à borda inferior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 todos embaixo, retinho.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0" name="Google Shape;2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2583" y="2039870"/>
            <a:ext cx="664112" cy="69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Alinhar e Distribuir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290733" y="1081872"/>
            <a:ext cx="1138545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Objetos: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2 ou mais formas.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Alinhar e Distribuir &gt; Alinhar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Esquerda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(alinhar tudo à esquerda)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(alinha todos pelo meio)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Direita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Acima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Abaixo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Objetos: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3 ou mais objetos.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 startAt="2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Horizontalmente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(mesmo espaço entre eles na horizontal)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 startAt="2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Verticalmente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escolher basear na página ou entre os próprios objetos.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290733" y="4726143"/>
            <a:ext cx="1065393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5 círculos em posições aleatórias.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todos.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&gt; Distribuir Horizontalmente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eles ficam com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 igual entre si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um menu.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Combinar Objetos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201636" y="1072433"/>
            <a:ext cx="117887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unir objetos vetoriais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formar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único caminho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pra cortar buracos, aplicar contornos internos e facilitar a edição como forma única.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201636" y="1783979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 2020: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 ou mais objetos vetoriais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Combinar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usa o atalho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201636" y="3049523"/>
            <a:ext cx="1168556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duas formas (ex: um círculo dentro de um quadrado).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as duas com a seta de seleção.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vai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Combinar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círculo “fura” o quadrado, virando um buraco.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Ambos agora são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só objeto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201636" y="5146063"/>
            <a:ext cx="93456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quadrado.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dele, faz um círculo menor.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os dois.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círculo vira um buraco dentro do quadrado!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Soldar Objetos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206326" y="1171025"/>
            <a:ext cx="114979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unir dois ou mais objetos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uma nova forma única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eliminando as linhas que se cruzam.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forma de “juntar” objetos vetoriais de maneira permanente.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206326" y="1951171"/>
            <a:ext cx="1149799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os objetos que deseja soldar.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até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 (em cima)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clica no ícone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Soldar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dois quadradinhos com um raio).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usa o menu: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Moldar &gt; Soldar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206326" y="3705497"/>
            <a:ext cx="1149799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dois objetos que se sobreponham (ex: dois círculos encostando).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os dois.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superior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Soldar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Viraram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só contorno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contínuo, como uma gota única.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206326" y="5182825"/>
            <a:ext cx="2710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 da Soldagem:</a:t>
            </a:r>
            <a:endParaRPr/>
          </a:p>
        </p:txBody>
      </p:sp>
      <p:graphicFrame>
        <p:nvGraphicFramePr>
          <p:cNvPr id="236" name="Google Shape;236;p18"/>
          <p:cNvGraphicFramePr/>
          <p:nvPr/>
        </p:nvGraphicFramePr>
        <p:xfrm>
          <a:off x="206326" y="5598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{6D5EB76D-1361-4238-8124-E53EE6BDA67F}</a:tableStyleId>
              </a:tblPr>
              <a:tblGrid>
                <a:gridCol w="5257800"/>
                <a:gridCol w="5257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Situação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Objetos </a:t>
                      </a: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não se encostam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 ferramenta </a:t>
                      </a: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não faz nada</a:t>
                      </a: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Objetos </a:t>
                      </a: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se sobrepõem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 interseção desaparece, e vira </a:t>
                      </a: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um objeto só</a:t>
                      </a: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92" y="1599609"/>
            <a:ext cx="926416" cy="82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Soldar Objetos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234460" y="1175381"/>
            <a:ext cx="1111816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 um coração usando dois círculos e um triângulo encostando embaixo.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tudo.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Soldar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é um coração inteiriço, sem divisões!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Aparar Objetos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145089" y="1128070"/>
            <a:ext cx="595090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remover a parte sobreposta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objeto usando outro como “faca”.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 de soldar ou combinar, aqui o objetivo é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subtrair uma parte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145089" y="2227714"/>
            <a:ext cx="1111140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CorelDRAW: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dois objetos que se sobrepõem.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o objeto que vai cortar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 “faca”).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clica no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a ser cortado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até 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cima) e clica em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quadrado cortando outro).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pelo menu: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Moldar &gt; Aparar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45089" y="4361053"/>
            <a:ext cx="6103307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posiciona ele sobre o canto do retângulo.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círculo primeiro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(vai ser a “faca”).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segura Shift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clica no retângulo.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na barra e clica em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 o formato do círculo é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recortado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retângulo!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94789" y="4361053"/>
            <a:ext cx="55002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 uma letra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ferramenta Texto.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 uma estrela sobre o meio da letra.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estrela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depois a letra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(com Shift)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letra A agora tem um recorte no formato da estrela</a:t>
            </a:r>
            <a:endParaRPr/>
          </a:p>
        </p:txBody>
      </p:sp>
      <p:pic>
        <p:nvPicPr>
          <p:cNvPr id="253" name="Google Shape;2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1128070"/>
            <a:ext cx="1273126" cy="1432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0" y="0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 Interseção de Objetos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397698" y="1242587"/>
            <a:ext cx="114644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novo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baseado apenas na área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dois objetos se sobrepõem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397698" y="1715011"/>
            <a:ext cx="11464447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no CorelDRAW 2020: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dois objetos que se cruzem.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dois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 (em cima)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clica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duas formas e área comum marcada).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vai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Moldar &gt; Interseção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397698" y="3572429"/>
            <a:ext cx="11464447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Passo a Passo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se sobreponham.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dois objetos ao mesmo tempo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 surge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novo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formato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que estava em comum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eles.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397698" y="4937983"/>
            <a:ext cx="1111371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 um círculo azul.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 uma estrela amarela sobrepondo parte do círculo.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os dois.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Você tem agora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só a parte onde a estrela tocava o círculo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em uma nova forma separada.</a:t>
            </a:r>
            <a:endParaRPr/>
          </a:p>
        </p:txBody>
      </p:sp>
      <p:pic>
        <p:nvPicPr>
          <p:cNvPr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9958" y="1187101"/>
            <a:ext cx="1189627" cy="985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0" y="0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197284" y="1252974"/>
            <a:ext cx="1176507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selo, brasão, medalha ou emblema personalizado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usando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geométricas, texto artístico e todas as ferramentas aprendidas hoje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além de algumas das aulas anteriores.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197283" y="2184962"/>
            <a:ext cx="10719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 visuais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mostre selos de faculdades, escudos de time, brasões ou até medalhas olímpicas.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Diga que a ideia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copiar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conceito próprio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pode ser uma medalha de "Aluno do Mês", um selo para "Clube de Design", ou até algo fictício como "Império das Cores".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Incentive os alunos 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explorarem combinações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testarem as ferramentas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Dê liberdade total no tema, mas cobre o uso das ferramentas!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197283" y="3855613"/>
            <a:ext cx="1168469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briefing para os alunos: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selo de premiação para um campeonato fictício de criatividade digital.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deve ter formas sobrepostas, texto, símbolos e aplicar as ferramentas que aprendemos hoje.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evento: “Desafio Vetor 2025”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Frase opcional: “Criatividade é a nossa marca”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