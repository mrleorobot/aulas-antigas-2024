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YW3ftL3dsKr8PiK1OdcWVho9o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626267" y="892479"/>
            <a:ext cx="4767139" cy="4767139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31441" y="3043825"/>
            <a:ext cx="5164559" cy="1453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</a:pPr>
            <a:r>
              <a:rPr b="1" i="0" lang="pt-BR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6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97299" y="2499416"/>
            <a:ext cx="5632842" cy="619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6194" y="1312406"/>
            <a:ext cx="3927284" cy="3927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NOTA 10,0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409473" y="1324290"/>
            <a:ext cx="1103543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Projeto de Identidade Visual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"Vinho do Porto S.A.“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Situação/Problema: Uma empresa tradicional de bebidas deseja contratar seus serviços como Designer Gráfico. Você será responsável por criar toda a identidade visual necessária para fortalecer a presença da marca.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09472" y="2769385"/>
            <a:ext cx="1118230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da Empresa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Nome: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Vinho do Porto S.A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Slogan: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Desde 1826 produzindo o melhor do vinho no Brasil.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Produtos: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Champagnes, espumantes finos, vinhos diversos, outras bebidas.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Endereço: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Av. Rio Branco, 1276 – Garibaldi – RS – Brasil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Fone: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(051) 3958-2321Diretor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Geral: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Ernesto Silva Mezenga – Cel: (051) 8987-1265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Gerente Geral: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Rômulo Gonçalves Dias – Cel: (051) 8826-3288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1"/>
            <a:ext cx="12192000" cy="97703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NOTA 10,0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01636" y="1076918"/>
            <a:ext cx="734802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Panfleto Promocional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 conter:Nome e slogan da empresa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Produtos oferecidos (use imagens reais ou vetores)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 de contato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layout simples e moderno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01636" y="2905293"/>
            <a:ext cx="117887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Catálogo de Produtos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produtos por categorias (vinhos tintos, brancos, espumantes, etc.)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uma paleta de cores elegante (tons vinho, dourado, branco, etc.)</a:t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01636" y="3999347"/>
            <a:ext cx="1120257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Cartões de Visita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modelo para o Diretor e outro para o Gerente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Inclua: nome, cargo, telefone, endereço e logotipo da empresa</a:t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01636" y="5093402"/>
            <a:ext cx="1031865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Requisitos Visuais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Utilize fontes legíveis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paleta de cores harmoniosa (nada muito chamativo)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Prefira um estilo visual sofisticado e moderno (inspire-se em marcas reais)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usar imagens ou vetores com licença gratuita (como no Freepik, Unsplash, etc.)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2025-04-23T19:38:42Z</dcterms:created>
  <dc:creator>leo Souza</dc:creator>
</cp:coreProperties>
</file>