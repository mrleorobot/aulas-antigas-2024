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3" r:id="rId4"/>
    <p:sldId id="275" r:id="rId5"/>
    <p:sldId id="274" r:id="rId6"/>
    <p:sldId id="276" r:id="rId7"/>
    <p:sldId id="277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864D"/>
    <a:srgbClr val="4EFF75"/>
    <a:srgbClr val="B3FFCB"/>
    <a:srgbClr val="A0F6B3"/>
    <a:srgbClr val="99D9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6CC4B12-D2A6-5B57-F116-171478B154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45AC5D52-6D4C-9780-EAA9-7085D3E97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6D3C8240-390F-ED64-D7D5-53B5E57B3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7528-E11D-4899-B25B-DFD8FAD26553}" type="datetimeFigureOut">
              <a:rPr lang="pt-BR" smtClean="0"/>
              <a:t>18/04/2025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212BF8D6-BFCF-6DAB-20BB-45F93F3DA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4594C978-E518-C012-105D-4F73C4BE8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6347-FB0F-4671-9FE5-386C7CF508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2557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FF3BD5EC-839F-B3F2-E8B4-47A0B7472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C4879CE2-870A-1D20-896A-B09183922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DEC3E8CA-9408-5FB3-231C-4687E8039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7528-E11D-4899-B25B-DFD8FAD26553}" type="datetimeFigureOut">
              <a:rPr lang="pt-BR" smtClean="0"/>
              <a:t>18/04/2025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A9BAA798-7AF8-F66E-23DC-B6166F6A4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FF3B9719-AFFC-4B45-6861-6962DC4B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6347-FB0F-4671-9FE5-386C7CF508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3661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5A0DB4F-D13C-91DF-DC1F-2ED493CA1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4C1EE893-F1BE-0942-AAB2-4FD82B702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92701599-03E4-B258-1E1F-50447168E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7528-E11D-4899-B25B-DFD8FAD26553}" type="datetimeFigureOut">
              <a:rPr lang="pt-BR" smtClean="0"/>
              <a:t>18/04/2025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AB5BB6F8-1680-BC0B-7105-8495F306F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D18659E6-0E3D-16C3-E4C9-043790E9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6347-FB0F-4671-9FE5-386C7CF508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2757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4A4AD9D9-00B6-CD31-0BDC-00F1BFBB1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7E9F7CDC-9422-2886-A8EC-DF14EB311B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BFA07405-D3C5-70C6-ED6E-A28149179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1817B0C5-1082-5718-29D6-EDA72A1FB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7528-E11D-4899-B25B-DFD8FAD26553}" type="datetimeFigureOut">
              <a:rPr lang="pt-BR" smtClean="0"/>
              <a:t>18/04/2025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9EC0CE34-946A-7368-FFC7-0309B348C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3FC8CCD3-5267-4914-4BBB-0CF2C2D2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6347-FB0F-4671-9FE5-386C7CF508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2447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9A3F110-84FF-FB63-81E9-FE9B15174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2A05448A-1B02-79FE-ED0F-6B50216A6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EFC4BF33-8791-58C5-19CC-402C9073C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="" xmlns:a16="http://schemas.microsoft.com/office/drawing/2014/main" id="{E57CE178-6A4B-CAE9-702F-B8A3FBEF1C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="" xmlns:a16="http://schemas.microsoft.com/office/drawing/2014/main" id="{1982E5AF-BBD7-9798-F6E3-231C5E8BB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="" xmlns:a16="http://schemas.microsoft.com/office/drawing/2014/main" id="{D24C4195-5950-FAD7-7EFC-3DE6BABFB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7528-E11D-4899-B25B-DFD8FAD26553}" type="datetimeFigureOut">
              <a:rPr lang="pt-BR" smtClean="0"/>
              <a:t>18/04/2025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="" xmlns:a16="http://schemas.microsoft.com/office/drawing/2014/main" id="{CF11EE2B-BF87-227A-599C-D1A7DB8DB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="" xmlns:a16="http://schemas.microsoft.com/office/drawing/2014/main" id="{FF0035EA-2C07-BD49-5D68-5966F24A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6347-FB0F-4671-9FE5-386C7CF508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8257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5041D6F-77D4-DB14-5A24-ABA87265B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="" xmlns:a16="http://schemas.microsoft.com/office/drawing/2014/main" id="{04BA5FE6-7F7F-3064-1A97-82F4B6C70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7528-E11D-4899-B25B-DFD8FAD26553}" type="datetimeFigureOut">
              <a:rPr lang="pt-BR" smtClean="0"/>
              <a:t>18/04/2025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4BDB1F45-F48C-732D-4C97-24EFE38C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82B2F0-672D-BE75-79BF-9CACA851A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6347-FB0F-4671-9FE5-386C7CF508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074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BC7CA3B8-D784-283A-18F0-57B27E165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7528-E11D-4899-B25B-DFD8FAD26553}" type="datetimeFigureOut">
              <a:rPr lang="pt-BR" smtClean="0"/>
              <a:t>18/04/2025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E0FCA91C-C085-9191-BC8C-19DEAD7F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FBFF98A0-AB0C-EB86-B19C-AF8E62EC3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6347-FB0F-4671-9FE5-386C7CF508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011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5175418-D0F2-7E70-2DD1-603D86479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D2336EF9-77B6-ABBF-3095-7EF4571F0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F014CD3C-4E4B-05D3-63E9-5987ADD8E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7254DCCA-75E7-78FB-A979-BFD009F29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7528-E11D-4899-B25B-DFD8FAD26553}" type="datetimeFigureOut">
              <a:rPr lang="pt-BR" smtClean="0"/>
              <a:t>18/04/2025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58073015-4DD4-318D-94D4-43EB476C3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707EB444-89B4-961A-021D-7F6EE1B93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6347-FB0F-4671-9FE5-386C7CF508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8098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DCAAF9A6-2F16-A5F3-3B29-119C997F9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="" xmlns:a16="http://schemas.microsoft.com/office/drawing/2014/main" id="{4E8ACD02-8F3D-8F2C-F539-3985557054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7EFDD2E6-76B3-A2A0-32E5-ED02381B4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AA5DFC88-F9E6-C5CD-1B42-0345063C8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7528-E11D-4899-B25B-DFD8FAD26553}" type="datetimeFigureOut">
              <a:rPr lang="pt-BR" smtClean="0"/>
              <a:t>18/04/2025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D3CACD6C-F06F-5918-E9F3-0230BCCDA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D7A91CDC-2D24-D032-36C3-A4B15654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6347-FB0F-4671-9FE5-386C7CF508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715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C92AC56-901B-FBA6-7813-104CCD59F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BE2DC83F-A1A6-0294-F359-9195250AF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E04C365E-1145-9BF7-0BBC-011958202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7528-E11D-4899-B25B-DFD8FAD26553}" type="datetimeFigureOut">
              <a:rPr lang="pt-BR" smtClean="0"/>
              <a:t>18/04/2025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28145F11-CD4B-2D2B-9E7E-115995D00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311C772C-80B7-7A5C-9AD3-D830B4D86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6347-FB0F-4671-9FE5-386C7CF508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287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833A37DE-A679-DCAD-6292-6532B7903F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BD7AAC58-3144-6D6C-B7A5-C51B25A5BF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0B0C35C9-E8D5-7DDF-2FE4-611B0CBC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7528-E11D-4899-B25B-DFD8FAD26553}" type="datetimeFigureOut">
              <a:rPr lang="pt-BR" smtClean="0"/>
              <a:t>18/04/2025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F72665E3-2494-0019-31F3-23E9AA7C2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40AAB14A-76D4-6FBE-6B01-D56002CC0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6347-FB0F-4671-9FE5-386C7CF508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089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="" xmlns:a16="http://schemas.microsoft.com/office/drawing/2014/main" id="{762BAB1F-2E4C-BAE2-E15D-04B66E8E2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6F5EF489-4891-7347-5252-115B6B9E3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AD3DF71D-CDFF-7567-AC6A-B4B4B2ABCE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DA7528-E11D-4899-B25B-DFD8FAD26553}" type="datetimeFigureOut">
              <a:rPr lang="pt-BR" smtClean="0"/>
              <a:t>18/04/2025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A8713B93-DB79-3670-1BF6-938B60C70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DFC698A3-B402-F353-71F7-309EFD9F0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E36347-FB0F-4671-9FE5-386C7CF508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1879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8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ipse 8">
            <a:extLst>
              <a:ext uri="{FF2B5EF4-FFF2-40B4-BE49-F238E27FC236}">
                <a16:creationId xmlns="" xmlns:a16="http://schemas.microsoft.com/office/drawing/2014/main" id="{8DB78A99-FA7F-7DD3-AD7E-4F343F431C02}"/>
              </a:ext>
            </a:extLst>
          </p:cNvPr>
          <p:cNvSpPr/>
          <p:nvPr/>
        </p:nvSpPr>
        <p:spPr>
          <a:xfrm>
            <a:off x="6626267" y="892479"/>
            <a:ext cx="4767139" cy="476713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7A64936E-F9FD-D129-E54A-DECB50D61252}"/>
              </a:ext>
            </a:extLst>
          </p:cNvPr>
          <p:cNvSpPr txBox="1">
            <a:spLocks/>
          </p:cNvSpPr>
          <p:nvPr/>
        </p:nvSpPr>
        <p:spPr>
          <a:xfrm>
            <a:off x="1616067" y="2129425"/>
            <a:ext cx="3795305" cy="8247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CorelDraw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="" xmlns:a16="http://schemas.microsoft.com/office/drawing/2014/main" id="{B91B2585-E587-F785-B6CC-17D9FBB86A66}"/>
              </a:ext>
            </a:extLst>
          </p:cNvPr>
          <p:cNvSpPr txBox="1">
            <a:spLocks/>
          </p:cNvSpPr>
          <p:nvPr/>
        </p:nvSpPr>
        <p:spPr>
          <a:xfrm>
            <a:off x="697299" y="1697558"/>
            <a:ext cx="5632842" cy="61956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Professor: Leonilson Souza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="" xmlns:a16="http://schemas.microsoft.com/office/drawing/2014/main" id="{78A288FC-B689-C0DD-56AE-5E2033C85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194" y="1312406"/>
            <a:ext cx="3927284" cy="392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0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9CB059C-E37A-975D-7AA8-3FD4D4E4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="" xmlns:a16="http://schemas.microsoft.com/office/drawing/2014/main" id="{BF2A295D-25FA-4340-B56E-94A8682E194B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>
            <a:solidFill>
              <a:srgbClr val="2286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ATIVIDADE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351182" y="1125789"/>
            <a:ext cx="114896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PANFLETOS E FOLHETOS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Objetivo: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Criar panfletos simples com chamadas de promoção.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Passo a passo: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Novo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documento → Tamanho A5 ou 15x21 cm.</a:t>
            </a: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Fundo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com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Preenchimento Gradiente ou Textura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Imagens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chamativas →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Importar (Ctrl + I)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fontes grandes e impactantes → Ex: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Impact, Bebas Neue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Organize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elementos com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Alinhar e Distribuir (Ctrl + Shift + A)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82" y="3582871"/>
            <a:ext cx="2179983" cy="3191496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186" y="3582871"/>
            <a:ext cx="2148718" cy="3039070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908" y="3582871"/>
            <a:ext cx="2148242" cy="3039070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9565" y="3434113"/>
            <a:ext cx="3061252" cy="306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061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7209E48-8A9B-7C17-7392-F6E7C62C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="" xmlns:a16="http://schemas.microsoft.com/office/drawing/2014/main" id="{6E78AF07-7DC6-1CC8-C0A5-F616391FF44E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>
            <a:solidFill>
              <a:srgbClr val="2286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ATIVIDADE</a:t>
            </a:r>
          </a:p>
        </p:txBody>
      </p:sp>
      <p:sp>
        <p:nvSpPr>
          <p:cNvPr id="3" name="AutoShape 4" descr="10+ Modelos de Revista de Moda Personalizáveis - Flipsnac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155574" y="1113575"/>
            <a:ext cx="1174487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CALENDÁRIOS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Objetivo: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Criar um calendário personalizado.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Passo a passo: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Novo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documento A4 retrato.</a:t>
            </a: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tabela ou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crie os dias manualmente.</a:t>
            </a: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Adicione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imagem de fundo com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Transparência (G)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Insira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datas especiais (feriados, aniversários etc).</a:t>
            </a: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Dica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Baixe base de calendários em vetores para agilizar.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566" y="1113575"/>
            <a:ext cx="4220818" cy="551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659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7209E48-8A9B-7C17-7392-F6E7C62C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="" xmlns:a16="http://schemas.microsoft.com/office/drawing/2014/main" id="{6E78AF07-7DC6-1CC8-C0A5-F616391FF44E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>
            <a:solidFill>
              <a:srgbClr val="2286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ATIVIDADE</a:t>
            </a:r>
          </a:p>
        </p:txBody>
      </p:sp>
      <p:sp>
        <p:nvSpPr>
          <p:cNvPr id="3" name="AutoShape 4" descr="10+ Modelos de Revista de Moda Personalizáveis - Flipsnac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155574" y="1187110"/>
            <a:ext cx="1175812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OUTDOOR e OUTBUS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Objetivo: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Criar material publicitário de grande formato.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Passo a passo: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Tamanho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padrão Outdoor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9,60 m x 3,00 m → Trabalhe em escala (ex: 960x300 mm).</a:t>
            </a:r>
          </a:p>
          <a:p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Tamanho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Outbus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varia de acordo com o modelo do ônibus. Sugerir: 120x90 cm em escala.</a:t>
            </a: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imagens em alta resolução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Pouco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texto, contraste forte e logo visível.</a:t>
            </a: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Teste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leitura de longe: títulos grandes e legíveis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754" y="2822712"/>
            <a:ext cx="5602949" cy="373529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632" y="3836097"/>
            <a:ext cx="42862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763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7209E48-8A9B-7C17-7392-F6E7C62C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="" xmlns:a16="http://schemas.microsoft.com/office/drawing/2014/main" id="{6E78AF07-7DC6-1CC8-C0A5-F616391FF44E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>
            <a:solidFill>
              <a:srgbClr val="2286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ATIVIDADE</a:t>
            </a:r>
          </a:p>
        </p:txBody>
      </p:sp>
      <p:sp>
        <p:nvSpPr>
          <p:cNvPr id="3" name="AutoShape 4" descr="10+ Modelos de Revista de Moda Personalizáveis - Flipsnac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155575" y="1121495"/>
            <a:ext cx="1182439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CARTAZ EM VÁRIOS FORMATOS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Objetivo: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Criar 2 cartazes diferentes: A3 e 30x42 cm.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Passo a passo: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Crie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dois documentos separados com as dimensões solicitadas.</a:t>
            </a: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hierarquia visual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título maior, subtítulo médio, corpo pequeno.</a:t>
            </a: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Recorte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 monte imagens para chamar atenção.</a:t>
            </a: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Adicione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efeitos de sombra (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Ferramenta Sombra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) para destacar texto.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6229" y="2491408"/>
            <a:ext cx="2909292" cy="41148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409" y="3297284"/>
            <a:ext cx="2176669" cy="307817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4660" y="3297283"/>
            <a:ext cx="2176173" cy="3078173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 rotWithShape="1">
          <a:blip r:embed="rId5"/>
          <a:srcRect l="13534" t="3236" r="16431" b="2932"/>
          <a:stretch/>
        </p:blipFill>
        <p:spPr>
          <a:xfrm>
            <a:off x="460375" y="3344245"/>
            <a:ext cx="2229609" cy="298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819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7209E48-8A9B-7C17-7392-F6E7C62C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="" xmlns:a16="http://schemas.microsoft.com/office/drawing/2014/main" id="{6E78AF07-7DC6-1CC8-C0A5-F616391FF44E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>
            <a:solidFill>
              <a:srgbClr val="2286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TÉCNICAS AVANÇADAS PARA REALCES</a:t>
            </a:r>
          </a:p>
        </p:txBody>
      </p:sp>
      <p:sp>
        <p:nvSpPr>
          <p:cNvPr id="3" name="AutoShape 4" descr="10+ Modelos de Revista de Moda Personalizáveis - Flipsnac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1011271" y="1121495"/>
            <a:ext cx="1075665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Técnicas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para destacar elementos no layout: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a) Sombra Interativa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 Ferramenta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Sombra (Shift + F9)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 Use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para destacar botões, textos ou imagens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b) Brilho com Lente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 Ferramenta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Efeito Lente (Alt + F3)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→ escolha "Brilho" ou "Fish Eye".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 Cria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destaque com luz simulada.</a:t>
            </a:r>
          </a:p>
          <a:p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) Transparência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 Atalho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 Aplique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para suavizar imagens ao fundo e focar no conteúdo principal.</a:t>
            </a:r>
          </a:p>
          <a:p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) Contorno Dinâmico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 Ferramenta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Contorno (Ctrl + F9)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→ Ideal para dar corpo ao texto.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 Combine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com cores vibrantes para criar contraste.</a:t>
            </a:r>
          </a:p>
          <a:p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) Combinação de efeitos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 Misture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transparência, lente e sombra para resultados mais criativos e únicos.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 Ex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Texto com contorno + sombra + fundo transparente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612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8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ipse 8">
            <a:extLst>
              <a:ext uri="{FF2B5EF4-FFF2-40B4-BE49-F238E27FC236}">
                <a16:creationId xmlns="" xmlns:a16="http://schemas.microsoft.com/office/drawing/2014/main" id="{8DB78A99-FA7F-7DD3-AD7E-4F343F431C02}"/>
              </a:ext>
            </a:extLst>
          </p:cNvPr>
          <p:cNvSpPr/>
          <p:nvPr/>
        </p:nvSpPr>
        <p:spPr>
          <a:xfrm>
            <a:off x="6626267" y="892479"/>
            <a:ext cx="4767139" cy="476713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7A64936E-F9FD-D129-E54A-DECB50D61252}"/>
              </a:ext>
            </a:extLst>
          </p:cNvPr>
          <p:cNvSpPr txBox="1">
            <a:spLocks/>
          </p:cNvSpPr>
          <p:nvPr/>
        </p:nvSpPr>
        <p:spPr>
          <a:xfrm>
            <a:off x="1616067" y="2129425"/>
            <a:ext cx="3795305" cy="8247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CorelDraw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="" xmlns:a16="http://schemas.microsoft.com/office/drawing/2014/main" id="{B91B2585-E587-F785-B6CC-17D9FBB86A66}"/>
              </a:ext>
            </a:extLst>
          </p:cNvPr>
          <p:cNvSpPr txBox="1">
            <a:spLocks/>
          </p:cNvSpPr>
          <p:nvPr/>
        </p:nvSpPr>
        <p:spPr>
          <a:xfrm>
            <a:off x="697299" y="1697558"/>
            <a:ext cx="5632842" cy="61956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Professor: Leonilson Souza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="" xmlns:a16="http://schemas.microsoft.com/office/drawing/2014/main" id="{78A288FC-B689-C0DD-56AE-5E2033C85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194" y="1312406"/>
            <a:ext cx="3927284" cy="3927284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980661" y="3101009"/>
            <a:ext cx="49960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ATIVIDADE TEÓRICA - IMPRESSA</a:t>
            </a:r>
            <a:endParaRPr lang="pt-BR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0410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</TotalTime>
  <Words>214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leo Souza</dc:creator>
  <cp:lastModifiedBy>Aluno</cp:lastModifiedBy>
  <cp:revision>44</cp:revision>
  <dcterms:created xsi:type="dcterms:W3CDTF">2025-04-23T19:38:42Z</dcterms:created>
  <dcterms:modified xsi:type="dcterms:W3CDTF">2025-04-18T04:43:47Z</dcterms:modified>
</cp:coreProperties>
</file>