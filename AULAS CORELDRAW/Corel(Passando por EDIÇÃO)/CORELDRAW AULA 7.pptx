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715000" cx="9144000"/>
  <p:notesSz cx="6858000" cy="9144000"/>
  <p:embeddedFontLst>
    <p:embeddedFont>
      <p:font typeface="Play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jRwxHk6Aa5HKY97mTe+7J73+Yj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regular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Play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2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3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4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5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623888" y="1424782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623888" y="3824553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900"/>
              <a:buNone/>
              <a:defRPr sz="19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629841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629841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629841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29150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29150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indent="-3683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492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5107950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1107375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lay"/>
              <a:buNone/>
              <a:defRPr b="0" i="0" sz="3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864D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4969700" y="743733"/>
            <a:ext cx="3575400" cy="39726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698581" y="2536521"/>
            <a:ext cx="3873300" cy="12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Font typeface="Arial"/>
              <a:buNone/>
            </a:pPr>
            <a:r>
              <a:rPr b="1" i="0" lang="pt-BR" sz="5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CorelDRAW</a:t>
            </a:r>
            <a:endParaRPr b="1" i="0" sz="5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522974" y="2082847"/>
            <a:ext cx="42246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sz="1100"/>
          </a:p>
        </p:txBody>
      </p:sp>
      <p:pic>
        <p:nvPicPr>
          <p:cNvPr descr="Ícone&#10;&#10;O conteúdo gerado por IA pode estar incorreto." id="87" name="Google Shape;8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84646" y="1093672"/>
            <a:ext cx="2945463" cy="2945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0" y="1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Caneta</a:t>
            </a:r>
            <a:endParaRPr sz="1100"/>
          </a:p>
        </p:txBody>
      </p:sp>
      <p:sp>
        <p:nvSpPr>
          <p:cNvPr id="93" name="Google Shape;93;p2"/>
          <p:cNvSpPr txBox="1"/>
          <p:nvPr/>
        </p:nvSpPr>
        <p:spPr>
          <a:xfrm>
            <a:off x="512393" y="1143853"/>
            <a:ext cx="8119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a Ferramenta Caneta?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Usada para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linhas e curvas com precisão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Ideal para desenhar: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Formas exatas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Vetores bem definidos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Muito útil em projetos de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logotipos, ilustrações vetoriais e contornos personalizados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512392" y="2935451"/>
            <a:ext cx="81192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encontrar a Caneta?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até 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ferramentas lateral esquerda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Procure o grupo com a ferramenta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Bézier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 segure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ver mais opções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Selecione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Caneta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Atalho: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Não tem atalho direto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Pressione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F5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ativar 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Bézier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depois escolha 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Caneta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/>
          <p:nvPr/>
        </p:nvSpPr>
        <p:spPr>
          <a:xfrm>
            <a:off x="0" y="1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Caneta</a:t>
            </a:r>
            <a:endParaRPr sz="1100"/>
          </a:p>
        </p:txBody>
      </p:sp>
      <p:sp>
        <p:nvSpPr>
          <p:cNvPr id="100" name="Google Shape;100;p3"/>
          <p:cNvSpPr txBox="1"/>
          <p:nvPr/>
        </p:nvSpPr>
        <p:spPr>
          <a:xfrm>
            <a:off x="418447" y="1049907"/>
            <a:ext cx="83070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 a Ferramenta Caneta?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criar um ponto (também chamado de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nó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em outro lugar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criar uma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linha reta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 arraste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fazer uma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curva suave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terminar o desenho: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Dê dois cliques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no primeiro nó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fechar o contorno</a:t>
            </a:r>
            <a:endParaRPr sz="1100"/>
          </a:p>
        </p:txBody>
      </p:sp>
      <p:sp>
        <p:nvSpPr>
          <p:cNvPr id="101" name="Google Shape;101;p3"/>
          <p:cNvSpPr txBox="1"/>
          <p:nvPr/>
        </p:nvSpPr>
        <p:spPr>
          <a:xfrm>
            <a:off x="418447" y="3277953"/>
            <a:ext cx="83070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 visual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Enquanto desenha: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Observe 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linha-guia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aparece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botão direito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cancelar o último ponto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Pressione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alinhar segmentos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/>
          <p:nvPr/>
        </p:nvSpPr>
        <p:spPr>
          <a:xfrm>
            <a:off x="0" y="1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Bézier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 txBox="1"/>
          <p:nvPr/>
        </p:nvSpPr>
        <p:spPr>
          <a:xfrm>
            <a:off x="596944" y="1102021"/>
            <a:ext cx="7950000" cy="24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a Ferramenta Bézier?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irmã da Caneta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muito parecida, mas mais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direta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Permite desenhar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linhas retas ponto a ponto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Cada clique cria um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nó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conecta ao anterior com uma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linha reta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Muito usada para: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Vetorizar logotipos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Fazer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contornos com precisão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formas geométricas ou traçados técnicos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Diferencial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a Bézier, você foca em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linhas retas rápidas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 se quiser curvas, você edita depois com outra ferramenta.</a:t>
            </a:r>
            <a:endParaRPr sz="1100"/>
          </a:p>
        </p:txBody>
      </p:sp>
      <p:sp>
        <p:nvSpPr>
          <p:cNvPr id="108" name="Google Shape;108;p4"/>
          <p:cNvSpPr txBox="1"/>
          <p:nvPr/>
        </p:nvSpPr>
        <p:spPr>
          <a:xfrm>
            <a:off x="596944" y="4005950"/>
            <a:ext cx="78204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encontrar a Bézier?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ferramentas lateral esquerda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Agrupada com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Caneta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no ícone da Bézier (um lápis com uma linha reta)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Atalho direto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F5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ativa a ferramenta Bézier imediatamente!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/>
          <p:nvPr/>
        </p:nvSpPr>
        <p:spPr>
          <a:xfrm>
            <a:off x="0" y="1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Bézier</a:t>
            </a:r>
            <a:endParaRPr b="1"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364038" y="1116619"/>
            <a:ext cx="85326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 a Ferramenta Bézier?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uma vez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cria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nó inicial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de novo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 outro lugar → cria outro nó e liga os dois com uma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linha reta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Continue clicando para criar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trajeto linha a linha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Aperte Enter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quando quiser finalizar o traçado</a:t>
            </a:r>
            <a:endParaRPr sz="1100"/>
          </a:p>
        </p:txBody>
      </p:sp>
      <p:sp>
        <p:nvSpPr>
          <p:cNvPr id="115" name="Google Shape;115;p5"/>
          <p:cNvSpPr txBox="1"/>
          <p:nvPr/>
        </p:nvSpPr>
        <p:spPr>
          <a:xfrm>
            <a:off x="364037" y="2953770"/>
            <a:ext cx="85326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 Quer curvas? Faz assim: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Depois de desenhar com a Bézier: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Ative 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Forma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(atalho: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F10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 arraste os segmentos retos para transformá-los em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curvas suaves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Ajuste os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nós e alças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precisão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/>
          <p:nvPr/>
        </p:nvSpPr>
        <p:spPr>
          <a:xfrm>
            <a:off x="0" y="1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Mão Livre</a:t>
            </a:r>
            <a:endParaRPr sz="1100"/>
          </a:p>
        </p:txBody>
      </p:sp>
      <p:sp>
        <p:nvSpPr>
          <p:cNvPr id="121" name="Google Shape;121;p6"/>
          <p:cNvSpPr txBox="1"/>
          <p:nvPr/>
        </p:nvSpPr>
        <p:spPr>
          <a:xfrm>
            <a:off x="568760" y="1081144"/>
            <a:ext cx="8006400" cy="22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a Ferramenta Mão Livre?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como usar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lápis digital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CorelDRAW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Permite desenhar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linhas à mão livre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 total liberdade de movimento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Ideal para: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Rascunhos rápidos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Desenhos artísticos ou mais soltos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Fazer linhas de expressão, formas irregulares ou croquis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Diferencial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Enquanto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Caneta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Bézier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criam pontos e segmentos precisos,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Mão Livre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dá liberdade para traçar com mais fluidez e estilo pessoal.</a:t>
            </a:r>
            <a:endParaRPr sz="1100"/>
          </a:p>
        </p:txBody>
      </p:sp>
      <p:sp>
        <p:nvSpPr>
          <p:cNvPr id="122" name="Google Shape;122;p6"/>
          <p:cNvSpPr txBox="1"/>
          <p:nvPr/>
        </p:nvSpPr>
        <p:spPr>
          <a:xfrm>
            <a:off x="568759" y="3589321"/>
            <a:ext cx="8006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encontrar a Mão Livre?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Localize o grupo das ferramentas 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linha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(onde ficam Bézier e Caneta)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segure o botão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ferramenta (ou use o atalho F5)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Selecione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Mão Livre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menu suspenso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Atalho indireto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Pressione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F5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abrir o grupo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Depois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 segure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escolher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Mão Livre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/>
          <p:nvPr/>
        </p:nvSpPr>
        <p:spPr>
          <a:xfrm>
            <a:off x="0" y="1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Mão Livre</a:t>
            </a:r>
            <a:endParaRPr sz="1100"/>
          </a:p>
        </p:txBody>
      </p:sp>
      <p:sp>
        <p:nvSpPr>
          <p:cNvPr id="128" name="Google Shape;128;p7"/>
          <p:cNvSpPr txBox="1"/>
          <p:nvPr/>
        </p:nvSpPr>
        <p:spPr>
          <a:xfrm>
            <a:off x="486166" y="1232036"/>
            <a:ext cx="81849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 a Ferramenta Mão Livre?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 segure o botão esquerdo do mouse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Arraste o cursor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desenhando livremente como se fosse um lápis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Solte o botão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finalizar o traço</a:t>
            </a:r>
            <a:endParaRPr sz="1100"/>
          </a:p>
        </p:txBody>
      </p:sp>
      <p:sp>
        <p:nvSpPr>
          <p:cNvPr id="129" name="Google Shape;129;p7"/>
          <p:cNvSpPr txBox="1"/>
          <p:nvPr/>
        </p:nvSpPr>
        <p:spPr>
          <a:xfrm>
            <a:off x="486166" y="3021026"/>
            <a:ext cx="80721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 extra: Edite o traçado depois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Forma (F10)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Ajustar os pontos (nós)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Suavizar a linha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Converter partes do traço em curvas mais suaves e controladas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/>
          <p:nvPr/>
        </p:nvSpPr>
        <p:spPr>
          <a:xfrm>
            <a:off x="0" y="1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Mídia Artística</a:t>
            </a:r>
            <a:endParaRPr sz="1100"/>
          </a:p>
        </p:txBody>
      </p:sp>
      <p:sp>
        <p:nvSpPr>
          <p:cNvPr id="135" name="Google Shape;135;p8"/>
          <p:cNvSpPr txBox="1"/>
          <p:nvPr/>
        </p:nvSpPr>
        <p:spPr>
          <a:xfrm>
            <a:off x="373432" y="914724"/>
            <a:ext cx="8401200" cy="24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a Ferramenta Mídia Artística?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Uma ferramenta que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imita traços manuais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como: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Pinceladas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Canetas marcadoras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Lápis ou giz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Ideal para criar: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Efeitos de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desenho artístico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Estilos visuais mais expressivos e naturais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Ilustrações estilizadas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 cartazes ou esboços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Diferencial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essa ferramenta, seus traços ganham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vida e personalidade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 se tivessem sido feitos à mão!</a:t>
            </a:r>
            <a:endParaRPr sz="1100"/>
          </a:p>
        </p:txBody>
      </p:sp>
      <p:sp>
        <p:nvSpPr>
          <p:cNvPr id="136" name="Google Shape;136;p8"/>
          <p:cNvSpPr/>
          <p:nvPr/>
        </p:nvSpPr>
        <p:spPr>
          <a:xfrm>
            <a:off x="373432" y="3743646"/>
            <a:ext cx="8267100" cy="17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encontrar a Mídia Artística?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lateral esquerda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CorelDRAW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Ícone com formato de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pincel curvado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Atalho: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Não possui atalho direto padrão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Acesse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manualmente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pelo ícone ou através do menu superior: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Efeitos → Mídia Artística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/>
          <p:nvPr/>
        </p:nvSpPr>
        <p:spPr>
          <a:xfrm>
            <a:off x="0" y="1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Mídia Artística</a:t>
            </a:r>
            <a:endParaRPr sz="1100"/>
          </a:p>
        </p:txBody>
      </p:sp>
      <p:sp>
        <p:nvSpPr>
          <p:cNvPr id="142" name="Google Shape;142;p9"/>
          <p:cNvSpPr txBox="1"/>
          <p:nvPr/>
        </p:nvSpPr>
        <p:spPr>
          <a:xfrm>
            <a:off x="338593" y="1039984"/>
            <a:ext cx="8466900" cy="24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 a Ferramenta Mídia Artística?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no ícone de Mídia Artística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barra superior, escolha o tipo desejado: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Caneta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Pincel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Pressão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Spray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Caligráfico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 arraste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o mouse para desenhar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Também dá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aplicar o efeito em linhas já desenhadas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só selecionar a linha e depois escolher o tipo de mídia</a:t>
            </a:r>
            <a:endParaRPr sz="1100"/>
          </a:p>
        </p:txBody>
      </p:sp>
      <p:sp>
        <p:nvSpPr>
          <p:cNvPr id="143" name="Google Shape;143;p9"/>
          <p:cNvSpPr txBox="1"/>
          <p:nvPr/>
        </p:nvSpPr>
        <p:spPr>
          <a:xfrm>
            <a:off x="338593" y="3881877"/>
            <a:ext cx="84669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Propriedades principais da Mídia Artística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Tipo do traço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define o estilo visual (pincel, spray, etc.)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Espessura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altera a grossura do traço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pode escolher qualquer cor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Pode ser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ajustado e editado depois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Forma (F10)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"/>
          <p:cNvSpPr/>
          <p:nvPr/>
        </p:nvSpPr>
        <p:spPr>
          <a:xfrm>
            <a:off x="0" y="1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Curva com 3 Pontos</a:t>
            </a:r>
            <a:endParaRPr sz="1100"/>
          </a:p>
        </p:txBody>
      </p:sp>
      <p:sp>
        <p:nvSpPr>
          <p:cNvPr id="149" name="Google Shape;149;p10"/>
          <p:cNvSpPr txBox="1"/>
          <p:nvPr/>
        </p:nvSpPr>
        <p:spPr>
          <a:xfrm>
            <a:off x="376172" y="814192"/>
            <a:ext cx="8391600" cy="28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a Ferramenta Curva com 3 Pontos?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Ferramenta especial para criar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arcos suaves com precisão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Funciona desenhando uma curva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três etapas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Início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Curvatura (meio)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Ideal para: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Fazer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arcos perfeitos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linhas curvas controladas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Traçados que exigem mais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fluidez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que a Bézier ou Caneta oferecem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Diferencial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escolhe exatamente onde começa e termina a linha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como ela se curva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 controle total do formato do arco!</a:t>
            </a:r>
            <a:endParaRPr sz="1100"/>
          </a:p>
        </p:txBody>
      </p:sp>
      <p:sp>
        <p:nvSpPr>
          <p:cNvPr id="150" name="Google Shape;150;p10"/>
          <p:cNvSpPr txBox="1"/>
          <p:nvPr/>
        </p:nvSpPr>
        <p:spPr>
          <a:xfrm>
            <a:off x="376171" y="3954379"/>
            <a:ext cx="80433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encontrar a Curva com 3 Pontos?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Está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dentro do grupo da Ferramenta Mão Livre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segure o botão da Mão Livre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revelar outras opções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Selecione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Curva com 3 Pontos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Atalho: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Sem atalho direto padrão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Acesse manualmente via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grupo da Mão Livre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/>
          <p:nvPr/>
        </p:nvSpPr>
        <p:spPr>
          <a:xfrm>
            <a:off x="0" y="1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Curva com 3 Pontos</a:t>
            </a:r>
            <a:endParaRPr sz="1100"/>
          </a:p>
        </p:txBody>
      </p:sp>
      <p:sp>
        <p:nvSpPr>
          <p:cNvPr id="156" name="Google Shape;156;p11"/>
          <p:cNvSpPr txBox="1"/>
          <p:nvPr/>
        </p:nvSpPr>
        <p:spPr>
          <a:xfrm>
            <a:off x="307670" y="897413"/>
            <a:ext cx="84012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 a Ferramenta Curva com 3 Pontos?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ponto onde quer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iniciar a curva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novamente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onde deseja que a curva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termine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Arraste o mouse para cima ou para baixo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definir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arco da curva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Solte o botão do mouse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finalizar o traçado</a:t>
            </a:r>
            <a:endParaRPr sz="1100"/>
          </a:p>
        </p:txBody>
      </p:sp>
      <p:sp>
        <p:nvSpPr>
          <p:cNvPr id="157" name="Google Shape;157;p11"/>
          <p:cNvSpPr txBox="1"/>
          <p:nvPr/>
        </p:nvSpPr>
        <p:spPr>
          <a:xfrm>
            <a:off x="307670" y="2740096"/>
            <a:ext cx="84012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 prática: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direção e distância que você arrasta o mouse definem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formato da curva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Combine com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Forma (F10)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fazer ajustes finos depois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/>
          <p:nvPr/>
        </p:nvSpPr>
        <p:spPr>
          <a:xfrm>
            <a:off x="0" y="1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Ferramenta Conexão </a:t>
            </a:r>
            <a:endParaRPr b="1"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2"/>
          <p:cNvSpPr/>
          <p:nvPr/>
        </p:nvSpPr>
        <p:spPr>
          <a:xfrm>
            <a:off x="323557" y="937200"/>
            <a:ext cx="8549700" cy="28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a Ferramenta Conexão?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Ferramenta usada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ligar objetos com linhas inteligentes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Muito útil na criação de: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Organogramas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Fluxogramas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Diagramas de processos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grande diferencial: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linhas se conectam automaticamente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entre os objetos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você mover um objeto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 linha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acompanha e se ajusta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sozinha!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Diferencial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Economiza tempo e garante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organização visual automática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Você foca na estrutura e o Corel mantém tudo alinhado.</a:t>
            </a:r>
            <a:endParaRPr sz="1100"/>
          </a:p>
        </p:txBody>
      </p:sp>
      <p:sp>
        <p:nvSpPr>
          <p:cNvPr id="164" name="Google Shape;164;p12"/>
          <p:cNvSpPr/>
          <p:nvPr/>
        </p:nvSpPr>
        <p:spPr>
          <a:xfrm>
            <a:off x="323557" y="3840328"/>
            <a:ext cx="8549700" cy="16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encontrar a Ferramenta Conexão?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Dentro do grupo da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Mão Livre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segure o botão da Mão Livre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Selecione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Conexão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Atalho direto: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Não possui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Acesse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manualmente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pelo grupo da Mão Livre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"/>
          <p:cNvSpPr/>
          <p:nvPr/>
        </p:nvSpPr>
        <p:spPr>
          <a:xfrm>
            <a:off x="0" y="1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Ferramenta Conexão </a:t>
            </a:r>
            <a:endParaRPr b="1"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3"/>
          <p:cNvSpPr/>
          <p:nvPr/>
        </p:nvSpPr>
        <p:spPr>
          <a:xfrm>
            <a:off x="281353" y="938035"/>
            <a:ext cx="84759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 a Ferramenta Conexão?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Selecione a ferramenta Conexão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em um objeto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origem (ex: um retângulo)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Arraste até o outro objeto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(ex: uma elipse ou outro retângulo)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linha será criada automaticamente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entre eles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você mover qualquer objeto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linha se adapta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sozinha</a:t>
            </a:r>
            <a:endParaRPr sz="1100"/>
          </a:p>
        </p:txBody>
      </p:sp>
      <p:sp>
        <p:nvSpPr>
          <p:cNvPr id="171" name="Google Shape;171;p13"/>
          <p:cNvSpPr/>
          <p:nvPr/>
        </p:nvSpPr>
        <p:spPr>
          <a:xfrm>
            <a:off x="281352" y="2939053"/>
            <a:ext cx="8475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 de uso: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Ideal para trabalhar com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formas simples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(retângulos, círculos, etc.)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Pode combinar com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de Texto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rotular os elementos do fluxograma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cores diferentes nas linhas para indicar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tipos de ligação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níveis hierárquicos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/>
          <p:cNvSpPr/>
          <p:nvPr/>
        </p:nvSpPr>
        <p:spPr>
          <a:xfrm>
            <a:off x="0" y="1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endParaRPr b="1"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4"/>
          <p:cNvSpPr/>
          <p:nvPr/>
        </p:nvSpPr>
        <p:spPr>
          <a:xfrm>
            <a:off x="365759" y="1938126"/>
            <a:ext cx="8106600" cy="25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Aplicando tudo: Desenhando um Rosto Estilizado</a:t>
            </a:r>
            <a:endParaRPr sz="1100"/>
          </a:p>
          <a:p>
            <a:pPr indent="-1206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Use:</a:t>
            </a:r>
            <a:endParaRPr sz="1100"/>
          </a:p>
          <a:p>
            <a:pPr indent="-23495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1" i="0" lang="pt-BR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Mão Livre</a:t>
            </a:r>
            <a:r>
              <a:rPr b="0" i="0" lang="pt-BR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contorno base</a:t>
            </a:r>
            <a:endParaRPr sz="1100"/>
          </a:p>
          <a:p>
            <a:pPr indent="-23495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1" i="0" lang="pt-BR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Caneta ou Bézier</a:t>
            </a:r>
            <a:r>
              <a:rPr b="0" i="0" lang="pt-BR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refinar os traços</a:t>
            </a:r>
            <a:endParaRPr sz="1100"/>
          </a:p>
          <a:p>
            <a:pPr indent="-23495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1" i="0" lang="pt-BR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Curva com 3 Pontos</a:t>
            </a:r>
            <a:r>
              <a:rPr b="0" i="0" lang="pt-BR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detalhes suaves (como cabelo)</a:t>
            </a:r>
            <a:endParaRPr sz="1100"/>
          </a:p>
          <a:p>
            <a:pPr indent="-23495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1" i="0" lang="pt-BR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Mídia Artística</a:t>
            </a:r>
            <a:r>
              <a:rPr b="0" i="0" lang="pt-BR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dar estilo</a:t>
            </a:r>
            <a:endParaRPr sz="1100"/>
          </a:p>
          <a:p>
            <a:pPr indent="-23495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1" i="0" lang="pt-BR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Conexão</a:t>
            </a:r>
            <a:r>
              <a:rPr b="0" i="0" lang="pt-BR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quiser montar uma "estrutura do rosto" como se fosse um fluxograma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"/>
          <p:cNvSpPr/>
          <p:nvPr/>
        </p:nvSpPr>
        <p:spPr>
          <a:xfrm>
            <a:off x="0" y="1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FINAL</a:t>
            </a:r>
            <a:endParaRPr b="1"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5"/>
          <p:cNvSpPr/>
          <p:nvPr/>
        </p:nvSpPr>
        <p:spPr>
          <a:xfrm>
            <a:off x="297180" y="2177052"/>
            <a:ext cx="8549700" cy="19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Desafio:</a:t>
            </a: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Crie uma ilustração simples no estilo cartoon usando:</a:t>
            </a:r>
            <a:endParaRPr sz="1100"/>
          </a:p>
          <a:p>
            <a:pPr indent="-1206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 objetos com </a:t>
            </a:r>
            <a:r>
              <a:rPr b="1"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Curva com 3 Pontos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 traço com </a:t>
            </a:r>
            <a:r>
              <a:rPr b="1"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Mídia Artística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 elemento feito com </a:t>
            </a:r>
            <a:r>
              <a:rPr b="1"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Mão Livre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Pelo menos </a:t>
            </a:r>
            <a:r>
              <a:rPr b="1"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linha com Bézier ou Caneta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</a:t>
            </a: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Pode ser um animal, uma planta, um robô… Use a criatividade!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2025-04-23T19:38:42Z</dcterms:created>
  <dc:creator>leo Souza</dc:creator>
</cp:coreProperties>
</file>