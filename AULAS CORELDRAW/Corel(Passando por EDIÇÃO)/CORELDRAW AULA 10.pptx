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715000" cx="9144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tZHHmZGoIWGh0JRtliFHftZpf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D6F514-FAF4-4B97-940E-897C00263964}">
  <a:tblStyle styleId="{89D6F514-FAF4-4B97-940E-897C002639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bold.fntdata"/><Relationship Id="rId10" Type="http://schemas.openxmlformats.org/officeDocument/2006/relationships/slide" Target="slides/slide5.xml"/><Relationship Id="rId21" Type="http://schemas.openxmlformats.org/officeDocument/2006/relationships/font" Target="fonts/Play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12.pn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69700" y="743733"/>
            <a:ext cx="3575400" cy="3972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212050" y="1774521"/>
            <a:ext cx="28464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pt-BR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sz="1100"/>
          </a:p>
        </p:txBody>
      </p:sp>
      <p:sp>
        <p:nvSpPr>
          <p:cNvPr id="86" name="Google Shape;86;p1"/>
          <p:cNvSpPr txBox="1"/>
          <p:nvPr/>
        </p:nvSpPr>
        <p:spPr>
          <a:xfrm>
            <a:off x="522974" y="1414632"/>
            <a:ext cx="42246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646" y="1093672"/>
            <a:ext cx="2945463" cy="294546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1267555" y="2461846"/>
            <a:ext cx="2735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LENTE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COMBINAÇÃO DE EFEITOS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DE ATIVAÇÃO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COMBINAÇÃO DE EFEITOS</a:t>
            </a:r>
            <a:endParaRPr sz="1100"/>
          </a:p>
        </p:txBody>
      </p:sp>
      <p:sp>
        <p:nvSpPr>
          <p:cNvPr id="94" name="Google Shape;94;p2"/>
          <p:cNvSpPr/>
          <p:nvPr/>
        </p:nvSpPr>
        <p:spPr>
          <a:xfrm>
            <a:off x="133643" y="1017303"/>
            <a:ext cx="8718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Aprenda a aplicar </a:t>
            </a:r>
            <a:r>
              <a:rPr b="0" i="1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efeitos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 objeto, de forma organizada e controlada.</a:t>
            </a:r>
            <a:endParaRPr sz="1100"/>
          </a:p>
        </p:txBody>
      </p:sp>
      <p:sp>
        <p:nvSpPr>
          <p:cNvPr id="95" name="Google Shape;95;p2"/>
          <p:cNvSpPr/>
          <p:nvPr/>
        </p:nvSpPr>
        <p:spPr>
          <a:xfrm>
            <a:off x="133643" y="1528191"/>
            <a:ext cx="8718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Combinar efeitos no CorelDRAW significa aplicar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de um efeito visual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mesmo tempo (por exemplo: sombra + transparência).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segredo é saber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ordem de aplicação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cada efeito individualmente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 bagunçar o trabalho.</a:t>
            </a:r>
            <a:endParaRPr sz="1100"/>
          </a:p>
        </p:txBody>
      </p:sp>
      <p:sp>
        <p:nvSpPr>
          <p:cNvPr id="96" name="Google Shape;96;p2"/>
          <p:cNvSpPr/>
          <p:nvPr/>
        </p:nvSpPr>
        <p:spPr>
          <a:xfrm>
            <a:off x="133642" y="2962408"/>
            <a:ext cx="8813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fica?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usará ferramentas da barra lateral (à esquerda) e da barra de propriedades (acima), além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de Objetos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controlar camadas e efeitos aplicados.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COMBINAÇÃO DE EFEITOS</a:t>
            </a:r>
            <a:endParaRPr sz="1100"/>
          </a:p>
        </p:txBody>
      </p:sp>
      <p:sp>
        <p:nvSpPr>
          <p:cNvPr id="102" name="Google Shape;102;p3"/>
          <p:cNvSpPr/>
          <p:nvPr/>
        </p:nvSpPr>
        <p:spPr>
          <a:xfrm>
            <a:off x="158261" y="1063803"/>
            <a:ext cx="8809800" cy="3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para aplicar múltiplos efeitos: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sombra + transparência +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 objeto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 (F6) ou Elipse (F7), ou escreva um texto com a Ferramenta Texto (F8).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Aplique o 1º efeito: Sombra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objeto.</a:t>
            </a:r>
            <a:endParaRPr sz="1100"/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na barra lateral e clique na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Sombra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um quadrado com sombra).</a:t>
            </a:r>
            <a:endParaRPr sz="1100"/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a partir do centro do objeto para fora.</a:t>
            </a:r>
            <a:endParaRPr sz="1100"/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a cor, direção e intensidade na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superior de propriedades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Aplique o 2º efeito: Transparência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objeto ainda selecionado, vá na barra lateral e clique na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Transparência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xadrez).</a:t>
            </a:r>
            <a:endParaRPr sz="1100"/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tipo (Uniforme, Gradiente, etc.) na barra de propriedades.</a:t>
            </a:r>
            <a:endParaRPr sz="1100"/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sobre o objeto para definir a direção da transparência.</a:t>
            </a:r>
            <a:endParaRPr sz="1100"/>
          </a:p>
          <a:p>
            <a:pPr indent="-825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a opacidade no controle superior.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COMBINAÇÃO DE EFEITOS</a:t>
            </a:r>
            <a:endParaRPr sz="1100"/>
          </a:p>
        </p:txBody>
      </p:sp>
      <p:sp>
        <p:nvSpPr>
          <p:cNvPr id="108" name="Google Shape;108;p4"/>
          <p:cNvSpPr/>
          <p:nvPr/>
        </p:nvSpPr>
        <p:spPr>
          <a:xfrm>
            <a:off x="189914" y="1056901"/>
            <a:ext cx="8954100" cy="43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Crie um objeto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 (F6) ou Elipse (F7), ou escreva um texto com a Ferramenta Texto (F8).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Aplique o efeito: Contorno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objeto ainda selecionado, clique na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Contorno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caneta com traçado).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espessura na barra superior (ex: 2 pt).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Defina a cor clicando com o botão direito na paleta de cores.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Selecione o objeto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Ative a Ferramenta Distorção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Ferramenta Distorção na barra lateral.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propriedades, escolha um dos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tipos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Distorção por Empurrar e Puxar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(padrão)</a:t>
            </a:r>
            <a:endParaRPr sz="1100"/>
          </a:p>
          <a:p>
            <a:pPr indent="-76200" lvl="1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Distorção de Zigue-Zague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Distorção de Torção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Aplique a distorção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sobre o objeto para deformar.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os controles na parte superior para ajustar:</a:t>
            </a:r>
            <a:endParaRPr sz="1100"/>
          </a:p>
          <a:p>
            <a:pPr indent="-76200" lvl="1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Intensidade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Número de etapas (repetições)</a:t>
            </a:r>
            <a:endParaRPr sz="1100"/>
          </a:p>
          <a:p>
            <a:pPr indent="-76200" lvl="1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Direção (horária ou anti-horária)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Personalize o efeito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aplicar mais de uma distorção: crie um efeito de torção e depois um zigue-zague.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combinar com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sombra, transparência ou contorno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logo depois.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LENTE</a:t>
            </a:r>
            <a:endParaRPr sz="1100"/>
          </a:p>
        </p:txBody>
      </p:sp>
      <p:sp>
        <p:nvSpPr>
          <p:cNvPr id="114" name="Google Shape;114;p5"/>
          <p:cNvSpPr/>
          <p:nvPr/>
        </p:nvSpPr>
        <p:spPr>
          <a:xfrm>
            <a:off x="223325" y="954223"/>
            <a:ext cx="8697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dos efeitos visuais mais legais do Corel! A Lente permite aplicar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alterações visuais parciais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objetos, como zoom, transparência, inversão de cores, cor única, entre outros — como se estivesse olhando por uma lente mesmo.</a:t>
            </a:r>
            <a:endParaRPr sz="1100"/>
          </a:p>
        </p:txBody>
      </p:sp>
      <p:sp>
        <p:nvSpPr>
          <p:cNvPr id="115" name="Google Shape;115;p5"/>
          <p:cNvSpPr/>
          <p:nvPr/>
        </p:nvSpPr>
        <p:spPr>
          <a:xfrm>
            <a:off x="223325" y="1863696"/>
            <a:ext cx="86973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efeito Lente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altera o objeto original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apenas cria uma “camada visual” que pode ser usada para: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Dar zoom em parte do objeto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 transparência numa área específica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Realçar uma parte do desenho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distorções ou efeitos criativos</a:t>
            </a:r>
            <a:endParaRPr sz="1100"/>
          </a:p>
        </p:txBody>
      </p:sp>
      <p:sp>
        <p:nvSpPr>
          <p:cNvPr id="116" name="Google Shape;116;p5"/>
          <p:cNvSpPr/>
          <p:nvPr/>
        </p:nvSpPr>
        <p:spPr>
          <a:xfrm>
            <a:off x="223325" y="3581081"/>
            <a:ext cx="869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fica?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menus superior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Lente…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use o atalho: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F3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23325" y="5067635"/>
            <a:ext cx="869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chamada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aberta à direita da tela.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LENTE</a:t>
            </a:r>
            <a:endParaRPr sz="1100"/>
          </a:p>
        </p:txBody>
      </p:sp>
      <p:sp>
        <p:nvSpPr>
          <p:cNvPr id="123" name="Google Shape;123;p6"/>
          <p:cNvSpPr/>
          <p:nvPr/>
        </p:nvSpPr>
        <p:spPr>
          <a:xfrm>
            <a:off x="124850" y="1217272"/>
            <a:ext cx="8894400" cy="3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o Efeito Lente — Passo a Passo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criar uma lente de zoom sobre um texto ou imagem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dois objetos: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texto com seu nome (F8) ou insira uma imagem (Ctrl + I)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círculo (F7) ou forma onde será aplicada a lente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forma da lente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o círculo).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Lente…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pressione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F3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janela que aparece, escolha o tipo de lente desejado: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Zoom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aumenta a parte de baixo da lente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Brilho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ilumina só a área coberta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 Uniforme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pinta a área com uma cor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Inverter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inverte as cores da área coberta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Mapa de bits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aplica uma textura (avançado)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os controles da lente: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 exemplo, escolha o nível de ampliação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Uniforme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a cor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ou desmarque a opção “Congelar” para travar ou manter dinâmico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Posicione a lente sobre o objeto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desejado.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endParaRPr sz="1100"/>
          </a:p>
        </p:txBody>
      </p:sp>
      <p:sp>
        <p:nvSpPr>
          <p:cNvPr id="129" name="Google Shape;129;p7"/>
          <p:cNvSpPr/>
          <p:nvPr/>
        </p:nvSpPr>
        <p:spPr>
          <a:xfrm>
            <a:off x="91440" y="975855"/>
            <a:ext cx="88872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 objetos comuns em artes cheias de impacto visual!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entram filtros como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desfoque, sombra interna, contornos artísticos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3D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texturizações e muito mais.</a:t>
            </a:r>
            <a:endParaRPr sz="1100"/>
          </a:p>
        </p:txBody>
      </p:sp>
      <p:sp>
        <p:nvSpPr>
          <p:cNvPr id="130" name="Google Shape;130;p7"/>
          <p:cNvSpPr/>
          <p:nvPr/>
        </p:nvSpPr>
        <p:spPr>
          <a:xfrm>
            <a:off x="91440" y="1906959"/>
            <a:ext cx="88872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Efeitos Especiais são usados para: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destaque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textos, logos ou imagens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Simular materiais, luz, profundidade e textura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visual próprio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poucos cliques</a:t>
            </a:r>
            <a:endParaRPr sz="1100"/>
          </a:p>
        </p:txBody>
      </p:sp>
      <p:sp>
        <p:nvSpPr>
          <p:cNvPr id="131" name="Google Shape;131;p7"/>
          <p:cNvSpPr/>
          <p:nvPr/>
        </p:nvSpPr>
        <p:spPr>
          <a:xfrm>
            <a:off x="91439" y="3299728"/>
            <a:ext cx="88029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ficam?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menus superior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vá em: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Efeitos Criativos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verá várias opções (algumas podem variar se estiver usando imagem ou vetor).</a:t>
            </a:r>
            <a:endParaRPr sz="1100"/>
          </a:p>
        </p:txBody>
      </p:sp>
      <p:sp>
        <p:nvSpPr>
          <p:cNvPr id="132" name="Google Shape;132;p7"/>
          <p:cNvSpPr/>
          <p:nvPr/>
        </p:nvSpPr>
        <p:spPr>
          <a:xfrm>
            <a:off x="101989" y="4436018"/>
            <a:ext cx="88767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Efeitos Especiais e como usar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focar nos que funcionam melhor com objetos vetoriais no CorelDRAW 2020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endParaRPr sz="1100"/>
          </a:p>
        </p:txBody>
      </p:sp>
      <p:sp>
        <p:nvSpPr>
          <p:cNvPr id="138" name="Google Shape;138;p8"/>
          <p:cNvSpPr/>
          <p:nvPr/>
        </p:nvSpPr>
        <p:spPr>
          <a:xfrm>
            <a:off x="313007" y="1000280"/>
            <a:ext cx="85179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Desfoque Gaussiano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efeito de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embaçado suave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(muito usado em fundos, sombras e elementos secundários).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o objeto ou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Desfoque &gt; Desfocagem Gaussiana…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o nível de desfoque no controle deslizante.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em uma sombra duplicada para criar efeito de profundidade realista.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endParaRPr sz="1100"/>
          </a:p>
        </p:txBody>
      </p:sp>
      <p:sp>
        <p:nvSpPr>
          <p:cNvPr id="144" name="Google Shape;144;p9"/>
          <p:cNvSpPr/>
          <p:nvPr/>
        </p:nvSpPr>
        <p:spPr>
          <a:xfrm>
            <a:off x="272441" y="1132581"/>
            <a:ext cx="83706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 Adicionar Ruído (Noise)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Para que serve: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uma textura de "chuvisco" ou "grão" a uma imagem — simula textura de filme antigo, papel reciclado, ou ruído digital. Fica ótimo para dar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realismo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vintage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45" name="Google Shape;145;p9"/>
          <p:cNvSpPr/>
          <p:nvPr/>
        </p:nvSpPr>
        <p:spPr>
          <a:xfrm>
            <a:off x="272441" y="2489715"/>
            <a:ext cx="83706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📍 Como aplicar: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bitmap (imagem)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projeto.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no menu superior: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Adicionar Ruído…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que abre: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controle deslizante para definir a intensidade do ruído.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Visualize o efeito em tempo real.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confirmar.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🔎 Obs: esse efeito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só aparece com imagens bitmap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Vetores não habilitam essa opção.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endParaRPr sz="1100"/>
          </a:p>
        </p:txBody>
      </p:sp>
      <p:sp>
        <p:nvSpPr>
          <p:cNvPr id="151" name="Google Shape;151;p10"/>
          <p:cNvSpPr/>
          <p:nvPr/>
        </p:nvSpPr>
        <p:spPr>
          <a:xfrm>
            <a:off x="165970" y="919686"/>
            <a:ext cx="8812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 Posterizar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Para que serve: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 o número de cores da imagem, criando um visual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cartaz artístico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cores chapadas. Ótimo para criar um efeito tipo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"vetorizado com estilo"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fotos ou fundos.</a:t>
            </a:r>
            <a:endParaRPr sz="1100"/>
          </a:p>
        </p:txBody>
      </p:sp>
      <p:sp>
        <p:nvSpPr>
          <p:cNvPr id="152" name="Google Shape;152;p10"/>
          <p:cNvSpPr/>
          <p:nvPr/>
        </p:nvSpPr>
        <p:spPr>
          <a:xfrm>
            <a:off x="165970" y="1984079"/>
            <a:ext cx="88122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aplicar:</a:t>
            </a:r>
            <a:endParaRPr sz="1100"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uma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(bitmap)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em: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Efeitos Criativos → Posterizar…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 número de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níveis de cor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(quanto menos, mais chapado).</a:t>
            </a:r>
            <a:endParaRPr sz="1100"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Dica de aula: use esse efeito antes de fazer um rastreio vetorial, para criar resultados mais limpos!</a:t>
            </a:r>
            <a:endParaRPr sz="1100"/>
          </a:p>
        </p:txBody>
      </p:sp>
      <p:sp>
        <p:nvSpPr>
          <p:cNvPr id="153" name="Google Shape;153;p10"/>
          <p:cNvSpPr txBox="1"/>
          <p:nvPr/>
        </p:nvSpPr>
        <p:spPr>
          <a:xfrm>
            <a:off x="165970" y="3603919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endParaRPr sz="1100"/>
          </a:p>
        </p:txBody>
      </p:sp>
      <p:graphicFrame>
        <p:nvGraphicFramePr>
          <p:cNvPr id="154" name="Google Shape;154;p10"/>
          <p:cNvGraphicFramePr/>
          <p:nvPr/>
        </p:nvGraphicFramePr>
        <p:xfrm>
          <a:off x="165970" y="40183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{89D6F514-FAF4-4B97-940E-897C00263964}</a:tableStyleId>
              </a:tblPr>
              <a:tblGrid>
                <a:gridCol w="2628900"/>
                <a:gridCol w="2628900"/>
                <a:gridCol w="26289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Efeito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Onde fica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Funciona com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Adicionar Ruído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Efeitos → Adicionar Ruído…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Bitmaps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Posterizar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Efeitos → Efeitos Criativos → Posterizar…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Bitmaps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DE ATIVAÇÃO</a:t>
            </a:r>
            <a:endParaRPr sz="1100"/>
          </a:p>
        </p:txBody>
      </p:sp>
      <p:sp>
        <p:nvSpPr>
          <p:cNvPr id="160" name="Google Shape;160;p11"/>
          <p:cNvSpPr/>
          <p:nvPr/>
        </p:nvSpPr>
        <p:spPr>
          <a:xfrm>
            <a:off x="203548" y="924698"/>
            <a:ext cx="873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efeitos que só aparecem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ativamos uma ferramenta específica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não ficam soltos no menu “Efeitos”.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Eles são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só aparecem na barra superior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que você escolhe uma ferramenta interativa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Extrusão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sz="1100"/>
          </a:p>
        </p:txBody>
      </p:sp>
      <p:sp>
        <p:nvSpPr>
          <p:cNvPr id="161" name="Google Shape;161;p11"/>
          <p:cNvSpPr txBox="1"/>
          <p:nvPr/>
        </p:nvSpPr>
        <p:spPr>
          <a:xfrm>
            <a:off x="203549" y="2035478"/>
            <a:ext cx="8736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servem?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ajustes personalizados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suavidade, intensidade, direção, cor e estilo do efeito escolhido.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ativados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modificam a 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topo da interface do Corel.</a:t>
            </a:r>
            <a:endParaRPr sz="1100"/>
          </a:p>
        </p:txBody>
      </p:sp>
      <p:sp>
        <p:nvSpPr>
          <p:cNvPr id="162" name="Google Shape;162;p11"/>
          <p:cNvSpPr txBox="1"/>
          <p:nvPr/>
        </p:nvSpPr>
        <p:spPr>
          <a:xfrm>
            <a:off x="203548" y="2911815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práticos:</a:t>
            </a:r>
            <a:endParaRPr sz="1100"/>
          </a:p>
        </p:txBody>
      </p:sp>
      <p:sp>
        <p:nvSpPr>
          <p:cNvPr id="163" name="Google Shape;163;p11"/>
          <p:cNvSpPr/>
          <p:nvPr/>
        </p:nvSpPr>
        <p:spPr>
          <a:xfrm>
            <a:off x="203548" y="3326487"/>
            <a:ext cx="84300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Ferramenta Sombra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selecionar a ferramenta, a barra superior ativa: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 de sombra: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fora, para dentro, pequena, longa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 da sombra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Direção da luz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Transparência e suavidade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Ativação: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clicar em “Ferramenta Sombra” → barra superior muda automaticamente.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DE ATIVAÇÃO</a:t>
            </a:r>
            <a:endParaRPr sz="1100"/>
          </a:p>
        </p:txBody>
      </p:sp>
      <p:sp>
        <p:nvSpPr>
          <p:cNvPr id="169" name="Google Shape;169;p12"/>
          <p:cNvSpPr/>
          <p:nvPr/>
        </p:nvSpPr>
        <p:spPr>
          <a:xfrm>
            <a:off x="209811" y="1285343"/>
            <a:ext cx="89343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Ferramenta Transparência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ativar, surgem: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Uniforme, Gradiente Linear, Elíptico, Radial, Retangular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Intensidade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Ponto inicial e final do degradê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Cores da transição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deixar objetos semi-transparentes com controle total.</a:t>
            </a:r>
            <a:endParaRPr sz="1100"/>
          </a:p>
        </p:txBody>
      </p:sp>
      <p:sp>
        <p:nvSpPr>
          <p:cNvPr id="170" name="Google Shape;170;p12"/>
          <p:cNvSpPr/>
          <p:nvPr/>
        </p:nvSpPr>
        <p:spPr>
          <a:xfrm>
            <a:off x="209811" y="3145980"/>
            <a:ext cx="8810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Ferramenta Distorção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Ativando, você vê: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Empurrar e puxar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Zigue-zague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Intensidade da distorção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Número de repetições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Perfeita para criar efeitos artísticos ou de movimento.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DE ATIVAÇÃO</a:t>
            </a:r>
            <a:endParaRPr sz="1100"/>
          </a:p>
        </p:txBody>
      </p:sp>
      <p:sp>
        <p:nvSpPr>
          <p:cNvPr id="176" name="Google Shape;176;p13"/>
          <p:cNvSpPr txBox="1"/>
          <p:nvPr/>
        </p:nvSpPr>
        <p:spPr>
          <a:xfrm>
            <a:off x="213725" y="1041173"/>
            <a:ext cx="8701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Criar uma Capa de Série Fictícia para Streaming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suspense, comédia, romance, aventura, animação, etc.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Devem usar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título da série, imagem ou ilustração principal, nome do “serviço” (ex: NetVibe, BoxTV, LeoFlix...), formas, efeitos visuais (sombra, lente, distorção) e composição.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destaque para o título e uma imagem forte que represente a “vibe” da série. Vale incluir uma frase de impacto ou nome dos atores fictícios!</a:t>
            </a:r>
            <a:endParaRPr sz="1100"/>
          </a:p>
        </p:txBody>
      </p:sp>
      <p:pic>
        <p:nvPicPr>
          <p:cNvPr descr="Poster Cartaz The Last Of Us A Serie - Pop Arte Poster, 60x90cm"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724" y="2617288"/>
            <a:ext cx="1752082" cy="259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9879" y="2666144"/>
            <a:ext cx="1654261" cy="248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8214" y="2666144"/>
            <a:ext cx="1652607" cy="2481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meiro pôster de &quot;O Filme Bob Esponja: Sponge On The Run&quot; : r/movies" id="180" name="Google Shape;18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4895" y="2666144"/>
            <a:ext cx="1544471" cy="2410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DE ATIVAÇÃO</a:t>
            </a:r>
            <a:endParaRPr sz="1100"/>
          </a:p>
        </p:txBody>
      </p:sp>
      <p:sp>
        <p:nvSpPr>
          <p:cNvPr id="186" name="Google Shape;186;p14"/>
          <p:cNvSpPr txBox="1"/>
          <p:nvPr/>
        </p:nvSpPr>
        <p:spPr>
          <a:xfrm>
            <a:off x="157357" y="933897"/>
            <a:ext cx="8814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Criar uma Capa Personalizada de Caderno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pode ser escolar, gamer, musical, de filmes, série, etc.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Devem usar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título, nome do aluno, formas decorativas, imagens e cores. Efeitos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transparência, sombra ou distorção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bem-vindos!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escolham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visual coerente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minimalista, colorido, retrô...).</a:t>
            </a:r>
            <a:endParaRPr sz="1100"/>
          </a:p>
        </p:txBody>
      </p:sp>
      <p:pic>
        <p:nvPicPr>
          <p:cNvPr descr="Desenhos para capa de caderno escolar para imprimir" id="187" name="Google Shape;187;p14"/>
          <p:cNvPicPr preferRelativeResize="0"/>
          <p:nvPr/>
        </p:nvPicPr>
        <p:blipFill rotWithShape="1">
          <a:blip r:embed="rId3">
            <a:alphaModFix/>
          </a:blip>
          <a:srcRect b="4573" l="0" r="0" t="0"/>
          <a:stretch/>
        </p:blipFill>
        <p:spPr>
          <a:xfrm>
            <a:off x="327696" y="2515539"/>
            <a:ext cx="1898559" cy="2959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4">
            <a:alphaModFix/>
          </a:blip>
          <a:srcRect b="0" l="18383" r="12037" t="0"/>
          <a:stretch/>
        </p:blipFill>
        <p:spPr>
          <a:xfrm>
            <a:off x="2439166" y="2515540"/>
            <a:ext cx="1853058" cy="295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4"/>
          <p:cNvPicPr preferRelativeResize="0"/>
          <p:nvPr/>
        </p:nvPicPr>
        <p:blipFill rotWithShape="1">
          <a:blip r:embed="rId5">
            <a:alphaModFix/>
          </a:blip>
          <a:srcRect b="364" l="18915" r="11252" t="6547"/>
          <a:stretch/>
        </p:blipFill>
        <p:spPr>
          <a:xfrm>
            <a:off x="4572000" y="2524801"/>
            <a:ext cx="2025748" cy="3000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derno Universitário Spice Masculino 20 Matérias 320 Folhas Tilibra" id="190" name="Google Shape;190;p14"/>
          <p:cNvPicPr preferRelativeResize="0"/>
          <p:nvPr/>
        </p:nvPicPr>
        <p:blipFill rotWithShape="1">
          <a:blip r:embed="rId6">
            <a:alphaModFix/>
          </a:blip>
          <a:srcRect b="5447" l="16214" r="14521" t="5305"/>
          <a:stretch/>
        </p:blipFill>
        <p:spPr>
          <a:xfrm>
            <a:off x="6877524" y="2515539"/>
            <a:ext cx="2065969" cy="295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EFEITOS DE ATIVAÇÃO</a:t>
            </a:r>
            <a:endParaRPr sz="1100"/>
          </a:p>
        </p:txBody>
      </p:sp>
      <p:sp>
        <p:nvSpPr>
          <p:cNvPr id="196" name="Google Shape;196;p15"/>
          <p:cNvSpPr txBox="1"/>
          <p:nvPr/>
        </p:nvSpPr>
        <p:spPr>
          <a:xfrm>
            <a:off x="204330" y="933897"/>
            <a:ext cx="8720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Criar uma Página de Revista Fictícia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moda, esportes, tecnologia, música, etc.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Devem usar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título da revista, chamada de capa (ex: “10 dicas de...”), imagens, balões de texto, formas e efeitos visuais.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destaque para o título, chamadas menores em tamanhos diferentes, margens e espaçamentos bem distribuídos.</a:t>
            </a:r>
            <a:endParaRPr sz="1100"/>
          </a:p>
        </p:txBody>
      </p:sp>
      <p:pic>
        <p:nvPicPr>
          <p:cNvPr descr="Conheça os elementos mais importantes de uma revista"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30" y="2515539"/>
            <a:ext cx="2142400" cy="2676464"/>
          </a:xfrm>
          <a:prstGeom prst="rect">
            <a:avLst/>
          </a:prstGeom>
          <a:noFill/>
          <a:ln>
            <a:noFill/>
          </a:ln>
        </p:spPr>
      </p:pic>
      <p:sp>
        <p:nvSpPr>
          <p:cNvPr descr="10+ Modelos de Revista de Moda Personalizáveis - Flipsnack" id="198" name="Google Shape;198;p15"/>
          <p:cNvSpPr/>
          <p:nvPr/>
        </p:nvSpPr>
        <p:spPr>
          <a:xfrm>
            <a:off x="116681" y="-120386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947" y="2515539"/>
            <a:ext cx="2002943" cy="2646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vista Ebd Jovens Cpad - 4º Trimestre Aluno - Outros Livros - Magazine  Luiza" id="200" name="Google Shape;2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6107" y="2515539"/>
            <a:ext cx="1640566" cy="2940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vistas Adolescentes - Revistas.com.br" id="201" name="Google Shape;2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7320" y="2538133"/>
            <a:ext cx="1937474" cy="2605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