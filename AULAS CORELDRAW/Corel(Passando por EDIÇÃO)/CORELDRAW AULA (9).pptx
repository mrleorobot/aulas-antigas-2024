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rAGTNUk/UvZUHxq6S0kEPYt28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9.jpg"/><Relationship Id="rId5" Type="http://schemas.openxmlformats.org/officeDocument/2006/relationships/image" Target="../media/image6.jp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626267" y="892479"/>
            <a:ext cx="4767139" cy="476713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616067" y="2129425"/>
            <a:ext cx="3795305" cy="8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b="1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97299" y="1697558"/>
            <a:ext cx="5632842" cy="619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6194" y="1312406"/>
            <a:ext cx="3927284" cy="3927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901485" y="1174459"/>
            <a:ext cx="1038903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Criar um Cartaz de Evento Fictício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Tema livre: show, festa, feira, lançamento, aula especial, etc.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Devem usar: formas, textos, cores, efeitos (como sombra, lente), organização visual e composição.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Dica: Incentive o uso de alinhamento e agrupamento para manter tudo organizado.</a:t>
            </a:r>
            <a:endParaRPr/>
          </a:p>
        </p:txBody>
      </p:sp>
      <p:pic>
        <p:nvPicPr>
          <p:cNvPr descr="Videogame Folheto De Modelo De Panfleto De Evento | PosterMyWall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062" y="2572216"/>
            <a:ext cx="2708868" cy="4063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taz para Eventos | Cotanet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2926" y="2572216"/>
            <a:ext cx="2728940" cy="3941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taz Show Imagens – Download Grátis no Freepik"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1862" y="2572216"/>
            <a:ext cx="3161654" cy="395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67018" y="2590427"/>
            <a:ext cx="2762426" cy="3905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91518" y="1188972"/>
            <a:ext cx="1100896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Criação de Logotipo Pessoal ou de uma Marca Fictícia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+ símbolo (ícone simples)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Aplicar: combinação de formas, curvas, tipografia, solda/aparar/interseção.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Dica: Pode ser para uma empresa de “salgados”, “pet shop”, “loja geek”, etc.</a:t>
            </a:r>
            <a:endParaRPr/>
          </a:p>
        </p:txBody>
      </p:sp>
      <p:pic>
        <p:nvPicPr>
          <p:cNvPr descr="Geek Logo Imagens – Download Grátis no Freepik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51" y="2937741"/>
            <a:ext cx="2994074" cy="2994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o Emblema da loja de perfumes naturais Logotipo on-line - VistaCreate"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0225" y="2945811"/>
            <a:ext cx="2986004" cy="2986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 da Renault - Vintage Clássicos"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6230" y="2945811"/>
            <a:ext cx="3967566" cy="2986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70488" y="1095982"/>
            <a:ext cx="104510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Criar um Cartão de Visita Criativo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fictício, cargo, telefone, e-mail e rede social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Aplicar: alinhamento, tipografia, ícones simples, composição visual.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Bônus: Estimule a criação de frente e verso.</a:t>
            </a:r>
            <a:endParaRPr/>
          </a:p>
        </p:txBody>
      </p:sp>
      <p:pic>
        <p:nvPicPr>
          <p:cNvPr descr="Cartão de Visita" id="113" name="Google Shape;113;p4"/>
          <p:cNvPicPr preferRelativeResize="0"/>
          <p:nvPr/>
        </p:nvPicPr>
        <p:blipFill rotWithShape="1">
          <a:blip r:embed="rId3">
            <a:alphaModFix/>
          </a:blip>
          <a:srcRect b="38982" l="0" r="0" t="0"/>
          <a:stretch/>
        </p:blipFill>
        <p:spPr>
          <a:xfrm>
            <a:off x="584024" y="2748736"/>
            <a:ext cx="5511976" cy="3363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i mandar imprimir um cartão de visita? Saiba como escolher o papel,  tamanho e acabamento! - Gráfica Forma Certa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9259" y="3027552"/>
            <a:ext cx="5050094" cy="2805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