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N7qPg2mlaSNDkLj6nQGZnZ3kB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626267" y="892479"/>
            <a:ext cx="4767139" cy="476713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616067" y="2129425"/>
            <a:ext cx="3795305" cy="8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97299" y="1697558"/>
            <a:ext cx="5632842" cy="619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6194" y="1312406"/>
            <a:ext cx="3927284" cy="3927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244779" y="1072617"/>
            <a:ext cx="117024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Perguntas: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é a principal função do programa CorelDRAW?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a extensão padrão de um arquivo salvo no CorelDRAW?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se chama a ferramenta usada para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objetos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tela?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é 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de teclado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salvar um arquivo?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ferramenta é usada para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retângulos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acontece quando usamos a ferramenta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"Zoom"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 a ferramenta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é a diferença entre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objeto?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encontramos as ferramentas como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Caneta, Mão Livre e Bézier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 o botão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“Desfazer”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CorelDRAW?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Explique o que acontece quando usamos o comando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Combinar Objetos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a diferença entre os comandos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Soldar, Aparar e Interseção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podemos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dois objetos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pelo centro no CorelDRAW?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é a Função do painel chamado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“Propriedades do Objeto”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pode fazer com a ferramenta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“Mídia Artística”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600"/>
          </a:p>
        </p:txBody>
      </p:sp>
      <p:sp>
        <p:nvSpPr>
          <p:cNvPr id="99" name="Google Shape;99;p2"/>
          <p:cNvSpPr txBox="1"/>
          <p:nvPr/>
        </p:nvSpPr>
        <p:spPr>
          <a:xfrm>
            <a:off x="7841293" y="6137753"/>
            <a:ext cx="4105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PARA IMPRESSÃO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