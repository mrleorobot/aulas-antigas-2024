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715000" cx="9144000"/>
  <p:notesSz cx="6858000" cy="9144000"/>
  <p:embeddedFontLst>
    <p:embeddedFont>
      <p:font typeface="Play"/>
      <p:regular r:id="rId14"/>
      <p:bold r:id="rId15"/>
    </p:embeddedFont>
    <p:embeddedFont>
      <p:font typeface="Arim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8QAN1xxPpKjMVyXpoYwAziaZw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Arimo-bold.fntdata"/><Relationship Id="rId16" Type="http://schemas.openxmlformats.org/officeDocument/2006/relationships/font" Target="fonts/Arimo-regular.fntdata"/><Relationship Id="rId5" Type="http://schemas.openxmlformats.org/officeDocument/2006/relationships/slide" Target="slides/slide1.xml"/><Relationship Id="rId19" Type="http://schemas.openxmlformats.org/officeDocument/2006/relationships/font" Target="fonts/Arimo-boldItalic.fntdata"/><Relationship Id="rId6" Type="http://schemas.openxmlformats.org/officeDocument/2006/relationships/slide" Target="slides/slide2.xml"/><Relationship Id="rId18" Type="http://schemas.openxmlformats.org/officeDocument/2006/relationships/font" Target="fonts/Arim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ea2fe4f92_0_0:notes"/>
          <p:cNvSpPr/>
          <p:nvPr>
            <p:ph idx="2" type="sldImg"/>
          </p:nvPr>
        </p:nvSpPr>
        <p:spPr>
          <a:xfrm>
            <a:off x="1371840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ea2fe4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69700" y="743733"/>
            <a:ext cx="3575400" cy="3972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212050" y="2857500"/>
            <a:ext cx="28464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pt-BR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sz="1088"/>
          </a:p>
        </p:txBody>
      </p:sp>
      <p:sp>
        <p:nvSpPr>
          <p:cNvPr id="86" name="Google Shape;86;p1"/>
          <p:cNvSpPr txBox="1"/>
          <p:nvPr/>
        </p:nvSpPr>
        <p:spPr>
          <a:xfrm>
            <a:off x="745068" y="2471888"/>
            <a:ext cx="42246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78"/>
              <a:buFont typeface="Arial"/>
              <a:buNone/>
            </a:pPr>
            <a:r>
              <a:rPr b="1" i="0" lang="pt-BR" sz="217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088"/>
          </a:p>
        </p:txBody>
      </p:sp>
      <p:pic>
        <p:nvPicPr>
          <p:cNvPr descr="Ícone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4646" y="1093672"/>
            <a:ext cx="2945463" cy="2945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4825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5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- O QUE É VETORIZAÇÃO?</a:t>
            </a:r>
            <a:endParaRPr sz="1088"/>
          </a:p>
        </p:txBody>
      </p:sp>
      <p:sp>
        <p:nvSpPr>
          <p:cNvPr id="93" name="Google Shape;93;p2"/>
          <p:cNvSpPr txBox="1"/>
          <p:nvPr/>
        </p:nvSpPr>
        <p:spPr>
          <a:xfrm>
            <a:off x="138568" y="1013424"/>
            <a:ext cx="885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“Vetorização é o processo de transformar uma imagem em linhas e formas editáveis. Essas imagens são chamadas de vetores, e você pode aumentar ou diminuir o tamanho delas sem perder qualidade.”</a:t>
            </a:r>
            <a:endParaRPr sz="1088"/>
          </a:p>
        </p:txBody>
      </p:sp>
      <p:sp>
        <p:nvSpPr>
          <p:cNvPr id="94" name="Google Shape;94;p2"/>
          <p:cNvSpPr txBox="1"/>
          <p:nvPr/>
        </p:nvSpPr>
        <p:spPr>
          <a:xfrm>
            <a:off x="138568" y="1751266"/>
            <a:ext cx="8852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Comparação rápida: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comum (bitmap):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feita por pixels, perde qualidade quando aumenta.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vetorial: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feita por linhas e curvas,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nunca fica embaçada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mesmo quando ampliada.</a:t>
            </a:r>
            <a:endParaRPr sz="1088"/>
          </a:p>
        </p:txBody>
      </p:sp>
      <p:sp>
        <p:nvSpPr>
          <p:cNvPr id="95" name="Google Shape;95;p2"/>
          <p:cNvSpPr/>
          <p:nvPr/>
        </p:nvSpPr>
        <p:spPr>
          <a:xfrm>
            <a:off x="375781" y="2899802"/>
            <a:ext cx="82107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Demonstração prática: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uma imagem comum no Corel (JPG ou PNG com baixa qualidade).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Menu: Arquivo &gt; Importar &gt; Escolha a imagem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Amplie a imagem com a ferramenta Zoom (Z ou rolagem do mouse)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Mostre os pixels (quadradinhos borrados).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abra um vetor (ex: logotipo em CDR ou SVG).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Amplie e mostre que a imagem continua nítida.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0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4825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INICIANDO A VETORIZAÇÃO</a:t>
            </a:r>
            <a:endParaRPr sz="1088"/>
          </a:p>
        </p:txBody>
      </p:sp>
      <p:sp>
        <p:nvSpPr>
          <p:cNvPr id="101" name="Google Shape;101;p3"/>
          <p:cNvSpPr/>
          <p:nvPr/>
        </p:nvSpPr>
        <p:spPr>
          <a:xfrm>
            <a:off x="366386" y="838219"/>
            <a:ext cx="77316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1 – Importar a imagem a ser vetorizada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no menu: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Arquivo &gt; Importar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imagem simples (ex: coração, estrela, maçã).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meio da tela para posicionar a imagem.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Passo 2 – Travar a imagem no fundo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 na imagem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opção: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Bloquear Objeto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evita que a imagem se mova enquanto desenha por cima.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6386" y="3323895"/>
            <a:ext cx="86055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3 – Usar a ferramenta Bézier ou Caneta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Ambas servem para desenhar ponto a ponto contornando a imagem.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➤ Usando a ferramenta Bézier: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Ctrl + F5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clique na barra lateral esquerda (ícone parecido com uma caneta).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nos pontos principais do contorno da imagem.</a:t>
            </a:r>
            <a:endParaRPr sz="1088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para contornar um coração, clique em cima, depois na lateral, depois embaixo.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fechar o contorno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de volta no primeiro ponto.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linha será reta no começo — não se preocupe, você vai curvar depois.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4825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INICIANDO A VETORIZAÇÃO</a:t>
            </a:r>
            <a:endParaRPr sz="1088"/>
          </a:p>
        </p:txBody>
      </p:sp>
      <p:sp>
        <p:nvSpPr>
          <p:cNvPr id="112" name="Google Shape;112;p4"/>
          <p:cNvSpPr/>
          <p:nvPr/>
        </p:nvSpPr>
        <p:spPr>
          <a:xfrm>
            <a:off x="259915" y="1094197"/>
            <a:ext cx="86241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4 – Ajustar curvas com a ferramenta Forma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AutoNum type="arabicPeriod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Aperte F10 no teclado (ou clique na ferramenta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logo abaixo da ferramenta de seleção).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AutoNum type="arabicPeriod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sobre a linha que você criou.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AutoNum type="arabicPeriod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Aparecerão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nós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(pontos). Clique e arraste os nós para ajustar.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AutoNum type="arabicPeriod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fazer curvas:</a:t>
            </a:r>
            <a:endParaRPr sz="1088"/>
          </a:p>
          <a:p>
            <a:pPr indent="-79021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 em cima de um nó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Para curva</a:t>
            </a:r>
            <a:endParaRPr sz="1088"/>
          </a:p>
          <a:p>
            <a:pPr indent="-79021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use as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alças (linhas com bolinhas)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 o formato.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</a:t>
            </a:r>
            <a:r>
              <a:rPr b="1"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menos nós</a:t>
            </a:r>
            <a:r>
              <a:rPr lang="pt-BR" sz="12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mais suave o desenho.</a:t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59915" y="2905454"/>
            <a:ext cx="87276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5 – Remover preenchimento e aplicar contorno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AutoNum type="arabicPeriod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linha criada.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AutoNum type="arabicPeriod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paleta de cores na lateral direita:</a:t>
            </a:r>
            <a:endParaRPr sz="1088"/>
          </a:p>
          <a:p>
            <a:pPr indent="-79021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 em cima do X (sem preenchimento)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isso remove a cor interna.</a:t>
            </a:r>
            <a:endParaRPr sz="1088"/>
          </a:p>
          <a:p>
            <a:pPr indent="-79021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esquerdo em uma cor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isso ativa o contorno.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Diga aos alunos que é mais fácil visualizar a linha sem cor de preenchimento no início.</a:t>
            </a:r>
            <a:endParaRPr sz="1088"/>
          </a:p>
        </p:txBody>
      </p:sp>
      <p:sp>
        <p:nvSpPr>
          <p:cNvPr id="114" name="Google Shape;114;p4"/>
          <p:cNvSpPr/>
          <p:nvPr/>
        </p:nvSpPr>
        <p:spPr>
          <a:xfrm>
            <a:off x="259915" y="4216574"/>
            <a:ext cx="88842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6 – Preencher a forma (opcional)</a:t>
            </a:r>
            <a:endParaRPr sz="1088"/>
          </a:p>
          <a:p>
            <a:pPr indent="-79021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AutoNum type="arabicPeriod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colorir:</a:t>
            </a:r>
            <a:endParaRPr sz="1088"/>
          </a:p>
          <a:p>
            <a:pPr indent="-79021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forma com a ferramenta de seleção (espaço ou F1)</a:t>
            </a:r>
            <a:endParaRPr sz="1088"/>
          </a:p>
          <a:p>
            <a:pPr indent="-79021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esquerdo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cor na lateral → Preenche a forma</a:t>
            </a:r>
            <a:endParaRPr sz="1088"/>
          </a:p>
          <a:p>
            <a:pPr indent="-79021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Char char="•"/>
            </a:pP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</a:t>
            </a:r>
            <a:r>
              <a:rPr b="1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direito</a:t>
            </a:r>
            <a:r>
              <a:rPr b="0" i="0" lang="pt-BR" sz="124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cor → Muda a cor da linha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4"/>
              <a:buFont typeface="Arial"/>
              <a:buNone/>
            </a:pPr>
            <a:r>
              <a:t/>
            </a:r>
            <a:endParaRPr b="0" i="0" sz="124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4825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088"/>
          </a:p>
        </p:txBody>
      </p:sp>
      <p:sp>
        <p:nvSpPr>
          <p:cNvPr id="120" name="Google Shape;120;p5"/>
          <p:cNvSpPr/>
          <p:nvPr/>
        </p:nvSpPr>
        <p:spPr>
          <a:xfrm>
            <a:off x="922229" y="1982881"/>
            <a:ext cx="7299600" cy="22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 1 – VETORIZAÇÃO DE FORMAS SIMPLES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None/>
            </a:pP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Imagem:</a:t>
            </a: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Coração e Estrela</a:t>
            </a:r>
            <a:b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Passos que os alunos devem seguir:</a:t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839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AutoNum type="arabicPeriod"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&gt; Importar &gt; coração.png</a:t>
            </a:r>
            <a:endParaRPr sz="1088"/>
          </a:p>
          <a:p>
            <a:pPr indent="-93839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AutoNum type="arabicPeriod"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Trave a imagem com botão direito &gt; Bloquear objeto</a:t>
            </a:r>
            <a:endParaRPr sz="1088"/>
          </a:p>
          <a:p>
            <a:pPr indent="-93839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AutoNum type="arabicPeriod"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Ctrl + F5 para ativar a ferramenta Bézier</a:t>
            </a:r>
            <a:endParaRPr b="0" i="0" sz="1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3839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AutoNum type="arabicPeriod"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ponto a ponto ao redor da imagem</a:t>
            </a:r>
            <a:endParaRPr sz="1088"/>
          </a:p>
          <a:p>
            <a:pPr indent="-93839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AutoNum type="arabicPeriod"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F10 para ajustar as curvas e suavizar</a:t>
            </a:r>
            <a:endParaRPr sz="1088"/>
          </a:p>
          <a:p>
            <a:pPr indent="-93839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Arial"/>
              <a:buAutoNum type="arabicPeriod"/>
            </a:pPr>
            <a:r>
              <a:rPr b="0" i="0" lang="pt-BR" sz="14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Preencha com cor (opcional)</a:t>
            </a:r>
            <a:endParaRPr sz="108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0" y="0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4825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088"/>
          </a:p>
        </p:txBody>
      </p:sp>
      <p:sp>
        <p:nvSpPr>
          <p:cNvPr id="126" name="Google Shape;126;p6"/>
          <p:cNvSpPr/>
          <p:nvPr/>
        </p:nvSpPr>
        <p:spPr>
          <a:xfrm>
            <a:off x="490081" y="1536625"/>
            <a:ext cx="81639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 2 – CURVAS COM DETALHES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Imagem: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Olho estilo cartoon</a:t>
            </a:r>
            <a:b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praticar curvas arredondadas e uso da ferramenta Forma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Passos: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Importe a imagem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Trave a imagem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Bézier ou Caneta (Shift + F5) para desenhar a forma do olho e da íris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F10 para curvar os traços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Aplique cores diferentes para as partes internas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t/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0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4825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088"/>
          </a:p>
        </p:txBody>
      </p:sp>
      <p:sp>
        <p:nvSpPr>
          <p:cNvPr id="132" name="Google Shape;132;p7"/>
          <p:cNvSpPr/>
          <p:nvPr/>
        </p:nvSpPr>
        <p:spPr>
          <a:xfrm>
            <a:off x="375781" y="1197008"/>
            <a:ext cx="7637700" cy="28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 DE PERSONAGEM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Imagem: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Personagem simples (pode usar mascote da escola ou personagem de desenho com formas básicas)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Passos: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imagem &gt; travar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o contorno externo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partes separadas: cabeça, braços, olhos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F10 para ajustar cada parte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cor no final (se quiser)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✳️ DICA: Oriente que a vetorização não precisa ser perfeita, o foco é </a:t>
            </a: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 o processo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0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4825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088"/>
          </a:p>
        </p:txBody>
      </p:sp>
      <p:sp>
        <p:nvSpPr>
          <p:cNvPr id="138" name="Google Shape;138;p8"/>
          <p:cNvSpPr/>
          <p:nvPr/>
        </p:nvSpPr>
        <p:spPr>
          <a:xfrm>
            <a:off x="967636" y="1297671"/>
            <a:ext cx="7074000" cy="36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4ª PARTE – DESAFIO FINAL (20 minutos)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t/>
            </a:r>
            <a:endParaRPr b="1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🔥 Desafio: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“Escolha uma dessas 3 opções e comece a vetorizar. Você poderá terminar na próxima aula.”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Vetorizar o </a:t>
            </a: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logotipo da Motiva</a:t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Vetorizar um </a:t>
            </a: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da sua casa (ex: tênis, celular, óculos)</a:t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AutoNum type="arabicPeriod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Tirar foto de um </a:t>
            </a: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 feito à mão</a:t>
            </a: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vetorizar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t/>
            </a:r>
            <a:endParaRPr b="1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b="1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Orientações: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Faça o contorno principal primeiro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Ctrl + S para salvar com frequência</a:t>
            </a:r>
            <a:endParaRPr sz="1088"/>
          </a:p>
          <a:p>
            <a:pPr indent="-9877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b="0" i="0" lang="pt-BR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Tente usar menos nós, com curvas bem ajustadas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t/>
            </a:r>
            <a:endParaRPr b="0" i="0" sz="15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2025-04-23T19:38:42Z</dcterms:created>
  <dc:creator>leo Souza</dc:creator>
</cp:coreProperties>
</file>