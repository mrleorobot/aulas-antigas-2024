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715000" cx="9144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7H0EZ49U3nTGjjEfiI38YAqsf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12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8" name="Google Shape;28;p1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8" name="Google Shape;48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9" name="Google Shape;49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0" name="Google Shape;50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5" name="Google Shape;55;p1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56" name="Google Shape;56;p1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68" name="Google Shape;68;p2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035463" y="981206"/>
            <a:ext cx="3335100" cy="37056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417700" y="2392991"/>
            <a:ext cx="4602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 fontScale="85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244"/>
          </a:p>
        </p:txBody>
      </p:sp>
      <p:pic>
        <p:nvPicPr>
          <p:cNvPr descr="Tela de computador com fundo azul&#10;&#10;O conteúdo gerado por IA pode estar incorreto." id="90" name="Google Shape;90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043" r="20042" t="0"/>
          <a:stretch/>
        </p:blipFill>
        <p:spPr>
          <a:xfrm>
            <a:off x="6064162" y="1028178"/>
            <a:ext cx="1277654" cy="1070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2448" y="3145603"/>
            <a:ext cx="1640168" cy="1640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7759" y="2288206"/>
            <a:ext cx="947615" cy="1138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93" name="Google Shape;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8674" y="2301941"/>
            <a:ext cx="963044" cy="963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7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APRESENTAÇÃO E ACOLHIMENTO</a:t>
            </a:r>
            <a:endParaRPr sz="1088"/>
          </a:p>
        </p:txBody>
      </p:sp>
      <p:sp>
        <p:nvSpPr>
          <p:cNvPr id="99" name="Google Shape;99;p2"/>
          <p:cNvSpPr txBox="1"/>
          <p:nvPr/>
        </p:nvSpPr>
        <p:spPr>
          <a:xfrm>
            <a:off x="338593" y="1600091"/>
            <a:ext cx="84669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Olá, pessoal!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Sejam todos muito bem-vindos e bem-vindas!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Hoje a gente dá início — ou continua, para alguns — a mais uma jornada pelo mundo da informática.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Talvez você esteja aqui pela primeira vez, curioso para entender como esse tal computador funciona.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Talvez já tenha feito algumas aulas e esteja voltando pra revisar e testar seus conhecimentos.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Independente do seu ponto de partida, está tudo certo!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a gente aprende com calma, no nosso tempo, sem medo de errar. Cada clique é uma conquista!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os novos, saibam que esse é um espaço seguro pra aprender do zero.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os antigos, é hora de fixar o que já foi visto e se preparar pro nosso teste.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final do curso, o computador deixa de assustar.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vira seu aliado: pra criar, estudar, trabalhar ou se divertir.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juntos nessa? Bora aprender!</a:t>
            </a:r>
            <a:endParaRPr sz="108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INFORMÁTICA?</a:t>
            </a:r>
            <a:endParaRPr sz="1088"/>
          </a:p>
        </p:txBody>
      </p:sp>
      <p:sp>
        <p:nvSpPr>
          <p:cNvPr id="105" name="Google Shape;105;p3"/>
          <p:cNvSpPr txBox="1"/>
          <p:nvPr/>
        </p:nvSpPr>
        <p:spPr>
          <a:xfrm>
            <a:off x="347989" y="1094889"/>
            <a:ext cx="8448000" cy="3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já parou pra pensar no que significa a palavra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Informática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vem da junção de duas palavras: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informação + automática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seja, é o uso da tecnologia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criar, organizar, guardar, buscar ou transmitir informações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calma, isso não é tão complicado quanto parece.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verdade, você já usa informática no dia a dia — muitas vezes sem nem perceber!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Olha só alguns exemplos: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você envia uma mensagem no WhatsApp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assiste um vídeo no YouTube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paga uma conta pelo celular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imprime um boleto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abre uma conta no banco digital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pesquisa um remédio no Google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isso é informática em ação!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só sobre mexer no computador.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sobre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usar a tecnologia ao nosso favor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 forma prática e inteligente.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seja você iniciante ou alguém que já viu um pouco disso nas aulas anteriores, vale lembrar: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mais você entende de informática, mais independente você se torna no mundo moderno.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UM COMPUTADOR?</a:t>
            </a:r>
            <a:endParaRPr sz="1088"/>
          </a:p>
        </p:txBody>
      </p:sp>
      <p:sp>
        <p:nvSpPr>
          <p:cNvPr id="111" name="Google Shape;111;p4"/>
          <p:cNvSpPr txBox="1"/>
          <p:nvPr/>
        </p:nvSpPr>
        <p:spPr>
          <a:xfrm>
            <a:off x="676396" y="1167363"/>
            <a:ext cx="79596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computador é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máquina inteligente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usada para escrever textos, ver vídeos, acessar a internet, fazer trabalhos e muito mais.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é importante entender uma coisa logo no começo: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computador só faz o que a gente manda.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pensa sozinho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Quem comanda tudo é você!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funcionar direitinho, o computador precisa de algumas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peças principais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Vamos conhecer cada uma?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Monitor: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tela, como a da TV. É onde você vê tudo o que está acontecendo.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Mouse: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Aquele aparelhinho que você movimenta com a mão. Ele faz o ponteiro se mexer na tela e serve para clicar, selecionar e abrir coisas.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Teclado: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onde ficam as letras, números e símbolos. Com ele você digita palavras, senhas, comanda ações.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Gabinete: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“caixa” onde está o cérebro do computador (os componentes internos, como a placa-mãe, HD, memória).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Caixas de som: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Reproduzem o som de vídeos, músicas ou chamadas.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Pen drive ou HD externo: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Servem para guardar ou levar arquivos de um lugar para outro (textos, fotos, músicas, etc.).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Estabilizador ou no-break: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Protegem o computador de problemas na energia, como quedas de luz ou picos de tensão.</a:t>
            </a:r>
            <a:endParaRPr sz="108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WINDOWS?</a:t>
            </a:r>
            <a:endParaRPr sz="1088"/>
          </a:p>
        </p:txBody>
      </p:sp>
      <p:sp>
        <p:nvSpPr>
          <p:cNvPr id="117" name="Google Shape;117;p6"/>
          <p:cNvSpPr txBox="1"/>
          <p:nvPr/>
        </p:nvSpPr>
        <p:spPr>
          <a:xfrm>
            <a:off x="487439" y="1326910"/>
            <a:ext cx="8169000" cy="3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Área de Trabalho (Desktop):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 tela principal que aparece quando o computador liga.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 como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mesa de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onde você coloca pastas, atalhos, imagens ou o que quiser deixar à vista.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Botão Iniciar (⊞):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Geralmente fica no canto inferior esquerdo da tela.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onde tudo começa: por ele você abre programas, acessa configurações, desliga o computador, e muito mais.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Barra de Tarefas: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 na parte de baixo da tela.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os programas que estão abertos e facilita a troca entre eles.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Pastas e Arquivos: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que você cria, baixa ou salva fica dentro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se fosse uma estante cheia de gavetas.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dessas pastas, você encontra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fotos, textos, músicas, vídeos, documentos...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Lixeira: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apaga um arquivo, ele vai primeiro pra Lixeira.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uma segunda chance: só depois de esvaziar a Lixeira o arquivo é apagado de vez.</a:t>
            </a:r>
            <a:endParaRPr sz="108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O WINDOWS?</a:t>
            </a:r>
            <a:endParaRPr sz="1088"/>
          </a:p>
        </p:txBody>
      </p:sp>
      <p:sp>
        <p:nvSpPr>
          <p:cNvPr id="123" name="Google Shape;123;p5"/>
          <p:cNvSpPr txBox="1"/>
          <p:nvPr/>
        </p:nvSpPr>
        <p:spPr>
          <a:xfrm>
            <a:off x="254044" y="1784959"/>
            <a:ext cx="86361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já ouviu falar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talvez ainda não saiba bem o que ele é.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Pense no computador como um corpo. Ele tem os componentes físicos: monitor, teclado, mouse, etc.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sozinho, ele não faz nada.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dá “vida” ao computador é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operacional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no nosso caso, esse sistema se chama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355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Windows é como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chefe de uma orquestra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organiza, comanda e faz tudo funcionar ao mesmo tempo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 ele, o computador é só uma máquina parada — ele nem conseguiria ligar corretamente.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liga o computador e aparece a tela com ícones, pastinhas, relógio e botão Iniciar…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já está dentro do Windows!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estão as partes mais importantes para começar a entender:</a:t>
            </a:r>
            <a:endParaRPr sz="108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7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MICROSOFT WORD – ESCREVENDO COM ESTILO</a:t>
            </a:r>
            <a:endParaRPr sz="1088"/>
          </a:p>
        </p:txBody>
      </p:sp>
      <p:sp>
        <p:nvSpPr>
          <p:cNvPr id="129" name="Google Shape;129;p7"/>
          <p:cNvSpPr txBox="1"/>
          <p:nvPr/>
        </p:nvSpPr>
        <p:spPr>
          <a:xfrm>
            <a:off x="843157" y="1528212"/>
            <a:ext cx="72360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caderno digital inteligente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onde você pode escrever, editar e organizar textos de forma prática.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ele, dá pra fazer: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Redações, receitas, bilhetes, cartas, currículos, contratos...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Mudar o tamanho e a cor da letra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negrito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itálico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sublinhado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emojis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até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Salvar o documento e imprimir depois, se quiser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programa muito usado no dia a dia, tanto em casa quanto no trabalho ou na escola.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o que você digita pode ser personalizado para ficar mais bonito ou mais organizado.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Word existe desde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1983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continua sendo um dos programas mais usados no mundo!</a:t>
            </a:r>
            <a:endParaRPr sz="1088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sz="1088"/>
          </a:p>
        </p:txBody>
      </p:sp>
      <p:sp>
        <p:nvSpPr>
          <p:cNvPr id="135" name="Google Shape;135;p8"/>
          <p:cNvSpPr txBox="1"/>
          <p:nvPr/>
        </p:nvSpPr>
        <p:spPr>
          <a:xfrm>
            <a:off x="427842" y="1808263"/>
            <a:ext cx="82884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até parecer difícil no começo, mas na verdade ele é como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grande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formada por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(na horizontal)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(na vertical).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Pense nele como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caderno de contas digital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faz contas sozinho e ajuda você a organizar qualquer tipo de informação.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Excel, você pode: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orçamentos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casa, da escola ou de um negócio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Controlar o que entra e o que sai de dinheiro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um extrato)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Anotar contas a pagar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pagamentos já feitos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listas de presença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listas de compras, de alunos, de produtos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cálculos automáticos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soma, média, porcentagem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Montar gráficos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visualizar os resultados com mais clareza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se fosse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caderno mágico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você escreve os valores, e ele já faz as contas por você!</a:t>
            </a:r>
            <a:endParaRPr sz="1088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 sz="1088"/>
          </a:p>
        </p:txBody>
      </p:sp>
      <p:sp>
        <p:nvSpPr>
          <p:cNvPr id="141" name="Google Shape;141;p9"/>
          <p:cNvSpPr txBox="1"/>
          <p:nvPr/>
        </p:nvSpPr>
        <p:spPr>
          <a:xfrm>
            <a:off x="394961" y="1664866"/>
            <a:ext cx="83541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programa ideal para quem precisa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apresentar alguma ideia de forma visual e organizada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funciona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são como páginas digitais. Em cada slide, você pode colocar um pedaço da sua explicação — com texto, imagens, efeitos e até som!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PowerPoint, você pode: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com textos, imagens e emojis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de transição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deixar os slides mais animados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vídeos, músicas e narrações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Organizar as ideias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tópicos e listas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Apresentar tudo em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TV, telão ou projetor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muito usado em escolas, empresas, palestras e até festas, para homenagens ou retrospectivas.</a:t>
            </a:r>
            <a:endParaRPr sz="108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/>
          <p:nvPr/>
        </p:nvSpPr>
        <p:spPr>
          <a:xfrm>
            <a:off x="0" y="0"/>
            <a:ext cx="9144000" cy="897600"/>
          </a:xfrm>
          <a:prstGeom prst="rect">
            <a:avLst/>
          </a:prstGeom>
          <a:solidFill>
            <a:srgbClr val="002060"/>
          </a:solidFill>
          <a:ln cap="flat" cmpd="sng" w="14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66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YOUTUBE – APRENDER, ENSINAR E SE EXPRESSAR (MÓDULO BÔNUS)</a:t>
            </a:r>
            <a:endParaRPr sz="1088"/>
          </a:p>
        </p:txBody>
      </p:sp>
      <p:sp>
        <p:nvSpPr>
          <p:cNvPr id="147" name="Google Shape;147;p10"/>
          <p:cNvSpPr txBox="1"/>
          <p:nvPr/>
        </p:nvSpPr>
        <p:spPr>
          <a:xfrm>
            <a:off x="221161" y="1409229"/>
            <a:ext cx="87018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das plataformas mais usadas no mundo — e vai muito além de entretenimento.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espaço onde qualquer pessoa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compartilhar ideias, ensinar algo, mostrar sua criatividade ou até divulgar um negócio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Neste curso, teremos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 especial e prático sobre YouTube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aulas rápidas e objetivas.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conteúdo extra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funciona como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bônus visual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complementar o que você já vem aprendendo.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Nosso foco será mostrar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montar a identidade do seu canal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mesmo que você ainda não grave vídeos.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vai aprender a: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e personalizar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nome, foto de perfil e banner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canal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Escrever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descrição clara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escolher seus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pronomes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destaque do canal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trailer e seções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Conhecer os principais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formatos de vídeo do YouTube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criar artes simples e bonitas para seu canal (como thumbnails e banners)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isso será feito com ferramentas gratuitas e acessíveis, de um jeito leve,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aproveitando ao máximo o tempo que teremos nesse mini módulo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2025-04-13T13:33:08Z</dcterms:created>
  <dc:creator>leo Souza</dc:creator>
</cp:coreProperties>
</file>