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</p:sldIdLst>
  <p:sldSz cy="5715000" cx="9144000"/>
  <p:notesSz cx="6858000" cy="9144000"/>
  <p:embeddedFontLst>
    <p:embeddedFont>
      <p:font typeface="Play"/>
      <p:regular r:id="rId17"/>
      <p:bold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9" roundtripDataSignature="AMtx7mgQrs9BBd0WJI0XdbbKMZOnvUbgF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font" Target="fonts/Play-regular.fntdata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customschemas.google.com/relationships/presentationmetadata" Target="metadata"/><Relationship Id="rId6" Type="http://schemas.openxmlformats.org/officeDocument/2006/relationships/slide" Target="slides/slide2.xml"/><Relationship Id="rId18" Type="http://schemas.openxmlformats.org/officeDocument/2006/relationships/font" Target="fonts/Play-bold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2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3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4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5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6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7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8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9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10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11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12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m com Legenda" type="picTx">
  <p:cSld name="PICTURE_WITH_CAPTION_TEXT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4"/>
          <p:cNvSpPr txBox="1"/>
          <p:nvPr>
            <p:ph type="title"/>
          </p:nvPr>
        </p:nvSpPr>
        <p:spPr>
          <a:xfrm>
            <a:off x="629841" y="381000"/>
            <a:ext cx="2949300" cy="1333500"/>
          </a:xfrm>
          <a:prstGeom prst="rect">
            <a:avLst/>
          </a:prstGeom>
          <a:noFill/>
          <a:ln>
            <a:noFill/>
          </a:ln>
        </p:spPr>
        <p:txBody>
          <a:bodyPr anchorCtr="0" anchor="b" bIns="35550" lIns="71100" spcFirstLastPara="1" rIns="71100" wrap="square" tIns="35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89"/>
              <a:buFont typeface="Play"/>
              <a:buNone/>
              <a:defRPr sz="2488"/>
            </a:lvl1pPr>
            <a:lvl2pPr lvl="1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9pPr>
          </a:lstStyle>
          <a:p/>
        </p:txBody>
      </p:sp>
      <p:sp>
        <p:nvSpPr>
          <p:cNvPr id="17" name="Google Shape;17;p14"/>
          <p:cNvSpPr/>
          <p:nvPr>
            <p:ph idx="2" type="pic"/>
          </p:nvPr>
        </p:nvSpPr>
        <p:spPr>
          <a:xfrm>
            <a:off x="3887391" y="822854"/>
            <a:ext cx="4629300" cy="4061400"/>
          </a:xfrm>
          <a:prstGeom prst="rect">
            <a:avLst/>
          </a:prstGeom>
          <a:noFill/>
          <a:ln>
            <a:noFill/>
          </a:ln>
        </p:spPr>
      </p:sp>
      <p:sp>
        <p:nvSpPr>
          <p:cNvPr id="18" name="Google Shape;18;p14"/>
          <p:cNvSpPr txBox="1"/>
          <p:nvPr>
            <p:ph idx="1" type="body"/>
          </p:nvPr>
        </p:nvSpPr>
        <p:spPr>
          <a:xfrm>
            <a:off x="629841" y="1714500"/>
            <a:ext cx="2949300" cy="31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78"/>
              </a:spcBef>
              <a:spcAft>
                <a:spcPts val="0"/>
              </a:spcAft>
              <a:buClr>
                <a:schemeClr val="dk1"/>
              </a:buClr>
              <a:buSzPts val="1244"/>
              <a:buNone/>
              <a:defRPr sz="1244"/>
            </a:lvl1pPr>
            <a:lvl2pPr indent="-228600" lvl="1" marL="9144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089"/>
              <a:buNone/>
              <a:defRPr sz="1088"/>
            </a:lvl2pPr>
            <a:lvl3pPr indent="-228600" lvl="2" marL="13716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933"/>
              <a:buNone/>
              <a:defRPr sz="933"/>
            </a:lvl3pPr>
            <a:lvl4pPr indent="-228600" lvl="3" marL="18288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778"/>
              <a:buNone/>
              <a:defRPr sz="777"/>
            </a:lvl4pPr>
            <a:lvl5pPr indent="-228600" lvl="4" marL="22860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778"/>
              <a:buNone/>
              <a:defRPr sz="777"/>
            </a:lvl5pPr>
            <a:lvl6pPr indent="-228600" lvl="5" marL="27432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778"/>
              <a:buNone/>
              <a:defRPr sz="777"/>
            </a:lvl6pPr>
            <a:lvl7pPr indent="-228600" lvl="6" marL="32004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778"/>
              <a:buNone/>
              <a:defRPr sz="777"/>
            </a:lvl7pPr>
            <a:lvl8pPr indent="-228600" lvl="7" marL="36576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778"/>
              <a:buNone/>
              <a:defRPr sz="777"/>
            </a:lvl8pPr>
            <a:lvl9pPr indent="-228600" lvl="8" marL="41148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778"/>
              <a:buNone/>
              <a:defRPr sz="777"/>
            </a:lvl9pPr>
          </a:lstStyle>
          <a:p/>
        </p:txBody>
      </p:sp>
      <p:sp>
        <p:nvSpPr>
          <p:cNvPr id="19" name="Google Shape;19;p14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089"/>
              <a:buNone/>
              <a:defRPr sz="933"/>
            </a:lvl1pPr>
            <a:lvl2pPr lvl="1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2pPr>
            <a:lvl3pPr lvl="2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3pPr>
            <a:lvl4pPr lvl="3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4pPr>
            <a:lvl5pPr lvl="4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5pPr>
            <a:lvl6pPr lvl="5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6pPr>
            <a:lvl7pPr lvl="6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7pPr>
            <a:lvl8pPr lvl="7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8pPr>
            <a:lvl9pPr lvl="8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9pPr>
          </a:lstStyle>
          <a:p/>
        </p:txBody>
      </p:sp>
      <p:sp>
        <p:nvSpPr>
          <p:cNvPr id="20" name="Google Shape;20;p14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89"/>
              <a:buNone/>
              <a:defRPr sz="933"/>
            </a:lvl1pPr>
            <a:lvl2pPr lvl="1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2pPr>
            <a:lvl3pPr lvl="2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3pPr>
            <a:lvl4pPr lvl="3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4pPr>
            <a:lvl5pPr lvl="4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5pPr>
            <a:lvl6pPr lvl="5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6pPr>
            <a:lvl7pPr lvl="6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7pPr>
            <a:lvl8pPr lvl="7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8pPr>
            <a:lvl9pPr lvl="8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9pPr>
          </a:lstStyle>
          <a:p/>
        </p:txBody>
      </p:sp>
      <p:sp>
        <p:nvSpPr>
          <p:cNvPr id="21" name="Google Shape;21;p14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algn="r">
              <a:spcBef>
                <a:spcPts val="0"/>
              </a:spcBef>
              <a:buNone/>
              <a:defRPr sz="933"/>
            </a:lvl1pPr>
            <a:lvl2pPr indent="0" lvl="1" marL="0" algn="r">
              <a:spcBef>
                <a:spcPts val="0"/>
              </a:spcBef>
              <a:buNone/>
              <a:defRPr sz="933"/>
            </a:lvl2pPr>
            <a:lvl3pPr indent="0" lvl="2" marL="0" algn="r">
              <a:spcBef>
                <a:spcPts val="0"/>
              </a:spcBef>
              <a:buNone/>
              <a:defRPr sz="933"/>
            </a:lvl3pPr>
            <a:lvl4pPr indent="0" lvl="3" marL="0" algn="r">
              <a:spcBef>
                <a:spcPts val="0"/>
              </a:spcBef>
              <a:buNone/>
              <a:defRPr sz="933"/>
            </a:lvl4pPr>
            <a:lvl5pPr indent="0" lvl="4" marL="0" algn="r">
              <a:spcBef>
                <a:spcPts val="0"/>
              </a:spcBef>
              <a:buNone/>
              <a:defRPr sz="933"/>
            </a:lvl5pPr>
            <a:lvl6pPr indent="0" lvl="5" marL="0" algn="r">
              <a:spcBef>
                <a:spcPts val="0"/>
              </a:spcBef>
              <a:buNone/>
              <a:defRPr sz="933"/>
            </a:lvl6pPr>
            <a:lvl7pPr indent="0" lvl="6" marL="0" algn="r">
              <a:spcBef>
                <a:spcPts val="0"/>
              </a:spcBef>
              <a:buNone/>
              <a:defRPr sz="933"/>
            </a:lvl7pPr>
            <a:lvl8pPr indent="0" lvl="7" marL="0" algn="r">
              <a:spcBef>
                <a:spcPts val="0"/>
              </a:spcBef>
              <a:buNone/>
              <a:defRPr sz="933"/>
            </a:lvl8pPr>
            <a:lvl9pPr indent="0" lvl="8" marL="0" algn="r">
              <a:spcBef>
                <a:spcPts val="0"/>
              </a:spcBef>
              <a:buNone/>
              <a:defRPr sz="933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m Branco" type="blank">
  <p:cSld name="BLANK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5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089"/>
              <a:buNone/>
              <a:defRPr sz="933"/>
            </a:lvl1pPr>
            <a:lvl2pPr lvl="1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2pPr>
            <a:lvl3pPr lvl="2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3pPr>
            <a:lvl4pPr lvl="3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4pPr>
            <a:lvl5pPr lvl="4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5pPr>
            <a:lvl6pPr lvl="5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6pPr>
            <a:lvl7pPr lvl="6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7pPr>
            <a:lvl8pPr lvl="7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8pPr>
            <a:lvl9pPr lvl="8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9pPr>
          </a:lstStyle>
          <a:p/>
        </p:txBody>
      </p:sp>
      <p:sp>
        <p:nvSpPr>
          <p:cNvPr id="24" name="Google Shape;24;p15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89"/>
              <a:buNone/>
              <a:defRPr sz="933"/>
            </a:lvl1pPr>
            <a:lvl2pPr lvl="1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2pPr>
            <a:lvl3pPr lvl="2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3pPr>
            <a:lvl4pPr lvl="3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4pPr>
            <a:lvl5pPr lvl="4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5pPr>
            <a:lvl6pPr lvl="5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6pPr>
            <a:lvl7pPr lvl="6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7pPr>
            <a:lvl8pPr lvl="7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8pPr>
            <a:lvl9pPr lvl="8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9pPr>
          </a:lstStyle>
          <a:p/>
        </p:txBody>
      </p:sp>
      <p:sp>
        <p:nvSpPr>
          <p:cNvPr id="25" name="Google Shape;25;p15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algn="r">
              <a:spcBef>
                <a:spcPts val="0"/>
              </a:spcBef>
              <a:buNone/>
              <a:defRPr sz="933"/>
            </a:lvl1pPr>
            <a:lvl2pPr indent="0" lvl="1" marL="0" algn="r">
              <a:spcBef>
                <a:spcPts val="0"/>
              </a:spcBef>
              <a:buNone/>
              <a:defRPr sz="933"/>
            </a:lvl2pPr>
            <a:lvl3pPr indent="0" lvl="2" marL="0" algn="r">
              <a:spcBef>
                <a:spcPts val="0"/>
              </a:spcBef>
              <a:buNone/>
              <a:defRPr sz="933"/>
            </a:lvl3pPr>
            <a:lvl4pPr indent="0" lvl="3" marL="0" algn="r">
              <a:spcBef>
                <a:spcPts val="0"/>
              </a:spcBef>
              <a:buNone/>
              <a:defRPr sz="933"/>
            </a:lvl4pPr>
            <a:lvl5pPr indent="0" lvl="4" marL="0" algn="r">
              <a:spcBef>
                <a:spcPts val="0"/>
              </a:spcBef>
              <a:buNone/>
              <a:defRPr sz="933"/>
            </a:lvl5pPr>
            <a:lvl6pPr indent="0" lvl="5" marL="0" algn="r">
              <a:spcBef>
                <a:spcPts val="0"/>
              </a:spcBef>
              <a:buNone/>
              <a:defRPr sz="933"/>
            </a:lvl6pPr>
            <a:lvl7pPr indent="0" lvl="6" marL="0" algn="r">
              <a:spcBef>
                <a:spcPts val="0"/>
              </a:spcBef>
              <a:buNone/>
              <a:defRPr sz="933"/>
            </a:lvl7pPr>
            <a:lvl8pPr indent="0" lvl="7" marL="0" algn="r">
              <a:spcBef>
                <a:spcPts val="0"/>
              </a:spcBef>
              <a:buNone/>
              <a:defRPr sz="933"/>
            </a:lvl8pPr>
            <a:lvl9pPr indent="0" lvl="8" marL="0" algn="r">
              <a:spcBef>
                <a:spcPts val="0"/>
              </a:spcBef>
              <a:buNone/>
              <a:defRPr sz="933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de Título" type="title">
  <p:cSld name="TITLE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6"/>
          <p:cNvSpPr txBox="1"/>
          <p:nvPr>
            <p:ph type="ctrTitle"/>
          </p:nvPr>
        </p:nvSpPr>
        <p:spPr>
          <a:xfrm>
            <a:off x="1143000" y="935303"/>
            <a:ext cx="6858000" cy="1989600"/>
          </a:xfrm>
          <a:prstGeom prst="rect">
            <a:avLst/>
          </a:prstGeom>
          <a:noFill/>
          <a:ln>
            <a:noFill/>
          </a:ln>
        </p:spPr>
        <p:txBody>
          <a:bodyPr anchorCtr="0" anchor="b" bIns="35550" lIns="71100" spcFirstLastPara="1" rIns="71100" wrap="square" tIns="3555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667"/>
              <a:buFont typeface="Play"/>
              <a:buNone/>
              <a:defRPr sz="4666"/>
            </a:lvl1pPr>
            <a:lvl2pPr lvl="1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9pPr>
          </a:lstStyle>
          <a:p/>
        </p:txBody>
      </p:sp>
      <p:sp>
        <p:nvSpPr>
          <p:cNvPr id="28" name="Google Shape;28;p16"/>
          <p:cNvSpPr txBox="1"/>
          <p:nvPr>
            <p:ph idx="1" type="subTitle"/>
          </p:nvPr>
        </p:nvSpPr>
        <p:spPr>
          <a:xfrm>
            <a:off x="1143000" y="3001698"/>
            <a:ext cx="6858000" cy="13797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lvl="0" algn="ctr">
              <a:lnSpc>
                <a:spcPct val="90000"/>
              </a:lnSpc>
              <a:spcBef>
                <a:spcPts val="778"/>
              </a:spcBef>
              <a:spcAft>
                <a:spcPts val="0"/>
              </a:spcAft>
              <a:buClr>
                <a:schemeClr val="dk1"/>
              </a:buClr>
              <a:buSzPts val="1867"/>
              <a:buNone/>
              <a:defRPr sz="1866"/>
            </a:lvl1pPr>
            <a:lvl2pPr lvl="1" algn="ctr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556"/>
              <a:buNone/>
              <a:defRPr sz="1555"/>
            </a:lvl2pPr>
            <a:lvl3pPr lvl="2" algn="ctr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244"/>
              <a:buNone/>
              <a:defRPr sz="1244"/>
            </a:lvl4pPr>
            <a:lvl5pPr lvl="4" algn="ctr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244"/>
              <a:buNone/>
              <a:defRPr sz="1244"/>
            </a:lvl5pPr>
            <a:lvl6pPr lvl="5" algn="ctr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244"/>
              <a:buNone/>
              <a:defRPr sz="1244"/>
            </a:lvl6pPr>
            <a:lvl7pPr lvl="6" algn="ctr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244"/>
              <a:buNone/>
              <a:defRPr sz="1244"/>
            </a:lvl7pPr>
            <a:lvl8pPr lvl="7" algn="ctr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244"/>
              <a:buNone/>
              <a:defRPr sz="1244"/>
            </a:lvl8pPr>
            <a:lvl9pPr lvl="8" algn="ctr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244"/>
              <a:buNone/>
              <a:defRPr sz="1244"/>
            </a:lvl9pPr>
          </a:lstStyle>
          <a:p/>
        </p:txBody>
      </p:sp>
      <p:sp>
        <p:nvSpPr>
          <p:cNvPr id="29" name="Google Shape;29;p16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089"/>
              <a:buNone/>
              <a:defRPr sz="933"/>
            </a:lvl1pPr>
            <a:lvl2pPr lvl="1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2pPr>
            <a:lvl3pPr lvl="2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3pPr>
            <a:lvl4pPr lvl="3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4pPr>
            <a:lvl5pPr lvl="4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5pPr>
            <a:lvl6pPr lvl="5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6pPr>
            <a:lvl7pPr lvl="6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7pPr>
            <a:lvl8pPr lvl="7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8pPr>
            <a:lvl9pPr lvl="8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9pPr>
          </a:lstStyle>
          <a:p/>
        </p:txBody>
      </p:sp>
      <p:sp>
        <p:nvSpPr>
          <p:cNvPr id="30" name="Google Shape;30;p16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89"/>
              <a:buNone/>
              <a:defRPr sz="933"/>
            </a:lvl1pPr>
            <a:lvl2pPr lvl="1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2pPr>
            <a:lvl3pPr lvl="2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3pPr>
            <a:lvl4pPr lvl="3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4pPr>
            <a:lvl5pPr lvl="4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5pPr>
            <a:lvl6pPr lvl="5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6pPr>
            <a:lvl7pPr lvl="6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7pPr>
            <a:lvl8pPr lvl="7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8pPr>
            <a:lvl9pPr lvl="8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9pPr>
          </a:lstStyle>
          <a:p/>
        </p:txBody>
      </p:sp>
      <p:sp>
        <p:nvSpPr>
          <p:cNvPr id="31" name="Google Shape;31;p16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algn="r">
              <a:spcBef>
                <a:spcPts val="0"/>
              </a:spcBef>
              <a:buNone/>
              <a:defRPr sz="933"/>
            </a:lvl1pPr>
            <a:lvl2pPr indent="0" lvl="1" marL="0" algn="r">
              <a:spcBef>
                <a:spcPts val="0"/>
              </a:spcBef>
              <a:buNone/>
              <a:defRPr sz="933"/>
            </a:lvl2pPr>
            <a:lvl3pPr indent="0" lvl="2" marL="0" algn="r">
              <a:spcBef>
                <a:spcPts val="0"/>
              </a:spcBef>
              <a:buNone/>
              <a:defRPr sz="933"/>
            </a:lvl3pPr>
            <a:lvl4pPr indent="0" lvl="3" marL="0" algn="r">
              <a:spcBef>
                <a:spcPts val="0"/>
              </a:spcBef>
              <a:buNone/>
              <a:defRPr sz="933"/>
            </a:lvl4pPr>
            <a:lvl5pPr indent="0" lvl="4" marL="0" algn="r">
              <a:spcBef>
                <a:spcPts val="0"/>
              </a:spcBef>
              <a:buNone/>
              <a:defRPr sz="933"/>
            </a:lvl5pPr>
            <a:lvl6pPr indent="0" lvl="5" marL="0" algn="r">
              <a:spcBef>
                <a:spcPts val="0"/>
              </a:spcBef>
              <a:buNone/>
              <a:defRPr sz="933"/>
            </a:lvl6pPr>
            <a:lvl7pPr indent="0" lvl="6" marL="0" algn="r">
              <a:spcBef>
                <a:spcPts val="0"/>
              </a:spcBef>
              <a:buNone/>
              <a:defRPr sz="933"/>
            </a:lvl7pPr>
            <a:lvl8pPr indent="0" lvl="7" marL="0" algn="r">
              <a:spcBef>
                <a:spcPts val="0"/>
              </a:spcBef>
              <a:buNone/>
              <a:defRPr sz="933"/>
            </a:lvl8pPr>
            <a:lvl9pPr indent="0" lvl="8" marL="0" algn="r">
              <a:spcBef>
                <a:spcPts val="0"/>
              </a:spcBef>
              <a:buNone/>
              <a:defRPr sz="933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Conteúdo" type="obj">
  <p:cSld name="OBJEC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7"/>
          <p:cNvSpPr txBox="1"/>
          <p:nvPr>
            <p:ph type="title"/>
          </p:nvPr>
        </p:nvSpPr>
        <p:spPr>
          <a:xfrm>
            <a:off x="628650" y="304271"/>
            <a:ext cx="7886700" cy="11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3422"/>
            </a:lvl1pPr>
            <a:lvl2pPr lvl="1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9pPr>
          </a:lstStyle>
          <a:p/>
        </p:txBody>
      </p:sp>
      <p:sp>
        <p:nvSpPr>
          <p:cNvPr id="34" name="Google Shape;34;p17"/>
          <p:cNvSpPr txBox="1"/>
          <p:nvPr>
            <p:ph idx="1" type="body"/>
          </p:nvPr>
        </p:nvSpPr>
        <p:spPr>
          <a:xfrm>
            <a:off x="628650" y="1521354"/>
            <a:ext cx="7886700" cy="36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778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2177"/>
            </a:lvl1pPr>
            <a:lvl2pPr indent="-317500" lvl="1" marL="9144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866"/>
            </a:lvl2pPr>
            <a:lvl3pPr indent="-317500" lvl="2" marL="13716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555"/>
            </a:lvl3pPr>
            <a:lvl4pPr indent="-317500" lvl="3" marL="18288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4pPr>
            <a:lvl5pPr indent="-317500" lvl="4" marL="22860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5pPr>
            <a:lvl6pPr indent="-317500" lvl="5" marL="27432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indent="-317500" lvl="6" marL="32004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indent="-317500" lvl="7" marL="36576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indent="-317500" lvl="8" marL="41148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/>
        </p:txBody>
      </p:sp>
      <p:sp>
        <p:nvSpPr>
          <p:cNvPr id="35" name="Google Shape;35;p17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089"/>
              <a:buNone/>
              <a:defRPr sz="933"/>
            </a:lvl1pPr>
            <a:lvl2pPr lvl="1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2pPr>
            <a:lvl3pPr lvl="2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3pPr>
            <a:lvl4pPr lvl="3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4pPr>
            <a:lvl5pPr lvl="4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5pPr>
            <a:lvl6pPr lvl="5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6pPr>
            <a:lvl7pPr lvl="6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7pPr>
            <a:lvl8pPr lvl="7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8pPr>
            <a:lvl9pPr lvl="8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9pPr>
          </a:lstStyle>
          <a:p/>
        </p:txBody>
      </p:sp>
      <p:sp>
        <p:nvSpPr>
          <p:cNvPr id="36" name="Google Shape;36;p17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89"/>
              <a:buNone/>
              <a:defRPr sz="933"/>
            </a:lvl1pPr>
            <a:lvl2pPr lvl="1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2pPr>
            <a:lvl3pPr lvl="2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3pPr>
            <a:lvl4pPr lvl="3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4pPr>
            <a:lvl5pPr lvl="4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5pPr>
            <a:lvl6pPr lvl="5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6pPr>
            <a:lvl7pPr lvl="6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7pPr>
            <a:lvl8pPr lvl="7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8pPr>
            <a:lvl9pPr lvl="8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9pPr>
          </a:lstStyle>
          <a:p/>
        </p:txBody>
      </p:sp>
      <p:sp>
        <p:nvSpPr>
          <p:cNvPr id="37" name="Google Shape;37;p17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algn="r">
              <a:spcBef>
                <a:spcPts val="0"/>
              </a:spcBef>
              <a:buNone/>
              <a:defRPr sz="933"/>
            </a:lvl1pPr>
            <a:lvl2pPr indent="0" lvl="1" marL="0" algn="r">
              <a:spcBef>
                <a:spcPts val="0"/>
              </a:spcBef>
              <a:buNone/>
              <a:defRPr sz="933"/>
            </a:lvl2pPr>
            <a:lvl3pPr indent="0" lvl="2" marL="0" algn="r">
              <a:spcBef>
                <a:spcPts val="0"/>
              </a:spcBef>
              <a:buNone/>
              <a:defRPr sz="933"/>
            </a:lvl3pPr>
            <a:lvl4pPr indent="0" lvl="3" marL="0" algn="r">
              <a:spcBef>
                <a:spcPts val="0"/>
              </a:spcBef>
              <a:buNone/>
              <a:defRPr sz="933"/>
            </a:lvl4pPr>
            <a:lvl5pPr indent="0" lvl="4" marL="0" algn="r">
              <a:spcBef>
                <a:spcPts val="0"/>
              </a:spcBef>
              <a:buNone/>
              <a:defRPr sz="933"/>
            </a:lvl5pPr>
            <a:lvl6pPr indent="0" lvl="5" marL="0" algn="r">
              <a:spcBef>
                <a:spcPts val="0"/>
              </a:spcBef>
              <a:buNone/>
              <a:defRPr sz="933"/>
            </a:lvl6pPr>
            <a:lvl7pPr indent="0" lvl="6" marL="0" algn="r">
              <a:spcBef>
                <a:spcPts val="0"/>
              </a:spcBef>
              <a:buNone/>
              <a:defRPr sz="933"/>
            </a:lvl7pPr>
            <a:lvl8pPr indent="0" lvl="7" marL="0" algn="r">
              <a:spcBef>
                <a:spcPts val="0"/>
              </a:spcBef>
              <a:buNone/>
              <a:defRPr sz="933"/>
            </a:lvl8pPr>
            <a:lvl9pPr indent="0" lvl="8" marL="0" algn="r">
              <a:spcBef>
                <a:spcPts val="0"/>
              </a:spcBef>
              <a:buNone/>
              <a:defRPr sz="933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beçalho da Seção" type="secHead">
  <p:cSld name="SECTION_HEADER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8"/>
          <p:cNvSpPr txBox="1"/>
          <p:nvPr>
            <p:ph type="title"/>
          </p:nvPr>
        </p:nvSpPr>
        <p:spPr>
          <a:xfrm>
            <a:off x="623888" y="1424782"/>
            <a:ext cx="7886700" cy="2377200"/>
          </a:xfrm>
          <a:prstGeom prst="rect">
            <a:avLst/>
          </a:prstGeom>
          <a:noFill/>
          <a:ln>
            <a:noFill/>
          </a:ln>
        </p:spPr>
        <p:txBody>
          <a:bodyPr anchorCtr="0" anchor="b" bIns="35550" lIns="71100" spcFirstLastPara="1" rIns="71100" wrap="square" tIns="35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667"/>
              <a:buFont typeface="Play"/>
              <a:buNone/>
              <a:defRPr sz="4666"/>
            </a:lvl1pPr>
            <a:lvl2pPr lvl="1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9pPr>
          </a:lstStyle>
          <a:p/>
        </p:txBody>
      </p:sp>
      <p:sp>
        <p:nvSpPr>
          <p:cNvPr id="40" name="Google Shape;40;p18"/>
          <p:cNvSpPr txBox="1"/>
          <p:nvPr>
            <p:ph idx="1" type="body"/>
          </p:nvPr>
        </p:nvSpPr>
        <p:spPr>
          <a:xfrm>
            <a:off x="623888" y="3824553"/>
            <a:ext cx="7886700" cy="12501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78"/>
              </a:spcBef>
              <a:spcAft>
                <a:spcPts val="0"/>
              </a:spcAft>
              <a:buClr>
                <a:srgbClr val="757575"/>
              </a:buClr>
              <a:buSzPts val="1867"/>
              <a:buNone/>
              <a:defRPr sz="1866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rgbClr val="757575"/>
              </a:buClr>
              <a:buSzPts val="1556"/>
              <a:buNone/>
              <a:defRPr sz="1555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rgbClr val="757575"/>
              </a:buClr>
              <a:buSzPts val="1400"/>
              <a:buNone/>
              <a:defRPr sz="14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rgbClr val="757575"/>
              </a:buClr>
              <a:buSzPts val="1244"/>
              <a:buNone/>
              <a:defRPr sz="1244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rgbClr val="757575"/>
              </a:buClr>
              <a:buSzPts val="1244"/>
              <a:buNone/>
              <a:defRPr sz="1244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rgbClr val="757575"/>
              </a:buClr>
              <a:buSzPts val="1244"/>
              <a:buNone/>
              <a:defRPr sz="1244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rgbClr val="757575"/>
              </a:buClr>
              <a:buSzPts val="1244"/>
              <a:buNone/>
              <a:defRPr sz="1244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rgbClr val="757575"/>
              </a:buClr>
              <a:buSzPts val="1244"/>
              <a:buNone/>
              <a:defRPr sz="1244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rgbClr val="757575"/>
              </a:buClr>
              <a:buSzPts val="1244"/>
              <a:buNone/>
              <a:defRPr sz="1244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41" name="Google Shape;41;p18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089"/>
              <a:buNone/>
              <a:defRPr sz="933"/>
            </a:lvl1pPr>
            <a:lvl2pPr lvl="1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2pPr>
            <a:lvl3pPr lvl="2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3pPr>
            <a:lvl4pPr lvl="3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4pPr>
            <a:lvl5pPr lvl="4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5pPr>
            <a:lvl6pPr lvl="5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6pPr>
            <a:lvl7pPr lvl="6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7pPr>
            <a:lvl8pPr lvl="7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8pPr>
            <a:lvl9pPr lvl="8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9pPr>
          </a:lstStyle>
          <a:p/>
        </p:txBody>
      </p:sp>
      <p:sp>
        <p:nvSpPr>
          <p:cNvPr id="42" name="Google Shape;42;p18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89"/>
              <a:buNone/>
              <a:defRPr sz="933"/>
            </a:lvl1pPr>
            <a:lvl2pPr lvl="1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2pPr>
            <a:lvl3pPr lvl="2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3pPr>
            <a:lvl4pPr lvl="3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4pPr>
            <a:lvl5pPr lvl="4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5pPr>
            <a:lvl6pPr lvl="5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6pPr>
            <a:lvl7pPr lvl="6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7pPr>
            <a:lvl8pPr lvl="7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8pPr>
            <a:lvl9pPr lvl="8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9pPr>
          </a:lstStyle>
          <a:p/>
        </p:txBody>
      </p:sp>
      <p:sp>
        <p:nvSpPr>
          <p:cNvPr id="43" name="Google Shape;43;p18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algn="r">
              <a:spcBef>
                <a:spcPts val="0"/>
              </a:spcBef>
              <a:buNone/>
              <a:defRPr sz="933"/>
            </a:lvl1pPr>
            <a:lvl2pPr indent="0" lvl="1" marL="0" algn="r">
              <a:spcBef>
                <a:spcPts val="0"/>
              </a:spcBef>
              <a:buNone/>
              <a:defRPr sz="933"/>
            </a:lvl2pPr>
            <a:lvl3pPr indent="0" lvl="2" marL="0" algn="r">
              <a:spcBef>
                <a:spcPts val="0"/>
              </a:spcBef>
              <a:buNone/>
              <a:defRPr sz="933"/>
            </a:lvl3pPr>
            <a:lvl4pPr indent="0" lvl="3" marL="0" algn="r">
              <a:spcBef>
                <a:spcPts val="0"/>
              </a:spcBef>
              <a:buNone/>
              <a:defRPr sz="933"/>
            </a:lvl4pPr>
            <a:lvl5pPr indent="0" lvl="4" marL="0" algn="r">
              <a:spcBef>
                <a:spcPts val="0"/>
              </a:spcBef>
              <a:buNone/>
              <a:defRPr sz="933"/>
            </a:lvl5pPr>
            <a:lvl6pPr indent="0" lvl="5" marL="0" algn="r">
              <a:spcBef>
                <a:spcPts val="0"/>
              </a:spcBef>
              <a:buNone/>
              <a:defRPr sz="933"/>
            </a:lvl6pPr>
            <a:lvl7pPr indent="0" lvl="6" marL="0" algn="r">
              <a:spcBef>
                <a:spcPts val="0"/>
              </a:spcBef>
              <a:buNone/>
              <a:defRPr sz="933"/>
            </a:lvl7pPr>
            <a:lvl8pPr indent="0" lvl="7" marL="0" algn="r">
              <a:spcBef>
                <a:spcPts val="0"/>
              </a:spcBef>
              <a:buNone/>
              <a:defRPr sz="933"/>
            </a:lvl8pPr>
            <a:lvl9pPr indent="0" lvl="8" marL="0" algn="r">
              <a:spcBef>
                <a:spcPts val="0"/>
              </a:spcBef>
              <a:buNone/>
              <a:defRPr sz="933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uas Partes de Conteúdo" type="twoObj">
  <p:cSld name="TWO_OBJECTS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9"/>
          <p:cNvSpPr txBox="1"/>
          <p:nvPr>
            <p:ph type="title"/>
          </p:nvPr>
        </p:nvSpPr>
        <p:spPr>
          <a:xfrm>
            <a:off x="628650" y="304271"/>
            <a:ext cx="7886700" cy="11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3422"/>
            </a:lvl1pPr>
            <a:lvl2pPr lvl="1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9pPr>
          </a:lstStyle>
          <a:p/>
        </p:txBody>
      </p:sp>
      <p:sp>
        <p:nvSpPr>
          <p:cNvPr id="46" name="Google Shape;46;p19"/>
          <p:cNvSpPr txBox="1"/>
          <p:nvPr>
            <p:ph idx="1" type="body"/>
          </p:nvPr>
        </p:nvSpPr>
        <p:spPr>
          <a:xfrm>
            <a:off x="628650" y="1521354"/>
            <a:ext cx="3886200" cy="36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778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2177"/>
            </a:lvl1pPr>
            <a:lvl2pPr indent="-317500" lvl="1" marL="9144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866"/>
            </a:lvl2pPr>
            <a:lvl3pPr indent="-317500" lvl="2" marL="13716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555"/>
            </a:lvl3pPr>
            <a:lvl4pPr indent="-317500" lvl="3" marL="18288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4pPr>
            <a:lvl5pPr indent="-317500" lvl="4" marL="22860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5pPr>
            <a:lvl6pPr indent="-317500" lvl="5" marL="27432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indent="-317500" lvl="6" marL="32004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indent="-317500" lvl="7" marL="36576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indent="-317500" lvl="8" marL="41148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/>
        </p:txBody>
      </p:sp>
      <p:sp>
        <p:nvSpPr>
          <p:cNvPr id="47" name="Google Shape;47;p19"/>
          <p:cNvSpPr txBox="1"/>
          <p:nvPr>
            <p:ph idx="2" type="body"/>
          </p:nvPr>
        </p:nvSpPr>
        <p:spPr>
          <a:xfrm>
            <a:off x="4629150" y="1521354"/>
            <a:ext cx="3886200" cy="36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778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2177"/>
            </a:lvl1pPr>
            <a:lvl2pPr indent="-317500" lvl="1" marL="9144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866"/>
            </a:lvl2pPr>
            <a:lvl3pPr indent="-317500" lvl="2" marL="13716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555"/>
            </a:lvl3pPr>
            <a:lvl4pPr indent="-317500" lvl="3" marL="18288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4pPr>
            <a:lvl5pPr indent="-317500" lvl="4" marL="22860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5pPr>
            <a:lvl6pPr indent="-317500" lvl="5" marL="27432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indent="-317500" lvl="6" marL="32004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indent="-317500" lvl="7" marL="36576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indent="-317500" lvl="8" marL="41148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/>
        </p:txBody>
      </p:sp>
      <p:sp>
        <p:nvSpPr>
          <p:cNvPr id="48" name="Google Shape;48;p19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089"/>
              <a:buNone/>
              <a:defRPr sz="933"/>
            </a:lvl1pPr>
            <a:lvl2pPr lvl="1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2pPr>
            <a:lvl3pPr lvl="2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3pPr>
            <a:lvl4pPr lvl="3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4pPr>
            <a:lvl5pPr lvl="4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5pPr>
            <a:lvl6pPr lvl="5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6pPr>
            <a:lvl7pPr lvl="6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7pPr>
            <a:lvl8pPr lvl="7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8pPr>
            <a:lvl9pPr lvl="8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9pPr>
          </a:lstStyle>
          <a:p/>
        </p:txBody>
      </p:sp>
      <p:sp>
        <p:nvSpPr>
          <p:cNvPr id="49" name="Google Shape;49;p19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89"/>
              <a:buNone/>
              <a:defRPr sz="933"/>
            </a:lvl1pPr>
            <a:lvl2pPr lvl="1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2pPr>
            <a:lvl3pPr lvl="2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3pPr>
            <a:lvl4pPr lvl="3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4pPr>
            <a:lvl5pPr lvl="4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5pPr>
            <a:lvl6pPr lvl="5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6pPr>
            <a:lvl7pPr lvl="6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7pPr>
            <a:lvl8pPr lvl="7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8pPr>
            <a:lvl9pPr lvl="8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9pPr>
          </a:lstStyle>
          <a:p/>
        </p:txBody>
      </p:sp>
      <p:sp>
        <p:nvSpPr>
          <p:cNvPr id="50" name="Google Shape;50;p19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algn="r">
              <a:spcBef>
                <a:spcPts val="0"/>
              </a:spcBef>
              <a:buNone/>
              <a:defRPr sz="933"/>
            </a:lvl1pPr>
            <a:lvl2pPr indent="0" lvl="1" marL="0" algn="r">
              <a:spcBef>
                <a:spcPts val="0"/>
              </a:spcBef>
              <a:buNone/>
              <a:defRPr sz="933"/>
            </a:lvl2pPr>
            <a:lvl3pPr indent="0" lvl="2" marL="0" algn="r">
              <a:spcBef>
                <a:spcPts val="0"/>
              </a:spcBef>
              <a:buNone/>
              <a:defRPr sz="933"/>
            </a:lvl3pPr>
            <a:lvl4pPr indent="0" lvl="3" marL="0" algn="r">
              <a:spcBef>
                <a:spcPts val="0"/>
              </a:spcBef>
              <a:buNone/>
              <a:defRPr sz="933"/>
            </a:lvl4pPr>
            <a:lvl5pPr indent="0" lvl="4" marL="0" algn="r">
              <a:spcBef>
                <a:spcPts val="0"/>
              </a:spcBef>
              <a:buNone/>
              <a:defRPr sz="933"/>
            </a:lvl5pPr>
            <a:lvl6pPr indent="0" lvl="5" marL="0" algn="r">
              <a:spcBef>
                <a:spcPts val="0"/>
              </a:spcBef>
              <a:buNone/>
              <a:defRPr sz="933"/>
            </a:lvl6pPr>
            <a:lvl7pPr indent="0" lvl="6" marL="0" algn="r">
              <a:spcBef>
                <a:spcPts val="0"/>
              </a:spcBef>
              <a:buNone/>
              <a:defRPr sz="933"/>
            </a:lvl7pPr>
            <a:lvl8pPr indent="0" lvl="7" marL="0" algn="r">
              <a:spcBef>
                <a:spcPts val="0"/>
              </a:spcBef>
              <a:buNone/>
              <a:defRPr sz="933"/>
            </a:lvl8pPr>
            <a:lvl9pPr indent="0" lvl="8" marL="0" algn="r">
              <a:spcBef>
                <a:spcPts val="0"/>
              </a:spcBef>
              <a:buNone/>
              <a:defRPr sz="933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ção" type="twoTxTwoObj">
  <p:cSld name="TWO_OBJECTS_WITH_TEXT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20"/>
          <p:cNvSpPr txBox="1"/>
          <p:nvPr>
            <p:ph type="title"/>
          </p:nvPr>
        </p:nvSpPr>
        <p:spPr>
          <a:xfrm>
            <a:off x="629841" y="304271"/>
            <a:ext cx="7886700" cy="11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3422"/>
            </a:lvl1pPr>
            <a:lvl2pPr lvl="1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9pPr>
          </a:lstStyle>
          <a:p/>
        </p:txBody>
      </p:sp>
      <p:sp>
        <p:nvSpPr>
          <p:cNvPr id="53" name="Google Shape;53;p20"/>
          <p:cNvSpPr txBox="1"/>
          <p:nvPr>
            <p:ph idx="1" type="body"/>
          </p:nvPr>
        </p:nvSpPr>
        <p:spPr>
          <a:xfrm>
            <a:off x="629841" y="1400969"/>
            <a:ext cx="3868200" cy="686700"/>
          </a:xfrm>
          <a:prstGeom prst="rect">
            <a:avLst/>
          </a:prstGeom>
          <a:noFill/>
          <a:ln>
            <a:noFill/>
          </a:ln>
        </p:spPr>
        <p:txBody>
          <a:bodyPr anchorCtr="0" anchor="b" bIns="35550" lIns="71100" spcFirstLastPara="1" rIns="71100" wrap="square" tIns="3555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78"/>
              </a:spcBef>
              <a:spcAft>
                <a:spcPts val="0"/>
              </a:spcAft>
              <a:buClr>
                <a:schemeClr val="dk1"/>
              </a:buClr>
              <a:buSzPts val="1867"/>
              <a:buNone/>
              <a:defRPr b="1" sz="1866"/>
            </a:lvl1pPr>
            <a:lvl2pPr indent="-228600" lvl="1" marL="9144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556"/>
              <a:buNone/>
              <a:defRPr b="1" sz="1555"/>
            </a:lvl2pPr>
            <a:lvl3pPr indent="-228600" lvl="2" marL="13716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244"/>
              <a:buNone/>
              <a:defRPr b="1" sz="1244"/>
            </a:lvl4pPr>
            <a:lvl5pPr indent="-228600" lvl="4" marL="22860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244"/>
              <a:buNone/>
              <a:defRPr b="1" sz="1244"/>
            </a:lvl5pPr>
            <a:lvl6pPr indent="-228600" lvl="5" marL="27432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244"/>
              <a:buNone/>
              <a:defRPr b="1" sz="1244"/>
            </a:lvl6pPr>
            <a:lvl7pPr indent="-228600" lvl="6" marL="32004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244"/>
              <a:buNone/>
              <a:defRPr b="1" sz="1244"/>
            </a:lvl7pPr>
            <a:lvl8pPr indent="-228600" lvl="7" marL="36576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244"/>
              <a:buNone/>
              <a:defRPr b="1" sz="1244"/>
            </a:lvl8pPr>
            <a:lvl9pPr indent="-228600" lvl="8" marL="41148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244"/>
              <a:buNone/>
              <a:defRPr b="1" sz="1244"/>
            </a:lvl9pPr>
          </a:lstStyle>
          <a:p/>
        </p:txBody>
      </p:sp>
      <p:sp>
        <p:nvSpPr>
          <p:cNvPr id="54" name="Google Shape;54;p20"/>
          <p:cNvSpPr txBox="1"/>
          <p:nvPr>
            <p:ph idx="2" type="body"/>
          </p:nvPr>
        </p:nvSpPr>
        <p:spPr>
          <a:xfrm>
            <a:off x="629841" y="2087563"/>
            <a:ext cx="3868200" cy="30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778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2177"/>
            </a:lvl1pPr>
            <a:lvl2pPr indent="-317500" lvl="1" marL="9144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866"/>
            </a:lvl2pPr>
            <a:lvl3pPr indent="-317500" lvl="2" marL="13716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555"/>
            </a:lvl3pPr>
            <a:lvl4pPr indent="-317500" lvl="3" marL="18288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4pPr>
            <a:lvl5pPr indent="-317500" lvl="4" marL="22860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5pPr>
            <a:lvl6pPr indent="-317500" lvl="5" marL="27432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indent="-317500" lvl="6" marL="32004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indent="-317500" lvl="7" marL="36576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indent="-317500" lvl="8" marL="41148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/>
        </p:txBody>
      </p:sp>
      <p:sp>
        <p:nvSpPr>
          <p:cNvPr id="55" name="Google Shape;55;p20"/>
          <p:cNvSpPr txBox="1"/>
          <p:nvPr>
            <p:ph idx="3" type="body"/>
          </p:nvPr>
        </p:nvSpPr>
        <p:spPr>
          <a:xfrm>
            <a:off x="4629150" y="1400969"/>
            <a:ext cx="3887400" cy="686700"/>
          </a:xfrm>
          <a:prstGeom prst="rect">
            <a:avLst/>
          </a:prstGeom>
          <a:noFill/>
          <a:ln>
            <a:noFill/>
          </a:ln>
        </p:spPr>
        <p:txBody>
          <a:bodyPr anchorCtr="0" anchor="b" bIns="35550" lIns="71100" spcFirstLastPara="1" rIns="71100" wrap="square" tIns="3555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78"/>
              </a:spcBef>
              <a:spcAft>
                <a:spcPts val="0"/>
              </a:spcAft>
              <a:buClr>
                <a:schemeClr val="dk1"/>
              </a:buClr>
              <a:buSzPts val="1867"/>
              <a:buNone/>
              <a:defRPr b="1" sz="1866"/>
            </a:lvl1pPr>
            <a:lvl2pPr indent="-228600" lvl="1" marL="9144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556"/>
              <a:buNone/>
              <a:defRPr b="1" sz="1555"/>
            </a:lvl2pPr>
            <a:lvl3pPr indent="-228600" lvl="2" marL="13716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244"/>
              <a:buNone/>
              <a:defRPr b="1" sz="1244"/>
            </a:lvl4pPr>
            <a:lvl5pPr indent="-228600" lvl="4" marL="22860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244"/>
              <a:buNone/>
              <a:defRPr b="1" sz="1244"/>
            </a:lvl5pPr>
            <a:lvl6pPr indent="-228600" lvl="5" marL="27432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244"/>
              <a:buNone/>
              <a:defRPr b="1" sz="1244"/>
            </a:lvl6pPr>
            <a:lvl7pPr indent="-228600" lvl="6" marL="32004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244"/>
              <a:buNone/>
              <a:defRPr b="1" sz="1244"/>
            </a:lvl7pPr>
            <a:lvl8pPr indent="-228600" lvl="7" marL="36576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244"/>
              <a:buNone/>
              <a:defRPr b="1" sz="1244"/>
            </a:lvl8pPr>
            <a:lvl9pPr indent="-228600" lvl="8" marL="41148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244"/>
              <a:buNone/>
              <a:defRPr b="1" sz="1244"/>
            </a:lvl9pPr>
          </a:lstStyle>
          <a:p/>
        </p:txBody>
      </p:sp>
      <p:sp>
        <p:nvSpPr>
          <p:cNvPr id="56" name="Google Shape;56;p20"/>
          <p:cNvSpPr txBox="1"/>
          <p:nvPr>
            <p:ph idx="4" type="body"/>
          </p:nvPr>
        </p:nvSpPr>
        <p:spPr>
          <a:xfrm>
            <a:off x="4629150" y="2087563"/>
            <a:ext cx="3887400" cy="30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778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2177"/>
            </a:lvl1pPr>
            <a:lvl2pPr indent="-317500" lvl="1" marL="9144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866"/>
            </a:lvl2pPr>
            <a:lvl3pPr indent="-317500" lvl="2" marL="13716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555"/>
            </a:lvl3pPr>
            <a:lvl4pPr indent="-317500" lvl="3" marL="18288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4pPr>
            <a:lvl5pPr indent="-317500" lvl="4" marL="22860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5pPr>
            <a:lvl6pPr indent="-317500" lvl="5" marL="27432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indent="-317500" lvl="6" marL="32004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indent="-317500" lvl="7" marL="36576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indent="-317500" lvl="8" marL="41148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/>
        </p:txBody>
      </p:sp>
      <p:sp>
        <p:nvSpPr>
          <p:cNvPr id="57" name="Google Shape;57;p20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089"/>
              <a:buNone/>
              <a:defRPr sz="933"/>
            </a:lvl1pPr>
            <a:lvl2pPr lvl="1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2pPr>
            <a:lvl3pPr lvl="2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3pPr>
            <a:lvl4pPr lvl="3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4pPr>
            <a:lvl5pPr lvl="4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5pPr>
            <a:lvl6pPr lvl="5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6pPr>
            <a:lvl7pPr lvl="6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7pPr>
            <a:lvl8pPr lvl="7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8pPr>
            <a:lvl9pPr lvl="8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9pPr>
          </a:lstStyle>
          <a:p/>
        </p:txBody>
      </p:sp>
      <p:sp>
        <p:nvSpPr>
          <p:cNvPr id="58" name="Google Shape;58;p20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89"/>
              <a:buNone/>
              <a:defRPr sz="933"/>
            </a:lvl1pPr>
            <a:lvl2pPr lvl="1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2pPr>
            <a:lvl3pPr lvl="2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3pPr>
            <a:lvl4pPr lvl="3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4pPr>
            <a:lvl5pPr lvl="4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5pPr>
            <a:lvl6pPr lvl="5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6pPr>
            <a:lvl7pPr lvl="6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7pPr>
            <a:lvl8pPr lvl="7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8pPr>
            <a:lvl9pPr lvl="8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9pPr>
          </a:lstStyle>
          <a:p/>
        </p:txBody>
      </p:sp>
      <p:sp>
        <p:nvSpPr>
          <p:cNvPr id="59" name="Google Shape;59;p20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algn="r">
              <a:spcBef>
                <a:spcPts val="0"/>
              </a:spcBef>
              <a:buNone/>
              <a:defRPr sz="933"/>
            </a:lvl1pPr>
            <a:lvl2pPr indent="0" lvl="1" marL="0" algn="r">
              <a:spcBef>
                <a:spcPts val="0"/>
              </a:spcBef>
              <a:buNone/>
              <a:defRPr sz="933"/>
            </a:lvl2pPr>
            <a:lvl3pPr indent="0" lvl="2" marL="0" algn="r">
              <a:spcBef>
                <a:spcPts val="0"/>
              </a:spcBef>
              <a:buNone/>
              <a:defRPr sz="933"/>
            </a:lvl3pPr>
            <a:lvl4pPr indent="0" lvl="3" marL="0" algn="r">
              <a:spcBef>
                <a:spcPts val="0"/>
              </a:spcBef>
              <a:buNone/>
              <a:defRPr sz="933"/>
            </a:lvl4pPr>
            <a:lvl5pPr indent="0" lvl="4" marL="0" algn="r">
              <a:spcBef>
                <a:spcPts val="0"/>
              </a:spcBef>
              <a:buNone/>
              <a:defRPr sz="933"/>
            </a:lvl5pPr>
            <a:lvl6pPr indent="0" lvl="5" marL="0" algn="r">
              <a:spcBef>
                <a:spcPts val="0"/>
              </a:spcBef>
              <a:buNone/>
              <a:defRPr sz="933"/>
            </a:lvl6pPr>
            <a:lvl7pPr indent="0" lvl="6" marL="0" algn="r">
              <a:spcBef>
                <a:spcPts val="0"/>
              </a:spcBef>
              <a:buNone/>
              <a:defRPr sz="933"/>
            </a:lvl7pPr>
            <a:lvl8pPr indent="0" lvl="7" marL="0" algn="r">
              <a:spcBef>
                <a:spcPts val="0"/>
              </a:spcBef>
              <a:buNone/>
              <a:defRPr sz="933"/>
            </a:lvl8pPr>
            <a:lvl9pPr indent="0" lvl="8" marL="0" algn="r">
              <a:spcBef>
                <a:spcPts val="0"/>
              </a:spcBef>
              <a:buNone/>
              <a:defRPr sz="933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mente Título" type="titleOnly">
  <p:cSld name="TITLE_ONLY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21"/>
          <p:cNvSpPr txBox="1"/>
          <p:nvPr>
            <p:ph type="title"/>
          </p:nvPr>
        </p:nvSpPr>
        <p:spPr>
          <a:xfrm>
            <a:off x="628650" y="304271"/>
            <a:ext cx="7886700" cy="11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3422"/>
            </a:lvl1pPr>
            <a:lvl2pPr lvl="1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9pPr>
          </a:lstStyle>
          <a:p/>
        </p:txBody>
      </p:sp>
      <p:sp>
        <p:nvSpPr>
          <p:cNvPr id="62" name="Google Shape;62;p21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089"/>
              <a:buNone/>
              <a:defRPr sz="933"/>
            </a:lvl1pPr>
            <a:lvl2pPr lvl="1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2pPr>
            <a:lvl3pPr lvl="2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3pPr>
            <a:lvl4pPr lvl="3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4pPr>
            <a:lvl5pPr lvl="4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5pPr>
            <a:lvl6pPr lvl="5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6pPr>
            <a:lvl7pPr lvl="6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7pPr>
            <a:lvl8pPr lvl="7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8pPr>
            <a:lvl9pPr lvl="8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9pPr>
          </a:lstStyle>
          <a:p/>
        </p:txBody>
      </p:sp>
      <p:sp>
        <p:nvSpPr>
          <p:cNvPr id="63" name="Google Shape;63;p21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89"/>
              <a:buNone/>
              <a:defRPr sz="933"/>
            </a:lvl1pPr>
            <a:lvl2pPr lvl="1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2pPr>
            <a:lvl3pPr lvl="2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3pPr>
            <a:lvl4pPr lvl="3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4pPr>
            <a:lvl5pPr lvl="4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5pPr>
            <a:lvl6pPr lvl="5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6pPr>
            <a:lvl7pPr lvl="6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7pPr>
            <a:lvl8pPr lvl="7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8pPr>
            <a:lvl9pPr lvl="8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9pPr>
          </a:lstStyle>
          <a:p/>
        </p:txBody>
      </p:sp>
      <p:sp>
        <p:nvSpPr>
          <p:cNvPr id="64" name="Google Shape;64;p21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algn="r">
              <a:spcBef>
                <a:spcPts val="0"/>
              </a:spcBef>
              <a:buNone/>
              <a:defRPr sz="933"/>
            </a:lvl1pPr>
            <a:lvl2pPr indent="0" lvl="1" marL="0" algn="r">
              <a:spcBef>
                <a:spcPts val="0"/>
              </a:spcBef>
              <a:buNone/>
              <a:defRPr sz="933"/>
            </a:lvl2pPr>
            <a:lvl3pPr indent="0" lvl="2" marL="0" algn="r">
              <a:spcBef>
                <a:spcPts val="0"/>
              </a:spcBef>
              <a:buNone/>
              <a:defRPr sz="933"/>
            </a:lvl3pPr>
            <a:lvl4pPr indent="0" lvl="3" marL="0" algn="r">
              <a:spcBef>
                <a:spcPts val="0"/>
              </a:spcBef>
              <a:buNone/>
              <a:defRPr sz="933"/>
            </a:lvl4pPr>
            <a:lvl5pPr indent="0" lvl="4" marL="0" algn="r">
              <a:spcBef>
                <a:spcPts val="0"/>
              </a:spcBef>
              <a:buNone/>
              <a:defRPr sz="933"/>
            </a:lvl5pPr>
            <a:lvl6pPr indent="0" lvl="5" marL="0" algn="r">
              <a:spcBef>
                <a:spcPts val="0"/>
              </a:spcBef>
              <a:buNone/>
              <a:defRPr sz="933"/>
            </a:lvl6pPr>
            <a:lvl7pPr indent="0" lvl="6" marL="0" algn="r">
              <a:spcBef>
                <a:spcPts val="0"/>
              </a:spcBef>
              <a:buNone/>
              <a:defRPr sz="933"/>
            </a:lvl7pPr>
            <a:lvl8pPr indent="0" lvl="7" marL="0" algn="r">
              <a:spcBef>
                <a:spcPts val="0"/>
              </a:spcBef>
              <a:buNone/>
              <a:defRPr sz="933"/>
            </a:lvl8pPr>
            <a:lvl9pPr indent="0" lvl="8" marL="0" algn="r">
              <a:spcBef>
                <a:spcPts val="0"/>
              </a:spcBef>
              <a:buNone/>
              <a:defRPr sz="933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údo com Legenda" type="objTx">
  <p:cSld name="OBJECT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2"/>
          <p:cNvSpPr txBox="1"/>
          <p:nvPr>
            <p:ph type="title"/>
          </p:nvPr>
        </p:nvSpPr>
        <p:spPr>
          <a:xfrm>
            <a:off x="629841" y="381000"/>
            <a:ext cx="2949300" cy="1333500"/>
          </a:xfrm>
          <a:prstGeom prst="rect">
            <a:avLst/>
          </a:prstGeom>
          <a:noFill/>
          <a:ln>
            <a:noFill/>
          </a:ln>
        </p:spPr>
        <p:txBody>
          <a:bodyPr anchorCtr="0" anchor="b" bIns="35550" lIns="71100" spcFirstLastPara="1" rIns="71100" wrap="square" tIns="35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89"/>
              <a:buFont typeface="Play"/>
              <a:buNone/>
              <a:defRPr sz="2488"/>
            </a:lvl1pPr>
            <a:lvl2pPr lvl="1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9pPr>
          </a:lstStyle>
          <a:p/>
        </p:txBody>
      </p:sp>
      <p:sp>
        <p:nvSpPr>
          <p:cNvPr id="67" name="Google Shape;67;p22"/>
          <p:cNvSpPr txBox="1"/>
          <p:nvPr>
            <p:ph idx="1" type="body"/>
          </p:nvPr>
        </p:nvSpPr>
        <p:spPr>
          <a:xfrm>
            <a:off x="3887391" y="822854"/>
            <a:ext cx="4629300" cy="40614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386644" lvl="0" marL="457200" algn="l">
              <a:lnSpc>
                <a:spcPct val="90000"/>
              </a:lnSpc>
              <a:spcBef>
                <a:spcPts val="778"/>
              </a:spcBef>
              <a:spcAft>
                <a:spcPts val="0"/>
              </a:spcAft>
              <a:buClr>
                <a:schemeClr val="dk1"/>
              </a:buClr>
              <a:buSzPts val="2489"/>
              <a:buChar char="•"/>
              <a:defRPr sz="2488"/>
            </a:lvl1pPr>
            <a:lvl2pPr indent="-366889" lvl="1" marL="9144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2178"/>
              <a:buChar char="•"/>
              <a:defRPr sz="2177"/>
            </a:lvl2pPr>
            <a:lvl3pPr indent="-347133" lvl="2" marL="13716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867"/>
              <a:buChar char="•"/>
              <a:defRPr sz="1866"/>
            </a:lvl3pPr>
            <a:lvl4pPr indent="-327378" lvl="3" marL="18288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556"/>
              <a:buChar char="•"/>
              <a:defRPr sz="1555"/>
            </a:lvl4pPr>
            <a:lvl5pPr indent="-327378" lvl="4" marL="22860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556"/>
              <a:buChar char="•"/>
              <a:defRPr sz="1555"/>
            </a:lvl5pPr>
            <a:lvl6pPr indent="-327378" lvl="5" marL="27432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556"/>
              <a:buChar char="•"/>
              <a:defRPr sz="1555"/>
            </a:lvl6pPr>
            <a:lvl7pPr indent="-327378" lvl="6" marL="32004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556"/>
              <a:buChar char="•"/>
              <a:defRPr sz="1555"/>
            </a:lvl7pPr>
            <a:lvl8pPr indent="-327378" lvl="7" marL="36576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556"/>
              <a:buChar char="•"/>
              <a:defRPr sz="1555"/>
            </a:lvl8pPr>
            <a:lvl9pPr indent="-327378" lvl="8" marL="41148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556"/>
              <a:buChar char="•"/>
              <a:defRPr sz="1555"/>
            </a:lvl9pPr>
          </a:lstStyle>
          <a:p/>
        </p:txBody>
      </p:sp>
      <p:sp>
        <p:nvSpPr>
          <p:cNvPr id="68" name="Google Shape;68;p22"/>
          <p:cNvSpPr txBox="1"/>
          <p:nvPr>
            <p:ph idx="2" type="body"/>
          </p:nvPr>
        </p:nvSpPr>
        <p:spPr>
          <a:xfrm>
            <a:off x="629841" y="1714500"/>
            <a:ext cx="2949300" cy="31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78"/>
              </a:spcBef>
              <a:spcAft>
                <a:spcPts val="0"/>
              </a:spcAft>
              <a:buClr>
                <a:schemeClr val="dk1"/>
              </a:buClr>
              <a:buSzPts val="1244"/>
              <a:buNone/>
              <a:defRPr sz="1244"/>
            </a:lvl1pPr>
            <a:lvl2pPr indent="-228600" lvl="1" marL="9144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089"/>
              <a:buNone/>
              <a:defRPr sz="1088"/>
            </a:lvl2pPr>
            <a:lvl3pPr indent="-228600" lvl="2" marL="13716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933"/>
              <a:buNone/>
              <a:defRPr sz="933"/>
            </a:lvl3pPr>
            <a:lvl4pPr indent="-228600" lvl="3" marL="18288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778"/>
              <a:buNone/>
              <a:defRPr sz="777"/>
            </a:lvl4pPr>
            <a:lvl5pPr indent="-228600" lvl="4" marL="22860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778"/>
              <a:buNone/>
              <a:defRPr sz="777"/>
            </a:lvl5pPr>
            <a:lvl6pPr indent="-228600" lvl="5" marL="27432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778"/>
              <a:buNone/>
              <a:defRPr sz="777"/>
            </a:lvl6pPr>
            <a:lvl7pPr indent="-228600" lvl="6" marL="32004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778"/>
              <a:buNone/>
              <a:defRPr sz="777"/>
            </a:lvl7pPr>
            <a:lvl8pPr indent="-228600" lvl="7" marL="36576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778"/>
              <a:buNone/>
              <a:defRPr sz="777"/>
            </a:lvl8pPr>
            <a:lvl9pPr indent="-228600" lvl="8" marL="41148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778"/>
              <a:buNone/>
              <a:defRPr sz="777"/>
            </a:lvl9pPr>
          </a:lstStyle>
          <a:p/>
        </p:txBody>
      </p:sp>
      <p:sp>
        <p:nvSpPr>
          <p:cNvPr id="69" name="Google Shape;69;p22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089"/>
              <a:buNone/>
              <a:defRPr sz="933"/>
            </a:lvl1pPr>
            <a:lvl2pPr lvl="1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2pPr>
            <a:lvl3pPr lvl="2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3pPr>
            <a:lvl4pPr lvl="3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4pPr>
            <a:lvl5pPr lvl="4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5pPr>
            <a:lvl6pPr lvl="5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6pPr>
            <a:lvl7pPr lvl="6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7pPr>
            <a:lvl8pPr lvl="7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8pPr>
            <a:lvl9pPr lvl="8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9pPr>
          </a:lstStyle>
          <a:p/>
        </p:txBody>
      </p:sp>
      <p:sp>
        <p:nvSpPr>
          <p:cNvPr id="70" name="Google Shape;70;p22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89"/>
              <a:buNone/>
              <a:defRPr sz="933"/>
            </a:lvl1pPr>
            <a:lvl2pPr lvl="1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2pPr>
            <a:lvl3pPr lvl="2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3pPr>
            <a:lvl4pPr lvl="3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4pPr>
            <a:lvl5pPr lvl="4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5pPr>
            <a:lvl6pPr lvl="5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6pPr>
            <a:lvl7pPr lvl="6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7pPr>
            <a:lvl8pPr lvl="7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8pPr>
            <a:lvl9pPr lvl="8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9pPr>
          </a:lstStyle>
          <a:p/>
        </p:txBody>
      </p:sp>
      <p:sp>
        <p:nvSpPr>
          <p:cNvPr id="71" name="Google Shape;71;p22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algn="r">
              <a:spcBef>
                <a:spcPts val="0"/>
              </a:spcBef>
              <a:buNone/>
              <a:defRPr sz="933"/>
            </a:lvl1pPr>
            <a:lvl2pPr indent="0" lvl="1" marL="0" algn="r">
              <a:spcBef>
                <a:spcPts val="0"/>
              </a:spcBef>
              <a:buNone/>
              <a:defRPr sz="933"/>
            </a:lvl2pPr>
            <a:lvl3pPr indent="0" lvl="2" marL="0" algn="r">
              <a:spcBef>
                <a:spcPts val="0"/>
              </a:spcBef>
              <a:buNone/>
              <a:defRPr sz="933"/>
            </a:lvl3pPr>
            <a:lvl4pPr indent="0" lvl="3" marL="0" algn="r">
              <a:spcBef>
                <a:spcPts val="0"/>
              </a:spcBef>
              <a:buNone/>
              <a:defRPr sz="933"/>
            </a:lvl4pPr>
            <a:lvl5pPr indent="0" lvl="4" marL="0" algn="r">
              <a:spcBef>
                <a:spcPts val="0"/>
              </a:spcBef>
              <a:buNone/>
              <a:defRPr sz="933"/>
            </a:lvl5pPr>
            <a:lvl6pPr indent="0" lvl="5" marL="0" algn="r">
              <a:spcBef>
                <a:spcPts val="0"/>
              </a:spcBef>
              <a:buNone/>
              <a:defRPr sz="933"/>
            </a:lvl6pPr>
            <a:lvl7pPr indent="0" lvl="6" marL="0" algn="r">
              <a:spcBef>
                <a:spcPts val="0"/>
              </a:spcBef>
              <a:buNone/>
              <a:defRPr sz="933"/>
            </a:lvl7pPr>
            <a:lvl8pPr indent="0" lvl="7" marL="0" algn="r">
              <a:spcBef>
                <a:spcPts val="0"/>
              </a:spcBef>
              <a:buNone/>
              <a:defRPr sz="933"/>
            </a:lvl8pPr>
            <a:lvl9pPr indent="0" lvl="8" marL="0" algn="r">
              <a:spcBef>
                <a:spcPts val="0"/>
              </a:spcBef>
              <a:buNone/>
              <a:defRPr sz="933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Texto Vertical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3"/>
          <p:cNvSpPr txBox="1"/>
          <p:nvPr>
            <p:ph type="title"/>
          </p:nvPr>
        </p:nvSpPr>
        <p:spPr>
          <a:xfrm>
            <a:off x="628650" y="304271"/>
            <a:ext cx="7886700" cy="11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3422"/>
            </a:lvl1pPr>
            <a:lvl2pPr lvl="1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9pPr>
          </a:lstStyle>
          <a:p/>
        </p:txBody>
      </p:sp>
      <p:sp>
        <p:nvSpPr>
          <p:cNvPr id="74" name="Google Shape;74;p23"/>
          <p:cNvSpPr txBox="1"/>
          <p:nvPr>
            <p:ph idx="1" type="body"/>
          </p:nvPr>
        </p:nvSpPr>
        <p:spPr>
          <a:xfrm rot="5400000">
            <a:off x="2758950" y="-608946"/>
            <a:ext cx="3626100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778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2177"/>
            </a:lvl1pPr>
            <a:lvl2pPr indent="-317500" lvl="1" marL="9144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866"/>
            </a:lvl2pPr>
            <a:lvl3pPr indent="-317500" lvl="2" marL="13716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555"/>
            </a:lvl3pPr>
            <a:lvl4pPr indent="-317500" lvl="3" marL="18288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4pPr>
            <a:lvl5pPr indent="-317500" lvl="4" marL="22860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5pPr>
            <a:lvl6pPr indent="-317500" lvl="5" marL="27432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indent="-317500" lvl="6" marL="32004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indent="-317500" lvl="7" marL="36576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indent="-317500" lvl="8" marL="41148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/>
        </p:txBody>
      </p:sp>
      <p:sp>
        <p:nvSpPr>
          <p:cNvPr id="75" name="Google Shape;75;p23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089"/>
              <a:buNone/>
              <a:defRPr sz="933"/>
            </a:lvl1pPr>
            <a:lvl2pPr lvl="1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2pPr>
            <a:lvl3pPr lvl="2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3pPr>
            <a:lvl4pPr lvl="3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4pPr>
            <a:lvl5pPr lvl="4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5pPr>
            <a:lvl6pPr lvl="5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6pPr>
            <a:lvl7pPr lvl="6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7pPr>
            <a:lvl8pPr lvl="7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8pPr>
            <a:lvl9pPr lvl="8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9pPr>
          </a:lstStyle>
          <a:p/>
        </p:txBody>
      </p:sp>
      <p:sp>
        <p:nvSpPr>
          <p:cNvPr id="76" name="Google Shape;76;p23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89"/>
              <a:buNone/>
              <a:defRPr sz="933"/>
            </a:lvl1pPr>
            <a:lvl2pPr lvl="1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2pPr>
            <a:lvl3pPr lvl="2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3pPr>
            <a:lvl4pPr lvl="3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4pPr>
            <a:lvl5pPr lvl="4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5pPr>
            <a:lvl6pPr lvl="5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6pPr>
            <a:lvl7pPr lvl="6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7pPr>
            <a:lvl8pPr lvl="7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8pPr>
            <a:lvl9pPr lvl="8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9pPr>
          </a:lstStyle>
          <a:p/>
        </p:txBody>
      </p:sp>
      <p:sp>
        <p:nvSpPr>
          <p:cNvPr id="77" name="Google Shape;77;p23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algn="r">
              <a:spcBef>
                <a:spcPts val="0"/>
              </a:spcBef>
              <a:buNone/>
              <a:defRPr sz="933"/>
            </a:lvl1pPr>
            <a:lvl2pPr indent="0" lvl="1" marL="0" algn="r">
              <a:spcBef>
                <a:spcPts val="0"/>
              </a:spcBef>
              <a:buNone/>
              <a:defRPr sz="933"/>
            </a:lvl2pPr>
            <a:lvl3pPr indent="0" lvl="2" marL="0" algn="r">
              <a:spcBef>
                <a:spcPts val="0"/>
              </a:spcBef>
              <a:buNone/>
              <a:defRPr sz="933"/>
            </a:lvl3pPr>
            <a:lvl4pPr indent="0" lvl="3" marL="0" algn="r">
              <a:spcBef>
                <a:spcPts val="0"/>
              </a:spcBef>
              <a:buNone/>
              <a:defRPr sz="933"/>
            </a:lvl4pPr>
            <a:lvl5pPr indent="0" lvl="4" marL="0" algn="r">
              <a:spcBef>
                <a:spcPts val="0"/>
              </a:spcBef>
              <a:buNone/>
              <a:defRPr sz="933"/>
            </a:lvl5pPr>
            <a:lvl6pPr indent="0" lvl="5" marL="0" algn="r">
              <a:spcBef>
                <a:spcPts val="0"/>
              </a:spcBef>
              <a:buNone/>
              <a:defRPr sz="933"/>
            </a:lvl6pPr>
            <a:lvl7pPr indent="0" lvl="6" marL="0" algn="r">
              <a:spcBef>
                <a:spcPts val="0"/>
              </a:spcBef>
              <a:buNone/>
              <a:defRPr sz="933"/>
            </a:lvl7pPr>
            <a:lvl8pPr indent="0" lvl="7" marL="0" algn="r">
              <a:spcBef>
                <a:spcPts val="0"/>
              </a:spcBef>
              <a:buNone/>
              <a:defRPr sz="933"/>
            </a:lvl8pPr>
            <a:lvl9pPr indent="0" lvl="8" marL="0" algn="r">
              <a:spcBef>
                <a:spcPts val="0"/>
              </a:spcBef>
              <a:buNone/>
              <a:defRPr sz="933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o e Título Vertical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4"/>
          <p:cNvSpPr txBox="1"/>
          <p:nvPr>
            <p:ph type="title"/>
          </p:nvPr>
        </p:nvSpPr>
        <p:spPr>
          <a:xfrm rot="5400000">
            <a:off x="5107950" y="1740071"/>
            <a:ext cx="4843200" cy="19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3422"/>
            </a:lvl1pPr>
            <a:lvl2pPr lvl="1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9pPr>
          </a:lstStyle>
          <a:p/>
        </p:txBody>
      </p:sp>
      <p:sp>
        <p:nvSpPr>
          <p:cNvPr id="80" name="Google Shape;80;p24"/>
          <p:cNvSpPr txBox="1"/>
          <p:nvPr>
            <p:ph idx="1" type="body"/>
          </p:nvPr>
        </p:nvSpPr>
        <p:spPr>
          <a:xfrm rot="5400000">
            <a:off x="1107375" y="-174529"/>
            <a:ext cx="4843200" cy="58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778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2177"/>
            </a:lvl1pPr>
            <a:lvl2pPr indent="-317500" lvl="1" marL="9144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866"/>
            </a:lvl2pPr>
            <a:lvl3pPr indent="-317500" lvl="2" marL="13716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555"/>
            </a:lvl3pPr>
            <a:lvl4pPr indent="-317500" lvl="3" marL="18288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4pPr>
            <a:lvl5pPr indent="-317500" lvl="4" marL="22860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5pPr>
            <a:lvl6pPr indent="-317500" lvl="5" marL="27432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indent="-317500" lvl="6" marL="32004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indent="-317500" lvl="7" marL="36576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indent="-317500" lvl="8" marL="41148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/>
        </p:txBody>
      </p:sp>
      <p:sp>
        <p:nvSpPr>
          <p:cNvPr id="81" name="Google Shape;81;p24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089"/>
              <a:buNone/>
              <a:defRPr sz="933"/>
            </a:lvl1pPr>
            <a:lvl2pPr lvl="1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2pPr>
            <a:lvl3pPr lvl="2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3pPr>
            <a:lvl4pPr lvl="3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4pPr>
            <a:lvl5pPr lvl="4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5pPr>
            <a:lvl6pPr lvl="5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6pPr>
            <a:lvl7pPr lvl="6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7pPr>
            <a:lvl8pPr lvl="7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8pPr>
            <a:lvl9pPr lvl="8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9pPr>
          </a:lstStyle>
          <a:p/>
        </p:txBody>
      </p:sp>
      <p:sp>
        <p:nvSpPr>
          <p:cNvPr id="82" name="Google Shape;82;p24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89"/>
              <a:buNone/>
              <a:defRPr sz="933"/>
            </a:lvl1pPr>
            <a:lvl2pPr lvl="1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2pPr>
            <a:lvl3pPr lvl="2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3pPr>
            <a:lvl4pPr lvl="3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4pPr>
            <a:lvl5pPr lvl="4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5pPr>
            <a:lvl6pPr lvl="5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6pPr>
            <a:lvl7pPr lvl="6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7pPr>
            <a:lvl8pPr lvl="7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8pPr>
            <a:lvl9pPr lvl="8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9pPr>
          </a:lstStyle>
          <a:p/>
        </p:txBody>
      </p:sp>
      <p:sp>
        <p:nvSpPr>
          <p:cNvPr id="83" name="Google Shape;83;p24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algn="r">
              <a:spcBef>
                <a:spcPts val="0"/>
              </a:spcBef>
              <a:buNone/>
              <a:defRPr sz="933"/>
            </a:lvl1pPr>
            <a:lvl2pPr indent="0" lvl="1" marL="0" algn="r">
              <a:spcBef>
                <a:spcPts val="0"/>
              </a:spcBef>
              <a:buNone/>
              <a:defRPr sz="933"/>
            </a:lvl2pPr>
            <a:lvl3pPr indent="0" lvl="2" marL="0" algn="r">
              <a:spcBef>
                <a:spcPts val="0"/>
              </a:spcBef>
              <a:buNone/>
              <a:defRPr sz="933"/>
            </a:lvl3pPr>
            <a:lvl4pPr indent="0" lvl="3" marL="0" algn="r">
              <a:spcBef>
                <a:spcPts val="0"/>
              </a:spcBef>
              <a:buNone/>
              <a:defRPr sz="933"/>
            </a:lvl4pPr>
            <a:lvl5pPr indent="0" lvl="4" marL="0" algn="r">
              <a:spcBef>
                <a:spcPts val="0"/>
              </a:spcBef>
              <a:buNone/>
              <a:defRPr sz="933"/>
            </a:lvl5pPr>
            <a:lvl6pPr indent="0" lvl="5" marL="0" algn="r">
              <a:spcBef>
                <a:spcPts val="0"/>
              </a:spcBef>
              <a:buNone/>
              <a:defRPr sz="933"/>
            </a:lvl6pPr>
            <a:lvl7pPr indent="0" lvl="6" marL="0" algn="r">
              <a:spcBef>
                <a:spcPts val="0"/>
              </a:spcBef>
              <a:buNone/>
              <a:defRPr sz="933"/>
            </a:lvl7pPr>
            <a:lvl8pPr indent="0" lvl="7" marL="0" algn="r">
              <a:spcBef>
                <a:spcPts val="0"/>
              </a:spcBef>
              <a:buNone/>
              <a:defRPr sz="933"/>
            </a:lvl8pPr>
            <a:lvl9pPr indent="0" lvl="8" marL="0" algn="r">
              <a:spcBef>
                <a:spcPts val="0"/>
              </a:spcBef>
              <a:buNone/>
              <a:defRPr sz="933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3"/>
          <p:cNvSpPr txBox="1"/>
          <p:nvPr>
            <p:ph type="title"/>
          </p:nvPr>
        </p:nvSpPr>
        <p:spPr>
          <a:xfrm>
            <a:off x="628650" y="304271"/>
            <a:ext cx="7886700" cy="11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22"/>
              <a:buFont typeface="Play"/>
              <a:buNone/>
              <a:defRPr b="0" i="0" sz="3422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9pPr>
          </a:lstStyle>
          <a:p/>
        </p:txBody>
      </p:sp>
      <p:sp>
        <p:nvSpPr>
          <p:cNvPr id="11" name="Google Shape;11;p13"/>
          <p:cNvSpPr txBox="1"/>
          <p:nvPr>
            <p:ph idx="1" type="body"/>
          </p:nvPr>
        </p:nvSpPr>
        <p:spPr>
          <a:xfrm>
            <a:off x="628650" y="1521354"/>
            <a:ext cx="7886700" cy="36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366889" lvl="0" marL="457200" marR="0" rtl="0" algn="l">
              <a:lnSpc>
                <a:spcPct val="90000"/>
              </a:lnSpc>
              <a:spcBef>
                <a:spcPts val="778"/>
              </a:spcBef>
              <a:spcAft>
                <a:spcPts val="0"/>
              </a:spcAft>
              <a:buClr>
                <a:schemeClr val="dk1"/>
              </a:buClr>
              <a:buSzPts val="2178"/>
              <a:buFont typeface="Arial"/>
              <a:buChar char="•"/>
              <a:defRPr b="0" i="0" sz="217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7133" lvl="1" marL="914400" marR="0" rtl="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867"/>
              <a:buFont typeface="Arial"/>
              <a:buChar char="•"/>
              <a:defRPr b="0" i="0" sz="186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7378" lvl="2" marL="1371600" marR="0" rtl="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556"/>
              <a:buFont typeface="Arial"/>
              <a:buChar char="•"/>
              <a:defRPr b="0" i="0" sz="155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13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089"/>
              <a:buNone/>
              <a:defRPr b="0" i="0" sz="933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089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089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089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089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089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089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089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089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13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089"/>
              <a:buNone/>
              <a:defRPr b="0" i="0" sz="933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089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089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089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089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089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089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089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089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13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33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33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33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33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33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33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33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33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33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Relationship Id="rId4" Type="http://schemas.openxmlformats.org/officeDocument/2006/relationships/image" Target="../media/image1.jpg"/><Relationship Id="rId5" Type="http://schemas.openxmlformats.org/officeDocument/2006/relationships/image" Target="../media/image3.png"/><Relationship Id="rId6" Type="http://schemas.openxmlformats.org/officeDocument/2006/relationships/image" Target="../media/image2.jpg"/><Relationship Id="rId7" Type="http://schemas.openxmlformats.org/officeDocument/2006/relationships/image" Target="../media/image5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png"/><Relationship Id="rId4" Type="http://schemas.openxmlformats.org/officeDocument/2006/relationships/image" Target="../media/image1.jpg"/><Relationship Id="rId5" Type="http://schemas.openxmlformats.org/officeDocument/2006/relationships/image" Target="../media/image3.png"/><Relationship Id="rId6" Type="http://schemas.openxmlformats.org/officeDocument/2006/relationships/image" Target="../media/image2.jpg"/><Relationship Id="rId7" Type="http://schemas.openxmlformats.org/officeDocument/2006/relationships/image" Target="../media/image5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C0C0C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/>
          <p:nvPr/>
        </p:nvSpPr>
        <p:spPr>
          <a:xfrm>
            <a:off x="5035463" y="981206"/>
            <a:ext cx="3335100" cy="3705600"/>
          </a:xfrm>
          <a:prstGeom prst="ellipse">
            <a:avLst/>
          </a:prstGeom>
          <a:solidFill>
            <a:schemeClr val="lt1"/>
          </a:solidFill>
          <a:ln cap="flat" cmpd="sng" w="148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1"/>
          <p:cNvSpPr txBox="1"/>
          <p:nvPr>
            <p:ph idx="1" type="body"/>
          </p:nvPr>
        </p:nvSpPr>
        <p:spPr>
          <a:xfrm>
            <a:off x="248599" y="2653952"/>
            <a:ext cx="4602900" cy="4071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 fontScale="85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b="1" lang="pt-BR" sz="2488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PROFESSOR: LEONILSON SOUZA</a:t>
            </a:r>
            <a:endParaRPr sz="1244"/>
          </a:p>
        </p:txBody>
      </p:sp>
      <p:pic>
        <p:nvPicPr>
          <p:cNvPr descr="Ícone&#10;&#10;O conteúdo gerado por IA pode estar incorreto." id="90" name="Google Shape;90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3410" y="3465533"/>
            <a:ext cx="1099159" cy="109916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dobe Photoshop Logo Vector Art, Icons, and Graphics for Free Download" id="91" name="Google Shape;91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53232" y="1122123"/>
            <a:ext cx="868993" cy="868993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130898" y="2314551"/>
            <a:ext cx="703100" cy="97730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dobe Illustrator Icon design in vector 30613276 Vector Art at Vecteezy" id="93" name="Google Shape;93;p1"/>
          <p:cNvPicPr preferRelativeResize="0"/>
          <p:nvPr/>
        </p:nvPicPr>
        <p:blipFill rotWithShape="1">
          <a:blip r:embed="rId6">
            <a:alphaModFix/>
          </a:blip>
          <a:srcRect b="7571" l="27843" r="27773" t="8438"/>
          <a:stretch/>
        </p:blipFill>
        <p:spPr>
          <a:xfrm>
            <a:off x="7445158" y="2346769"/>
            <a:ext cx="868992" cy="97448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Ícone de controle de jogo de vídeo punho Vetor de ©jemastock 331318016" id="94" name="Google Shape;94;p1"/>
          <p:cNvPicPr preferRelativeResize="0"/>
          <p:nvPr/>
        </p:nvPicPr>
        <p:blipFill rotWithShape="1">
          <a:blip r:embed="rId7">
            <a:alphaModFix/>
          </a:blip>
          <a:srcRect b="23653" l="13775" r="12677" t="19635"/>
          <a:stretch/>
        </p:blipFill>
        <p:spPr>
          <a:xfrm>
            <a:off x="6051637" y="2189382"/>
            <a:ext cx="1290180" cy="117444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"/>
          <p:cNvSpPr/>
          <p:nvPr/>
        </p:nvSpPr>
        <p:spPr>
          <a:xfrm>
            <a:off x="0" y="0"/>
            <a:ext cx="9144000" cy="897600"/>
          </a:xfrm>
          <a:prstGeom prst="rect">
            <a:avLst/>
          </a:prstGeom>
          <a:solidFill>
            <a:srgbClr val="171717"/>
          </a:solidFill>
          <a:ln cap="flat" cmpd="sng" w="14825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2488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INTRODUÇÃO AO WEB DESIGN</a:t>
            </a:r>
            <a:endParaRPr sz="1088"/>
          </a:p>
        </p:txBody>
      </p:sp>
      <p:sp>
        <p:nvSpPr>
          <p:cNvPr id="100" name="Google Shape;100;p2"/>
          <p:cNvSpPr txBox="1"/>
          <p:nvPr/>
        </p:nvSpPr>
        <p:spPr>
          <a:xfrm>
            <a:off x="467769" y="2177827"/>
            <a:ext cx="8208600" cy="12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55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Apresentação e acolhimento</a:t>
            </a:r>
            <a:r>
              <a:rPr b="0" i="0" lang="pt-BR" sz="155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Olá, pessoal! Hoje damos início à nossa jornada pelo </a:t>
            </a:r>
            <a:r>
              <a:rPr b="1" i="0" lang="pt-BR" sz="155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Web Design</a:t>
            </a:r>
            <a:r>
              <a:rPr b="0" i="0" lang="pt-BR" sz="155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— uma mistura poderosa de criatividade, comunicação visual e tecnologia. Talvez você esteja chegando agora, cheio de curiosidade e perguntas. Ou talvez já tenha trilhado boa parte do caminho e esteja perto de finalizar o primeiro módulo. Seja qual for o seu ponto de partida, esse aulão vai servir para alinhar e revisar.</a:t>
            </a:r>
            <a:endParaRPr sz="1088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solidFill>
          <a:schemeClr val="lt1"/>
        </a:solidFill>
      </p:bgPr>
    </p:bg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"/>
          <p:cNvSpPr/>
          <p:nvPr/>
        </p:nvSpPr>
        <p:spPr>
          <a:xfrm>
            <a:off x="0" y="0"/>
            <a:ext cx="9144000" cy="897600"/>
          </a:xfrm>
          <a:prstGeom prst="rect">
            <a:avLst/>
          </a:prstGeom>
          <a:solidFill>
            <a:srgbClr val="171717"/>
          </a:solidFill>
          <a:ln cap="flat" cmpd="sng" w="14825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17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UM RECADO IMPORTANTE PARA OS NOVOS ALUNOS</a:t>
            </a:r>
            <a:endParaRPr sz="1088"/>
          </a:p>
        </p:txBody>
      </p:sp>
      <p:sp>
        <p:nvSpPr>
          <p:cNvPr id="106" name="Google Shape;106;p3"/>
          <p:cNvSpPr txBox="1"/>
          <p:nvPr/>
        </p:nvSpPr>
        <p:spPr>
          <a:xfrm>
            <a:off x="478534" y="1895698"/>
            <a:ext cx="8187000" cy="17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66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Vocês estão entrando em uma turma que atualmente está finalizando o módulo de </a:t>
            </a:r>
            <a:r>
              <a:rPr b="1" lang="pt-BR" sz="1866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Photoshop</a:t>
            </a:r>
            <a:r>
              <a:rPr lang="pt-BR" sz="1866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Mas isso não significa que vocês perderam algum conteúdo! O curso funciona em ciclos contínuos. Quando todos os módulos terminam, a turma retorna ao </a:t>
            </a:r>
            <a:r>
              <a:rPr b="1" lang="pt-BR" sz="1866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início do ciclo</a:t>
            </a:r>
            <a:r>
              <a:rPr lang="pt-BR" sz="1866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e assim vocês terão a chance de acompanhar cada módulo no seu tempo. Então fiquem tranquilos — todos os conteúdos serão vistos por vocês, só em uma ordem diferente.</a:t>
            </a:r>
            <a:endParaRPr sz="1088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solidFill>
          <a:schemeClr val="lt1"/>
        </a:solidFill>
      </p:bgPr>
    </p:bg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"/>
          <p:cNvSpPr/>
          <p:nvPr/>
        </p:nvSpPr>
        <p:spPr>
          <a:xfrm>
            <a:off x="0" y="0"/>
            <a:ext cx="9144000" cy="897600"/>
          </a:xfrm>
          <a:prstGeom prst="rect">
            <a:avLst/>
          </a:prstGeom>
          <a:solidFill>
            <a:srgbClr val="171717"/>
          </a:solidFill>
          <a:ln cap="flat" cmpd="sng" w="14825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17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PARA OS VETERANOS</a:t>
            </a:r>
            <a:endParaRPr sz="1088"/>
          </a:p>
        </p:txBody>
      </p:sp>
      <p:sp>
        <p:nvSpPr>
          <p:cNvPr id="112" name="Google Shape;112;p4"/>
          <p:cNvSpPr txBox="1"/>
          <p:nvPr/>
        </p:nvSpPr>
        <p:spPr>
          <a:xfrm>
            <a:off x="1141043" y="2203475"/>
            <a:ext cx="6861900" cy="12210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66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Essa aula marca o início do fechamento do módulo Photoshop. </a:t>
            </a:r>
            <a:endParaRPr sz="1088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66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próxima aula será a </a:t>
            </a:r>
            <a:r>
              <a:rPr b="1" lang="pt-BR" sz="1866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conclusão oficial</a:t>
            </a:r>
            <a:r>
              <a:rPr lang="pt-BR" sz="1866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seguida de </a:t>
            </a:r>
            <a:r>
              <a:rPr b="1" lang="pt-BR" sz="1866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revisão geral</a:t>
            </a:r>
            <a:r>
              <a:rPr lang="pt-BR" sz="1866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 aplicação da </a:t>
            </a:r>
            <a:r>
              <a:rPr b="1" lang="pt-BR" sz="1866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prova na outra semana</a:t>
            </a:r>
            <a:r>
              <a:rPr lang="pt-BR" sz="1866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para então iniciarmos o novo módulo. </a:t>
            </a:r>
            <a:endParaRPr sz="1088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5"/>
          <p:cNvSpPr/>
          <p:nvPr/>
        </p:nvSpPr>
        <p:spPr>
          <a:xfrm>
            <a:off x="0" y="0"/>
            <a:ext cx="9144000" cy="897600"/>
          </a:xfrm>
          <a:prstGeom prst="rect">
            <a:avLst/>
          </a:prstGeom>
          <a:solidFill>
            <a:srgbClr val="171717"/>
          </a:solidFill>
          <a:ln cap="flat" cmpd="sng" w="14825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17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O QUE É WEB DESIGN?</a:t>
            </a:r>
            <a:endParaRPr sz="1088"/>
          </a:p>
        </p:txBody>
      </p:sp>
      <p:sp>
        <p:nvSpPr>
          <p:cNvPr id="118" name="Google Shape;118;p5"/>
          <p:cNvSpPr txBox="1"/>
          <p:nvPr/>
        </p:nvSpPr>
        <p:spPr>
          <a:xfrm>
            <a:off x="413750" y="1434033"/>
            <a:ext cx="8316600" cy="26577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Web Design é 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arte de planejar, criar e organizar o visual de páginas na internet. Mas também é identidade, estilo, emoção, comunicação e inovação.</a:t>
            </a:r>
            <a:endParaRPr sz="1088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Você sabia que 94% das primeiras impressões que temos sobre um site estão ligadas ao design? Web Design vai muito além de “sites bonitos”: envolve tudo o que a gente vê, sente e interage.</a:t>
            </a:r>
            <a:endParaRPr sz="1088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Usamos Web Design para:</a:t>
            </a:r>
            <a:endParaRPr sz="1088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Criar identidades visuais para empresas, lojas e projetos</a:t>
            </a:r>
            <a:endParaRPr sz="1088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Desenvolver portfólios pessoais e blogs</a:t>
            </a:r>
            <a:endParaRPr sz="1088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Produzir imagens para redes sociais, marketing e conteúdo visual</a:t>
            </a:r>
            <a:endParaRPr sz="1088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Construir interfaces de aplicativos e jogos</a:t>
            </a:r>
            <a:endParaRPr sz="1088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Ajudar pessoas a entenderem e se conectarem com aquilo que veem</a:t>
            </a:r>
            <a:endParaRPr sz="1088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Exemplo prático:  Já entrou num site que era tão bagunçado que você desistiu de usar? Pois é… O design ruim afasta. Mas o bom design atrai, guia e comunica sem precisar de muitas palavras.</a:t>
            </a:r>
            <a:endParaRPr sz="1088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6"/>
          <p:cNvSpPr/>
          <p:nvPr/>
        </p:nvSpPr>
        <p:spPr>
          <a:xfrm>
            <a:off x="0" y="0"/>
            <a:ext cx="9144000" cy="897600"/>
          </a:xfrm>
          <a:prstGeom prst="rect">
            <a:avLst/>
          </a:prstGeom>
          <a:solidFill>
            <a:srgbClr val="171717"/>
          </a:solidFill>
          <a:ln cap="flat" cmpd="sng" w="14825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17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PILARES DO NOSSO CURSO</a:t>
            </a:r>
            <a:endParaRPr sz="1088"/>
          </a:p>
        </p:txBody>
      </p:sp>
      <p:sp>
        <p:nvSpPr>
          <p:cNvPr id="124" name="Google Shape;124;p6"/>
          <p:cNvSpPr txBox="1"/>
          <p:nvPr/>
        </p:nvSpPr>
        <p:spPr>
          <a:xfrm>
            <a:off x="413750" y="2571814"/>
            <a:ext cx="8316600" cy="7182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Os pilares do nosso curso de Web Design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Durante o curso, passaremos por cinco módulos principais. Cada um tem seu foco, seus desafios e suas ferramentas. E sim: todos eles são parte da formação completa de um web designer iniciante.</a:t>
            </a:r>
            <a:endParaRPr sz="1088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7"/>
          <p:cNvSpPr/>
          <p:nvPr/>
        </p:nvSpPr>
        <p:spPr>
          <a:xfrm>
            <a:off x="0" y="0"/>
            <a:ext cx="9144000" cy="897600"/>
          </a:xfrm>
          <a:prstGeom prst="rect">
            <a:avLst/>
          </a:prstGeom>
          <a:solidFill>
            <a:srgbClr val="171717"/>
          </a:solidFill>
          <a:ln cap="flat" cmpd="sng" w="14825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17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PHOTOSHOP – DESIGN, IMAGEM E MAGIA VISUAL</a:t>
            </a:r>
            <a:endParaRPr sz="1088"/>
          </a:p>
        </p:txBody>
      </p:sp>
      <p:sp>
        <p:nvSpPr>
          <p:cNvPr id="130" name="Google Shape;130;p7"/>
          <p:cNvSpPr txBox="1"/>
          <p:nvPr/>
        </p:nvSpPr>
        <p:spPr>
          <a:xfrm>
            <a:off x="385567" y="1087785"/>
            <a:ext cx="8373000" cy="35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 Photoshop é como uma varinha mágica nas mãos de quem quer transformar ideias em imagens. Aqui, você vai aprender a:</a:t>
            </a:r>
            <a:endParaRPr sz="1088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Criar montagens criativas (como pôsteres, capas, memes e cartazes)</a:t>
            </a:r>
            <a:endParaRPr sz="1088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Mudar cores de objetos, fundos e até transformar uma tarde em noite!</a:t>
            </a:r>
            <a:endParaRPr sz="1088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Recortar pessoas e objetos de forma profissional</a:t>
            </a:r>
            <a:endParaRPr sz="1088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Aplicar efeitos como sombra, brilho, textura, desfoque, recortes e filtros artísticos</a:t>
            </a:r>
            <a:endParaRPr sz="1088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Trabalhar com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camadas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que funcionam como folhas empilhadas, cada uma com uma parte do seu projeto</a:t>
            </a:r>
            <a:endParaRPr sz="1088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Usar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ferramentas de texto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para criar mensagens visuais poderosas</a:t>
            </a:r>
            <a:endParaRPr sz="1088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Curiosidade: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📌 O Photoshop existe desde 1990 e é usado em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90% das campanhas publicitárias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que você vê por aí!</a:t>
            </a:r>
            <a:endParaRPr sz="1088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Exemplo visual: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👉 Sabe aquela capa de filme cheia de efeitos? Provavelmente foi feita (ou finalizada) no Photoshop.</a:t>
            </a:r>
            <a:endParaRPr sz="1088"/>
          </a:p>
        </p:txBody>
      </p:sp>
      <p:pic>
        <p:nvPicPr>
          <p:cNvPr descr="Adobe Photoshop Logo Vector Art, Icons, and Graphics for Free Download" id="131" name="Google Shape;131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79109" y="4676796"/>
            <a:ext cx="868993" cy="8689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8"/>
          <p:cNvSpPr/>
          <p:nvPr/>
        </p:nvSpPr>
        <p:spPr>
          <a:xfrm>
            <a:off x="0" y="0"/>
            <a:ext cx="9144000" cy="897600"/>
          </a:xfrm>
          <a:prstGeom prst="rect">
            <a:avLst/>
          </a:prstGeom>
          <a:solidFill>
            <a:srgbClr val="171717"/>
          </a:solidFill>
          <a:ln cap="flat" cmpd="sng" w="14825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17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ILLUSTRATOR – VETORES, LOGOS E PRECISÃO CRIATIVA</a:t>
            </a:r>
            <a:endParaRPr b="1" sz="2177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8"/>
          <p:cNvSpPr txBox="1"/>
          <p:nvPr/>
        </p:nvSpPr>
        <p:spPr>
          <a:xfrm>
            <a:off x="274203" y="1549450"/>
            <a:ext cx="8595600" cy="28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 Illustrator trabalha com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vetores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ou seja, imagens que não perdem qualidade quando ampliadas. É aqui que criamos:</a:t>
            </a:r>
            <a:endParaRPr sz="1088"/>
          </a:p>
          <a:p>
            <a:pPr indent="-222250" lvl="0" marL="2222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Logotipos e identidades visuais completas</a:t>
            </a:r>
            <a:endParaRPr sz="1088"/>
          </a:p>
          <a:p>
            <a:pPr indent="-222250" lvl="0" marL="2222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Ilustrações digitais (mas sem precisar saber desenhar à mão)</a:t>
            </a:r>
            <a:endParaRPr sz="1088"/>
          </a:p>
          <a:p>
            <a:pPr indent="-222250" lvl="0" marL="2222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Cartazes modernos, estampas e infográficos</a:t>
            </a:r>
            <a:endParaRPr sz="1088"/>
          </a:p>
          <a:p>
            <a:pPr indent="-222250" lvl="0" marL="2222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Desenhos com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linhas precisas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curvas ajustáveis e formas geométricas</a:t>
            </a:r>
            <a:endParaRPr sz="1088"/>
          </a:p>
          <a:p>
            <a:pPr indent="-222250" lvl="0" marL="2222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Materiais para impressão e para tela (ambos com altíssima qualidade)</a:t>
            </a:r>
            <a:endParaRPr sz="1088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Curiosidade: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📌 O logotipo da Coca-Cola, da Apple, do Google e de várias marcas famosas foram finalizados com ferramentas vetoriais.</a:t>
            </a:r>
            <a:endParaRPr sz="1088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Exemplo prático: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👉 Já viu um logotipo gigante numa parede ou num outdoor e ele continua perfeito? Foi feito com vetores.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dobe Illustrator Icon design in vector 30613276 Vector Art at Vecteezy" id="138" name="Google Shape;138;p8"/>
          <p:cNvPicPr preferRelativeResize="0"/>
          <p:nvPr/>
        </p:nvPicPr>
        <p:blipFill rotWithShape="1">
          <a:blip r:embed="rId3">
            <a:alphaModFix/>
          </a:blip>
          <a:srcRect b="7571" l="27843" r="27773" t="8438"/>
          <a:stretch/>
        </p:blipFill>
        <p:spPr>
          <a:xfrm>
            <a:off x="8130958" y="4497071"/>
            <a:ext cx="868992" cy="9744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9"/>
          <p:cNvSpPr/>
          <p:nvPr/>
        </p:nvSpPr>
        <p:spPr>
          <a:xfrm>
            <a:off x="0" y="0"/>
            <a:ext cx="9144000" cy="897600"/>
          </a:xfrm>
          <a:prstGeom prst="rect">
            <a:avLst/>
          </a:prstGeom>
          <a:solidFill>
            <a:srgbClr val="171717"/>
          </a:solidFill>
          <a:ln cap="flat" cmpd="sng" w="14825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17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CORELDRAW – IMPRESSOS CRIATIVOS E COMPOSIÇÃO GRÁFICA</a:t>
            </a:r>
            <a:endParaRPr sz="1088"/>
          </a:p>
        </p:txBody>
      </p:sp>
      <p:sp>
        <p:nvSpPr>
          <p:cNvPr id="144" name="Google Shape;144;p9"/>
          <p:cNvSpPr/>
          <p:nvPr/>
        </p:nvSpPr>
        <p:spPr>
          <a:xfrm>
            <a:off x="231731" y="1550870"/>
            <a:ext cx="8680500" cy="307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 CorelDRAW é o queridinho das gráficas. É com ele que você aprende a:</a:t>
            </a:r>
            <a:endParaRPr sz="1088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Criar materiais impressos como panfletos, convites, crachás e banners</a:t>
            </a:r>
            <a:endParaRPr sz="1088"/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Trabalhar com medidas exatas (milímetros, centímetros) para impressão</a:t>
            </a:r>
            <a:endParaRPr sz="1088"/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Adicionar </a:t>
            </a: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efeitos especiais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como lentes, perspectiva, contornos e preenchimentos</a:t>
            </a:r>
            <a:endParaRPr sz="1088"/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Trabalhar com </a:t>
            </a: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camadas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guia de cores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 </a:t>
            </a: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combinação de efeitos visuais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Preparar arquivos prontos para enviar para a gráfica sem erro</a:t>
            </a:r>
            <a:endParaRPr sz="1088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Curiosidade: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📌 O CorelDRAW é usado no Brasil desde os anos 90 e até hoje domina o mercado gráfico brasileiro.</a:t>
            </a:r>
            <a:endParaRPr sz="1088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Exemplo prático: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👉 O convite de formatura da sua escola ou o panfleto do supermercado provavelmente foi feito no CorelDRAW!</a:t>
            </a:r>
            <a:endParaRPr sz="1088"/>
          </a:p>
        </p:txBody>
      </p:sp>
      <p:sp>
        <p:nvSpPr>
          <p:cNvPr id="145" name="Google Shape;145;p9"/>
          <p:cNvSpPr/>
          <p:nvPr/>
        </p:nvSpPr>
        <p:spPr>
          <a:xfrm>
            <a:off x="0" y="394229"/>
            <a:ext cx="9144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</a:pPr>
            <a:r>
              <a:t/>
            </a:r>
            <a:endParaRPr b="1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Ícone&#10;&#10;O conteúdo gerado por IA pode estar incorreto." id="146" name="Google Shape;146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75948" y="4493712"/>
            <a:ext cx="1099160" cy="10991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0"/>
          <p:cNvSpPr/>
          <p:nvPr/>
        </p:nvSpPr>
        <p:spPr>
          <a:xfrm>
            <a:off x="0" y="0"/>
            <a:ext cx="9144000" cy="897600"/>
          </a:xfrm>
          <a:prstGeom prst="rect">
            <a:avLst/>
          </a:prstGeom>
          <a:solidFill>
            <a:srgbClr val="171717"/>
          </a:solidFill>
          <a:ln cap="flat" cmpd="sng" w="14825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17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HTML – A ESTRUTURA INVISÍVEL DOS SITES</a:t>
            </a:r>
            <a:endParaRPr sz="1088"/>
          </a:p>
        </p:txBody>
      </p:sp>
      <p:sp>
        <p:nvSpPr>
          <p:cNvPr id="152" name="Google Shape;152;p10"/>
          <p:cNvSpPr/>
          <p:nvPr/>
        </p:nvSpPr>
        <p:spPr>
          <a:xfrm>
            <a:off x="776813" y="1334097"/>
            <a:ext cx="7590300" cy="377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HTML é a linguagem usada para criar </a:t>
            </a: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estrutura de sites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Ele não é difícil — parece uma receita com comandos simples, como:</a:t>
            </a:r>
            <a:endParaRPr sz="1088"/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&lt;h1&gt; → títulos</a:t>
            </a:r>
            <a:endParaRPr sz="1088"/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&lt;p&gt; → parágrafos</a:t>
            </a:r>
            <a:endParaRPr sz="1088"/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&lt;img&gt; → imagens</a:t>
            </a:r>
            <a:endParaRPr sz="1088"/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&lt;a&gt; → links</a:t>
            </a:r>
            <a:endParaRPr sz="1088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Você vai aprender a:</a:t>
            </a:r>
            <a:endParaRPr sz="1088"/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Construir páginas com textos, imagens e links clicáveis</a:t>
            </a:r>
            <a:endParaRPr sz="1088"/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Organizar conteúdo de forma clara e estruturada</a:t>
            </a:r>
            <a:endParaRPr sz="1088"/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Entender o papel do CSS (que dá estilo) e do JavaScript (que traz interatividade)</a:t>
            </a:r>
            <a:endParaRPr sz="1088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Curiosidade: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📌 A primeira página HTML da história ainda está online, criada em 1991! Simples e funcional.</a:t>
            </a:r>
            <a:endParaRPr sz="1088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Exemplo prático: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👉 O site onde você acessa seus boletos ou o blog com receitas são feitos com HTML por trás.</a:t>
            </a:r>
            <a:endParaRPr sz="1088"/>
          </a:p>
        </p:txBody>
      </p:sp>
      <p:pic>
        <p:nvPicPr>
          <p:cNvPr id="153" name="Google Shape;153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96851" y="4494005"/>
            <a:ext cx="703099" cy="9773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1"/>
          <p:cNvSpPr/>
          <p:nvPr/>
        </p:nvSpPr>
        <p:spPr>
          <a:xfrm>
            <a:off x="0" y="0"/>
            <a:ext cx="9144000" cy="897600"/>
          </a:xfrm>
          <a:prstGeom prst="rect">
            <a:avLst/>
          </a:prstGeom>
          <a:solidFill>
            <a:srgbClr val="171717"/>
          </a:solidFill>
          <a:ln cap="flat" cmpd="sng" w="14825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66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CRIAÇÃO DE JOGOS – ONDE DESIGN E DIVERSÃO SE ENCONTRAM</a:t>
            </a:r>
            <a:endParaRPr b="1" sz="1866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11"/>
          <p:cNvSpPr txBox="1"/>
          <p:nvPr/>
        </p:nvSpPr>
        <p:spPr>
          <a:xfrm>
            <a:off x="733163" y="1687163"/>
            <a:ext cx="7677600" cy="28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 final do curso, você vai começar a explorar ferramentas simples de criação de jogos. Aqui entra a imaginação + lógica:</a:t>
            </a:r>
            <a:endParaRPr sz="1088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Planejamento de fases e objetivos</a:t>
            </a:r>
            <a:endParaRPr sz="1088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Criação de personagens e elementos visuais (sprites)</a:t>
            </a:r>
            <a:endParaRPr sz="1088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Animações básicas</a:t>
            </a:r>
            <a:endParaRPr sz="1088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Comandos de movimento e interação</a:t>
            </a:r>
            <a:endParaRPr sz="1088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Testes de jogabilidade e correção de bugs</a:t>
            </a:r>
            <a:endParaRPr sz="1088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1"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Curiosidade: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📌 Jogos como “Flappy Bird” e “2048” foram feitos por uma única pessoa, com ferramentas simples!</a:t>
            </a:r>
            <a:endParaRPr sz="1088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Exemplo prático: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👉 Sabe aquele joguinho viciante no celular? Agora você vai aprender como construir o seu.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Ícone de controle de jogo de vídeo punho Vetor de ©jemastock 331318016" id="160" name="Google Shape;160;p11"/>
          <p:cNvPicPr preferRelativeResize="0"/>
          <p:nvPr/>
        </p:nvPicPr>
        <p:blipFill rotWithShape="1">
          <a:blip r:embed="rId3">
            <a:alphaModFix/>
          </a:blip>
          <a:srcRect b="23653" l="13775" r="12677" t="19635"/>
          <a:stretch/>
        </p:blipFill>
        <p:spPr>
          <a:xfrm>
            <a:off x="7765745" y="4472529"/>
            <a:ext cx="1290180" cy="117444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C0C0C"/>
        </a:solidFill>
      </p:bgPr>
    </p:bg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2"/>
          <p:cNvSpPr/>
          <p:nvPr/>
        </p:nvSpPr>
        <p:spPr>
          <a:xfrm>
            <a:off x="5035463" y="981206"/>
            <a:ext cx="3335100" cy="3705600"/>
          </a:xfrm>
          <a:prstGeom prst="ellipse">
            <a:avLst/>
          </a:prstGeom>
          <a:solidFill>
            <a:schemeClr val="lt1"/>
          </a:solidFill>
          <a:ln cap="flat" cmpd="sng" w="148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12"/>
          <p:cNvSpPr txBox="1"/>
          <p:nvPr>
            <p:ph idx="1" type="body"/>
          </p:nvPr>
        </p:nvSpPr>
        <p:spPr>
          <a:xfrm>
            <a:off x="248599" y="2653952"/>
            <a:ext cx="4602900" cy="4071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 fontScale="85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b="1" lang="pt-BR" sz="2488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PROFESSOR: LEONILSON SOUZA</a:t>
            </a:r>
            <a:endParaRPr sz="1244"/>
          </a:p>
        </p:txBody>
      </p:sp>
      <p:pic>
        <p:nvPicPr>
          <p:cNvPr descr="Ícone&#10;&#10;O conteúdo gerado por IA pode estar incorreto." id="167" name="Google Shape;167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3410" y="3465533"/>
            <a:ext cx="1099159" cy="109916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dobe Photoshop Logo Vector Art, Icons, and Graphics for Free Download" id="168" name="Google Shape;168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53232" y="1122123"/>
            <a:ext cx="868993" cy="868993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1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130898" y="2314551"/>
            <a:ext cx="703100" cy="97730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dobe Illustrator Icon design in vector 30613276 Vector Art at Vecteezy" id="170" name="Google Shape;170;p12"/>
          <p:cNvPicPr preferRelativeResize="0"/>
          <p:nvPr/>
        </p:nvPicPr>
        <p:blipFill rotWithShape="1">
          <a:blip r:embed="rId6">
            <a:alphaModFix/>
          </a:blip>
          <a:srcRect b="7571" l="27843" r="27773" t="8438"/>
          <a:stretch/>
        </p:blipFill>
        <p:spPr>
          <a:xfrm>
            <a:off x="7445158" y="2346769"/>
            <a:ext cx="868992" cy="97448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Ícone de controle de jogo de vídeo punho Vetor de ©jemastock 331318016" id="171" name="Google Shape;171;p12"/>
          <p:cNvPicPr preferRelativeResize="0"/>
          <p:nvPr/>
        </p:nvPicPr>
        <p:blipFill rotWithShape="1">
          <a:blip r:embed="rId7">
            <a:alphaModFix/>
          </a:blip>
          <a:srcRect b="23653" l="13775" r="12677" t="19635"/>
          <a:stretch/>
        </p:blipFill>
        <p:spPr>
          <a:xfrm>
            <a:off x="6051637" y="2189382"/>
            <a:ext cx="1290180" cy="117444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o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o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2025-04-13T13:33:08Z</dcterms:created>
  <dc:creator>leo Souza</dc:creator>
</cp:coreProperties>
</file>